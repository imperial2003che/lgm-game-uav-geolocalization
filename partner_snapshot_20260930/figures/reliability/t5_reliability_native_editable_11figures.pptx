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b003cfd8334ee8" /><Relationship Type="http://schemas.openxmlformats.org/officeDocument/2006/relationships/extended-properties" Target="/docProps/app.xml" Id="R253b1a75bf104acc" /><Relationship Type="http://schemas.openxmlformats.org/officeDocument/2006/relationships/officeDocument" Target="/ppt/presentation.xml" Id="R55cdcb8833f94d48" /></Relationships>
</file>

<file path=ppt/presentation.xml><?xml version="1.0" encoding="utf-8"?>
<p:presentation xmlns:p="http://schemas.openxmlformats.org/presentationml/2006/main">
  <p:sldMasterIdLst>
    <p:sldMasterId xmlns:r="http://schemas.openxmlformats.org/officeDocument/2006/relationships" id="2147483648" r:id="R027d57f08c47408d"/>
  </p:sldMasterIdLst>
  <p:notesMasterIdLst>
    <p:notesMasterId xmlns:r="http://schemas.openxmlformats.org/officeDocument/2006/relationships" r:id="Rd74f44bb99d141a2"/>
  </p:notesMasterIdLst>
  <p:sldIdLst>
    <p:sldId xmlns:r="http://schemas.openxmlformats.org/officeDocument/2006/relationships" id="256" r:id="R1295b5b1325f48a1"/>
    <p:sldId xmlns:r="http://schemas.openxmlformats.org/officeDocument/2006/relationships" id="257" r:id="R630ad65f4f664523"/>
    <p:sldId xmlns:r="http://schemas.openxmlformats.org/officeDocument/2006/relationships" id="258" r:id="R56cd08ab8f4a4481"/>
    <p:sldId xmlns:r="http://schemas.openxmlformats.org/officeDocument/2006/relationships" id="259" r:id="R0ad377eef26c4744"/>
    <p:sldId xmlns:r="http://schemas.openxmlformats.org/officeDocument/2006/relationships" id="260" r:id="R11ee1ab08668406b"/>
    <p:sldId xmlns:r="http://schemas.openxmlformats.org/officeDocument/2006/relationships" id="261" r:id="R1efc0ecdfea846db"/>
    <p:sldId xmlns:r="http://schemas.openxmlformats.org/officeDocument/2006/relationships" id="262" r:id="R8811221c6aed453d"/>
    <p:sldId xmlns:r="http://schemas.openxmlformats.org/officeDocument/2006/relationships" id="263" r:id="Rfed307d7ec7b48bb"/>
    <p:sldId xmlns:r="http://schemas.openxmlformats.org/officeDocument/2006/relationships" id="264" r:id="Racbefce9c13b4f2a"/>
    <p:sldId xmlns:r="http://schemas.openxmlformats.org/officeDocument/2006/relationships" id="265" r:id="R163f1958dbc94ee8"/>
    <p:sldId xmlns:r="http://schemas.openxmlformats.org/officeDocument/2006/relationships" id="266" r:id="R696037d8772d4277"/>
  </p:sldIdLst>
  <p:sldSz cx="6548400" cy="767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fe8eaa723e4302" /><Relationship Type="http://schemas.openxmlformats.org/officeDocument/2006/relationships/slideMaster" Target="/ppt/slideMasters/slideMaster1.xml" Id="R027d57f08c47408d" /><Relationship Type="http://schemas.openxmlformats.org/officeDocument/2006/relationships/notesMaster" Target="/ppt/notesMasters/notesMaster1.xml" Id="Rd74f44bb99d141a2" /><Relationship Type="http://schemas.openxmlformats.org/officeDocument/2006/relationships/presProps" Target="/ppt/presProps.xml" Id="Re397b3c8dcfb4c6d" /><Relationship Type="http://schemas.openxmlformats.org/officeDocument/2006/relationships/tableStyles" Target="/ppt/tableStyles.xml" Id="Rf37c663b611c4510" /><Relationship Type="http://schemas.openxmlformats.org/officeDocument/2006/relationships/slide" Target="/ppt/slides/slide1.xml" Id="R1295b5b1325f48a1" /><Relationship Type="http://schemas.openxmlformats.org/officeDocument/2006/relationships/slide" Target="/ppt/slides/slide2.xml" Id="R630ad65f4f664523" /><Relationship Type="http://schemas.openxmlformats.org/officeDocument/2006/relationships/slide" Target="/ppt/slides/slide3.xml" Id="R56cd08ab8f4a4481" /><Relationship Type="http://schemas.openxmlformats.org/officeDocument/2006/relationships/slide" Target="/ppt/slides/slide4.xml" Id="R0ad377eef26c4744" /><Relationship Type="http://schemas.openxmlformats.org/officeDocument/2006/relationships/slide" Target="/ppt/slides/slide5.xml" Id="R11ee1ab08668406b" /><Relationship Type="http://schemas.openxmlformats.org/officeDocument/2006/relationships/slide" Target="/ppt/slides/slide6.xml" Id="R1efc0ecdfea846db" /><Relationship Type="http://schemas.openxmlformats.org/officeDocument/2006/relationships/slide" Target="/ppt/slides/slide7.xml" Id="R8811221c6aed453d" /><Relationship Type="http://schemas.openxmlformats.org/officeDocument/2006/relationships/slide" Target="/ppt/slides/slide8.xml" Id="Rfed307d7ec7b48bb" /><Relationship Type="http://schemas.openxmlformats.org/officeDocument/2006/relationships/slide" Target="/ppt/slides/slide9.xml" Id="Racbefce9c13b4f2a" /><Relationship Type="http://schemas.openxmlformats.org/officeDocument/2006/relationships/slide" Target="/ppt/slides/slide10.xml" Id="R163f1958dbc94ee8" /><Relationship Type="http://schemas.openxmlformats.org/officeDocument/2006/relationships/slide" Target="/ppt/slides/slide11.xml" Id="R696037d8772d42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b2591a878742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54467ba22b49f9" /><Relationship Type="http://schemas.openxmlformats.org/officeDocument/2006/relationships/notesMaster" Target="/ppt/notesMasters/notesMaster1.xml" Id="R990933c7a5fa42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97e46955fe4061" /><Relationship Type="http://schemas.openxmlformats.org/officeDocument/2006/relationships/notesMaster" Target="/ppt/notesMasters/notesMaster1.xml" Id="R613550072ef341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f85bddbe134b03" /><Relationship Type="http://schemas.openxmlformats.org/officeDocument/2006/relationships/notesMaster" Target="/ppt/notesMasters/notesMaster1.xml" Id="R990c6597b8274a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c579f7e32446c4" /><Relationship Type="http://schemas.openxmlformats.org/officeDocument/2006/relationships/notesMaster" Target="/ppt/notesMasters/notesMaster1.xml" Id="R1bbc3adf4d094f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dadbe162754507" /><Relationship Type="http://schemas.openxmlformats.org/officeDocument/2006/relationships/notesMaster" Target="/ppt/notesMasters/notesMaster1.xml" Id="R0231299198a643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2f80883c2345e2" /><Relationship Type="http://schemas.openxmlformats.org/officeDocument/2006/relationships/notesMaster" Target="/ppt/notesMasters/notesMaster1.xml" Id="Rf1f5ec7dfba24d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60a86712da4f9d" /><Relationship Type="http://schemas.openxmlformats.org/officeDocument/2006/relationships/notesMaster" Target="/ppt/notesMasters/notesMaster1.xml" Id="R801d434163f045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f389d22f54bb2" /><Relationship Type="http://schemas.openxmlformats.org/officeDocument/2006/relationships/notesMaster" Target="/ppt/notesMasters/notesMaster1.xml" Id="R237b3d8806644b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9617c2e7954da3" /><Relationship Type="http://schemas.openxmlformats.org/officeDocument/2006/relationships/notesMaster" Target="/ppt/notesMasters/notesMaster1.xml" Id="R255af8ab880846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9bc1fb07d243ad" /><Relationship Type="http://schemas.openxmlformats.org/officeDocument/2006/relationships/notesMaster" Target="/ppt/notesMasters/notesMaster1.xml" Id="R786dcab5f44849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3abb4035044e9a" /><Relationship Type="http://schemas.openxmlformats.org/officeDocument/2006/relationships/notesMaster" Target="/ppt/notesMasters/notesMaster1.xml" Id="Rc8884a4c6c3445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Drone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university1652,university1652_drone_to_satellite,1,visual,37855,1,34915,0,0.06666666666666667,0.3408277244737219,0.020407792320228248,0.29553459070503846,0.35992429394527375,d66087cdc8700b60359995c5da4f13341267ec4c6276d7208f71f2f9d8db4371,033b6eaea71b3084ca043902f6ba03b6487bf1762a9180963357103097d172cc</a:t>
            </a:r>
          </a:p>
          <a:p xmlns:a="http://schemas.openxmlformats.org/drawingml/2006/main">
            <a:r>
              <a:t>university1652,university1652_drone_to_satellite,1,visual,37855,2,2863,0.06666666666666667,0.13333333333333333,0.9144254278728606,0.08597819458717988,0.06265604091657387,0.35992429394527375,d66087cdc8700b60359995c5da4f13341267ec4c6276d7208f71f2f9d8db4371,033b6eaea71b3084ca043902f6ba03b6487bf1762a9180963357103097d172cc</a:t>
            </a:r>
          </a:p>
          <a:p xmlns:a="http://schemas.openxmlformats.org/drawingml/2006/main">
            <a:r>
              <a:t>university1652,university1652_drone_to_satellite,1,visual,37855,3,77,0.13333333333333333,0.2,1,0.1476910745168661,0.0017336623236613737,0.35992429394527375,d66087cdc8700b60359995c5da4f13341267ec4c6276d7208f71f2f9d8db4371,033b6eaea71b3084ca043902f6ba03b6487bf1762a9180963357103097d172cc</a:t>
            </a:r>
          </a:p>
          <a:p xmlns:a="http://schemas.openxmlformats.org/drawingml/2006/main">
            <a:r>
              <a:t>university1652,university1652_drone_to_satellite,1,visual,37855,4,0,0.2,0.26666666666666666,null,null,0,0.35992429394527375,d66087cdc8700b60359995c5da4f13341267ec4c6276d7208f71f2f9d8db4371,033b6eaea71b3084ca043902f6ba03b6487bf1762a9180963357103097d172cc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university1652,university1652_drone_to_satellite,1,visual,37855,5,0,0.26666666666666666,0.3333333333333333,null,null,0,0.35992429394527375,d66087cdc8700b60359995c5da4f13341267ec4c6276d7208f71f2f9d8db4371,033b6eaea71b3084ca043902f6ba03b6487bf1762a9180963357103097d172cc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university1652,university1652_drone_to_satellite,1,visual,37855,6,0,0.3333333333333333,0.4,null,null,0,0.35992429394527375,d66087cdc8700b60359995c5da4f13341267ec4c6276d7208f71f2f9d8db4371,033b6eaea71b3084ca043902f6ba03b6487bf1762a9180963357103097d172cc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university1652,university1652_drone_to_satellite,1,visual,37855,7,0,0.4,0.4666666666666667,null,null,0,0.35992429394527375,d66087cdc8700b60359995c5da4f13341267ec4c6276d7208f71f2f9d8db4371,033b6eaea71b3084ca043902f6ba03b6487bf1762a9180963357103097d172cc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university1652,university1652_drone_to_satellite,1,visual,37855,8,0,0.4666666666666667,0.5333333333333333,null,null,0,0.35992429394527375,d66087cdc8700b60359995c5da4f13341267ec4c6276d7208f71f2f9d8db4371,033b6eaea71b3084ca043902f6ba03b6487bf1762a9180963357103097d172cc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university1652,university1652_drone_to_satellite,1,visual,37855,9,0,0.5333333333333333,0.6,null,null,0,0.35992429394527375,d66087cdc8700b60359995c5da4f13341267ec4c6276d7208f71f2f9d8db4371,033b6eaea71b3084ca043902f6ba03b6487bf1762a9180963357103097d172cc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university1652,university1652_drone_to_satellite,1,visual,37855,10,0,0.6,0.6666666666666666,null,null,0,0.35992429394527375,d66087cdc8700b60359995c5da4f13341267ec4c6276d7208f71f2f9d8db4371,033b6eaea71b3084ca043902f6ba03b6487bf1762a9180963357103097d172cc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university1652,university1652_drone_to_satellite,1,visual,37855,11,0,0.6666666666666666,0.7333333333333333,null,null,0,0.35992429394527375,d66087cdc8700b60359995c5da4f13341267ec4c6276d7208f71f2f9d8db4371,033b6eaea71b3084ca043902f6ba03b6487bf1762a9180963357103097d172cc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university1652,university1652_drone_to_satellite,1,visual,37855,12,0,0.7333333333333333,0.8,null,null,0,0.35992429394527375,d66087cdc8700b60359995c5da4f13341267ec4c6276d7208f71f2f9d8db4371,033b6eaea71b3084ca043902f6ba03b6487bf1762a9180963357103097d172cc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university1652,university1652_drone_to_satellite,1,visual,37855,13,0,0.8,0.8666666666666667,null,null,0,0.35992429394527375,d66087cdc8700b60359995c5da4f13341267ec4c6276d7208f71f2f9d8db4371,033b6eaea71b3084ca043902f6ba03b6487bf1762a9180963357103097d172cc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university1652,university1652_drone_to_satellite,1,visual,37855,14,0,0.8666666666666667,0.9333333333333333,null,null,0,0.35992429394527375,d66087cdc8700b60359995c5da4f13341267ec4c6276d7208f71f2f9d8db4371,033b6eaea71b3084ca043902f6ba03b6487bf1762a9180963357103097d172cc</a:t>
            </a:r>
          </a:p>
          <a:p xmlns:a="http://schemas.openxmlformats.org/drawingml/2006/main">
            <a:r>
              <a:t>university1652,university1652_drone_to_satellite,1,visual,37855,15,0,0.9333333333333333,1,null,null,0,0.35992429394527375,d66087cdc8700b60359995c5da4f13341267ec4c6276d7208f71f2f9d8db4371,033b6eaea71b3084ca043902f6ba03b6487bf1762a9180963357103097d172cc</a:t>
            </a:r>
          </a:p>
          <a:p xmlns:a="http://schemas.openxmlformats.org/drawingml/2006/main">
            <a:r>
              <a:t>university1652,university1652_drone_to_satellite,1,full,37855,1,36150,0,0.06666666666666667,0.29360995850622407,0.018875079442686394,0.2623607417288835,0.2972729606556618,d66087cdc8700b60359995c5da4f13341267ec4c6276d7208f71f2f9d8db4371,033b6eaea71b3084ca043902f6ba03b6487bf1762a9180963357103097d172cc</a:t>
            </a:r>
          </a:p>
          <a:p xmlns:a="http://schemas.openxmlformats.org/drawingml/2006/main">
            <a:r>
              <a:t>university1652,university1652_drone_to_satellite,1,full,37855,2,1687,0.06666666666666667,0.13333333333333333,0.8577356253704801,0.08289190773506029,0.03453074499143979,0.2972729606556618,d66087cdc8700b60359995c5da4f13341267ec4c6276d7208f71f2f9d8db4371,033b6eaea71b3084ca043902f6ba03b6487bf1762a9180963357103097d172cc</a:t>
            </a:r>
          </a:p>
          <a:p xmlns:a="http://schemas.openxmlformats.org/drawingml/2006/main">
            <a:r>
              <a:t>university1652,university1652_drone_to_satellite,1,full,37855,3,18,0.13333333333333333,0.2,0.9444444444444444,0.142183565431171,0.00038147393533850013,0.2972729606556618,d66087cdc8700b60359995c5da4f13341267ec4c6276d7208f71f2f9d8db4371,033b6eaea71b3084ca043902f6ba03b6487bf1762a9180963357103097d172cc</a:t>
            </a:r>
          </a:p>
          <a:p xmlns:a="http://schemas.openxmlformats.org/drawingml/2006/main">
            <a:r>
              <a:t>university1652,university1652_drone_to_satellite,1,full,37855,4,0,0.2,0.26666666666666666,null,null,0,0.2972729606556618,d66087cdc8700b60359995c5da4f13341267ec4c6276d7208f71f2f9d8db4371,033b6eaea71b3084ca043902f6ba03b6487bf1762a9180963357103097d172cc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university1652,university1652_drone_to_satellite,1,full,37855,5,0,0.26666666666666666,0.3333333333333333,null,null,0,0.2972729606556618,d66087cdc8700b60359995c5da4f13341267ec4c6276d7208f71f2f9d8db4371,033b6eaea71b3084ca043902f6ba03b6487bf1762a9180963357103097d172cc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university1652,university1652_drone_to_satellite,1,full,37855,6,0,0.3333333333333333,0.4,null,null,0,0.2972729606556618,d66087cdc8700b60359995c5da4f13341267ec4c6276d7208f71f2f9d8db4371,033b6eaea71b3084ca043902f6ba03b6487bf1762a9180963357103097d172cc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university1652,university1652_drone_to_satellite,1,full,37855,7,0,0.4,0.4666666666666667,null,null,0,0.2972729606556618,d66087cdc8700b60359995c5da4f13341267ec4c6276d7208f71f2f9d8db4371,033b6eaea71b3084ca043902f6ba03b6487bf1762a9180963357103097d172cc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university1652,university1652_drone_to_satellite,1,full,37855,8,0,0.4666666666666667,0.5333333333333333,null,null,0,0.2972729606556618,d66087cdc8700b60359995c5da4f13341267ec4c6276d7208f71f2f9d8db4371,033b6eaea71b3084ca043902f6ba03b6487bf1762a9180963357103097d172cc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university1652,university1652_drone_to_satellite,1,full,37855,9,0,0.5333333333333333,0.6,null,null,0,0.2972729606556618,d66087cdc8700b60359995c5da4f13341267ec4c6276d7208f71f2f9d8db4371,033b6eaea71b3084ca043902f6ba03b6487bf1762a9180963357103097d172cc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university1652,university1652_drone_to_satellite,1,full,37855,10,0,0.6,0.6666666666666666,null,null,0,0.2972729606556618,d66087cdc8700b60359995c5da4f13341267ec4c6276d7208f71f2f9d8db4371,033b6eaea71b3084ca043902f6ba03b6487bf1762a9180963357103097d172cc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university1652,university1652_drone_to_satellite,1,full,37855,11,0,0.6666666666666666,0.7333333333333333,null,null,0,0.2972729606556618,d66087cdc8700b60359995c5da4f13341267ec4c6276d7208f71f2f9d8db4371,033b6eaea71b3084ca043902f6ba03b6487bf1762a9180963357103097d172cc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university1652,university1652_drone_to_satellite,1,full,37855,12,0,0.7333333333333333,0.8,null,null,0,0.2972729606556618,d66087cdc8700b60359995c5da4f13341267ec4c6276d7208f71f2f9d8db4371,033b6eaea71b3084ca043902f6ba03b6487bf1762a9180963357103097d172cc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university1652,university1652_drone_to_satellite,1,full,37855,13,0,0.8,0.8666666666666667,null,null,0,0.2972729606556618,d66087cdc8700b60359995c5da4f13341267ec4c6276d7208f71f2f9d8db4371,033b6eaea71b3084ca043902f6ba03b6487bf1762a9180963357103097d172cc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university1652,university1652_drone_to_satellite,1,full,37855,14,0,0.8666666666666667,0.9333333333333333,null,null,0,0.2972729606556618,d66087cdc8700b60359995c5da4f13341267ec4c6276d7208f71f2f9d8db4371,033b6eaea71b3084ca043902f6ba03b6487bf1762a9180963357103097d172cc</a:t>
            </a:r>
          </a:p>
          <a:p xmlns:a="http://schemas.openxmlformats.org/drawingml/2006/main">
            <a:r>
              <a:t>university1652,university1652_drone_to_satellite,1,full,37855,15,0,0.9333333333333333,1,null,null,0,0.2972729606556618,d66087cdc8700b60359995c5da4f13341267ec4c6276d7208f71f2f9d8db4371,033b6eaea71b3084ca043902f6ba03b6487bf1762a9180963357103097d172cc</a:t>
            </a:r>
          </a:p>
          <a:p xmlns:a="http://schemas.openxmlformats.org/drawingml/2006/main">
            <a:r>
              <a:t>university1652,university1652_drone_to_satellite,2,visual,37855,1,35133,0,0.06666666666666667,0.32456664674237895,0.01998723929488845,0.28267833369046846,0.34220738658902194,d66087cdc8700b60359995c5da4f13341267ec4c6276d7208f71f2f9d8db4371,033b6eaea71b3084ca043902f6ba03b6487bf1762a9180963357103097d172cc</a:t>
            </a:r>
          </a:p>
          <a:p xmlns:a="http://schemas.openxmlformats.org/drawingml/2006/main">
            <a:r>
              <a:t>university1652,university1652_drone_to_satellite,2,visual,37855,2,2658,0.06666666666666667,0.13333333333333333,0.9130925507900677,0.0858812674128803,0.05808288445955789,0.34220738658902194,d66087cdc8700b60359995c5da4f13341267ec4c6276d7208f71f2f9d8db4371,033b6eaea71b3084ca043902f6ba03b6487bf1762a9180963357103097d172cc</a:t>
            </a:r>
          </a:p>
          <a:p xmlns:a="http://schemas.openxmlformats.org/drawingml/2006/main">
            <a:r>
              <a:t>university1652,university1652_drone_to_satellite,2,visual,37855,3,64,0.13333333333333333,0.2,1,0.14461396471597254,0.001446168438995582,0.34220738658902194,d66087cdc8700b60359995c5da4f13341267ec4c6276d7208f71f2f9d8db4371,033b6eaea71b3084ca043902f6ba03b6487bf1762a9180963357103097d172cc</a:t>
            </a:r>
          </a:p>
          <a:p xmlns:a="http://schemas.openxmlformats.org/drawingml/2006/main">
            <a:r>
              <a:t>university1652,university1652_drone_to_satellite,2,visual,37855,4,0,0.2,0.26666666666666666,null,null,0,0.34220738658902194,d66087cdc8700b60359995c5da4f13341267ec4c6276d7208f71f2f9d8db4371,033b6eaea71b3084ca043902f6ba03b6487bf1762a9180963357103097d172cc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university1652,university1652_drone_to_satellite,2,visual,37855,5,0,0.26666666666666666,0.3333333333333333,null,null,0,0.34220738658902194,d66087cdc8700b60359995c5da4f13341267ec4c6276d7208f71f2f9d8db4371,033b6eaea71b3084ca043902f6ba03b6487bf1762a9180963357103097d172cc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university1652,university1652_drone_to_satellite,2,visual,37855,6,0,0.3333333333333333,0.4,null,null,0,0.34220738658902194,d66087cdc8700b60359995c5da4f13341267ec4c6276d7208f71f2f9d8db4371,033b6eaea71b3084ca043902f6ba03b6487bf1762a9180963357103097d172cc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university1652,university1652_drone_to_satellite,2,visual,37855,7,0,0.4,0.4666666666666667,null,null,0,0.34220738658902194,d66087cdc8700b60359995c5da4f13341267ec4c6276d7208f71f2f9d8db4371,033b6eaea71b3084ca043902f6ba03b6487bf1762a9180963357103097d172cc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university1652,university1652_drone_to_satellite,2,visual,37855,8,0,0.4666666666666667,0.5333333333333333,null,null,0,0.34220738658902194,d66087cdc8700b60359995c5da4f13341267ec4c6276d7208f71f2f9d8db4371,033b6eaea71b3084ca043902f6ba03b6487bf1762a9180963357103097d172cc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university1652,university1652_drone_to_satellite,2,visual,37855,9,0,0.5333333333333333,0.6,null,null,0,0.34220738658902194,d66087cdc8700b60359995c5da4f13341267ec4c6276d7208f71f2f9d8db4371,033b6eaea71b3084ca043902f6ba03b6487bf1762a9180963357103097d172cc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university1652,university1652_drone_to_satellite,2,visual,37855,10,0,0.6,0.6666666666666666,null,null,0,0.34220738658902194,d66087cdc8700b60359995c5da4f13341267ec4c6276d7208f71f2f9d8db4371,033b6eaea71b3084ca043902f6ba03b6487bf1762a9180963357103097d172cc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university1652,university1652_drone_to_satellite,2,visual,37855,11,0,0.6666666666666666,0.7333333333333333,null,null,0,0.34220738658902194,d66087cdc8700b60359995c5da4f13341267ec4c6276d7208f71f2f9d8db4371,033b6eaea71b3084ca043902f6ba03b6487bf1762a9180963357103097d172cc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university1652,university1652_drone_to_satellite,2,visual,37855,12,0,0.7333333333333333,0.8,null,null,0,0.34220738658902194,d66087cdc8700b60359995c5da4f13341267ec4c6276d7208f71f2f9d8db4371,033b6eaea71b3084ca043902f6ba03b6487bf1762a9180963357103097d172cc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university1652,university1652_drone_to_satellite,2,visual,37855,13,0,0.8,0.8666666666666667,null,null,0,0.34220738658902194,d66087cdc8700b60359995c5da4f13341267ec4c6276d7208f71f2f9d8db4371,033b6eaea71b3084ca043902f6ba03b6487bf1762a9180963357103097d172cc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university1652,university1652_drone_to_satellite,2,visual,37855,14,0,0.8666666666666667,0.9333333333333333,null,null,0,0.34220738658902194,d66087cdc8700b60359995c5da4f13341267ec4c6276d7208f71f2f9d8db4371,033b6eaea71b3084ca043902f6ba03b6487bf1762a9180963357103097d172cc</a:t>
            </a:r>
          </a:p>
          <a:p xmlns:a="http://schemas.openxmlformats.org/drawingml/2006/main">
            <a:r>
              <a:t>university1652,university1652_drone_to_satellite,2,visual,37855,15,0,0.9333333333333333,1,null,null,0,0.34220738658902194,d66087cdc8700b60359995c5da4f13341267ec4c6276d7208f71f2f9d8db4371,033b6eaea71b3084ca043902f6ba03b6487bf1762a9180963357103097d172cc</a:t>
            </a:r>
          </a:p>
          <a:p xmlns:a="http://schemas.openxmlformats.org/drawingml/2006/main">
            <a:r>
              <a:t>university1652,university1652_drone_to_satellite,2,full,37855,1,36181,0,0.06666666666666667,0.30223045244741714,0.01921628470154749,0.27049889322977966,0.30349692004963924,d66087cdc8700b60359995c5da4f13341267ec4c6276d7208f71f2f9d8db4371,033b6eaea71b3084ca043902f6ba03b6487bf1762a9180963357103097d172cc</a:t>
            </a:r>
          </a:p>
          <a:p xmlns:a="http://schemas.openxmlformats.org/drawingml/2006/main">
            <a:r>
              <a:t>university1652,university1652_drone_to_satellite,2,full,37855,2,1664,0.06666666666666667,0.13333333333333333,0.8287259615384616,0.08321632640973593,0.0327705199538819,0.30349692004963924,d66087cdc8700b60359995c5da4f13341267ec4c6276d7208f71f2f9d8db4371,033b6eaea71b3084ca043902f6ba03b6487bf1762a9180963357103097d172cc</a:t>
            </a:r>
          </a:p>
          <a:p xmlns:a="http://schemas.openxmlformats.org/drawingml/2006/main">
            <a:r>
              <a:t>university1652,university1652_drone_to_satellite,2,full,37855,3,10,0.13333333333333333,0.2,1,0.13877275884151458,0.0002275068659776741,0.30349692004963924,d66087cdc8700b60359995c5da4f13341267ec4c6276d7208f71f2f9d8db4371,033b6eaea71b3084ca043902f6ba03b6487bf1762a9180963357103097d172cc</a:t>
            </a:r>
          </a:p>
          <a:p xmlns:a="http://schemas.openxmlformats.org/drawingml/2006/main">
            <a:r>
              <a:t>university1652,university1652_drone_to_satellite,2,full,37855,4,0,0.2,0.26666666666666666,null,null,0,0.30349692004963924,d66087cdc8700b60359995c5da4f13341267ec4c6276d7208f71f2f9d8db4371,033b6eaea71b3084ca043902f6ba03b6487bf1762a9180963357103097d172cc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university1652,university1652_drone_to_satellite,2,full,37855,5,0,0.26666666666666666,0.3333333333333333,null,null,0,0.30349692004963924,d66087cdc8700b60359995c5da4f13341267ec4c6276d7208f71f2f9d8db4371,033b6eaea71b3084ca043902f6ba03b6487bf1762a9180963357103097d172cc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university1652,university1652_drone_to_satellite,2,full,37855,6,0,0.3333333333333333,0.4,null,null,0,0.30349692004963924,d66087cdc8700b60359995c5da4f13341267ec4c6276d7208f71f2f9d8db4371,033b6eaea71b3084ca043902f6ba03b6487bf1762a9180963357103097d172cc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university1652,university1652_drone_to_satellite,2,full,37855,7,0,0.4,0.4666666666666667,null,null,0,0.30349692004963924,d66087cdc8700b60359995c5da4f13341267ec4c6276d7208f71f2f9d8db4371,033b6eaea71b3084ca043902f6ba03b6487bf1762a9180963357103097d172cc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university1652,university1652_drone_to_satellite,2,full,37855,8,0,0.4666666666666667,0.5333333333333333,null,null,0,0.30349692004963924,d66087cdc8700b60359995c5da4f13341267ec4c6276d7208f71f2f9d8db4371,033b6eaea71b3084ca043902f6ba03b6487bf1762a9180963357103097d172cc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university1652,university1652_drone_to_satellite,2,full,37855,9,0,0.5333333333333333,0.6,null,null,0,0.30349692004963924,d66087cdc8700b60359995c5da4f13341267ec4c6276d7208f71f2f9d8db4371,033b6eaea71b3084ca043902f6ba03b6487bf1762a9180963357103097d172cc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university1652,university1652_drone_to_satellite,2,full,37855,10,0,0.6,0.6666666666666666,null,null,0,0.30349692004963924,d66087cdc8700b60359995c5da4f13341267ec4c6276d7208f71f2f9d8db4371,033b6eaea71b3084ca043902f6ba03b6487bf1762a9180963357103097d172cc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university1652,university1652_drone_to_satellite,2,full,37855,11,0,0.6666666666666666,0.7333333333333333,null,null,0,0.30349692004963924,d66087cdc8700b60359995c5da4f13341267ec4c6276d7208f71f2f9d8db4371,033b6eaea71b3084ca043902f6ba03b6487bf1762a9180963357103097d172cc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university1652,university1652_drone_to_satellite,2,full,37855,12,0,0.7333333333333333,0.8,null,null,0,0.30349692004963924,d66087cdc8700b60359995c5da4f13341267ec4c6276d7208f71f2f9d8db4371,033b6eaea71b3084ca043902f6ba03b6487bf1762a9180963357103097d172cc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university1652,university1652_drone_to_satellite,2,full,37855,13,0,0.8,0.8666666666666667,null,null,0,0.30349692004963924,d66087cdc8700b60359995c5da4f13341267ec4c6276d7208f71f2f9d8db4371,033b6eaea71b3084ca043902f6ba03b6487bf1762a9180963357103097d172cc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university1652,university1652_drone_to_satellite,2,full,37855,14,0,0.8666666666666667,0.9333333333333333,null,null,0,0.30349692004963924,d66087cdc8700b60359995c5da4f13341267ec4c6276d7208f71f2f9d8db4371,033b6eaea71b3084ca043902f6ba03b6487bf1762a9180963357103097d172cc</a:t>
            </a:r>
          </a:p>
          <a:p xmlns:a="http://schemas.openxmlformats.org/drawingml/2006/main">
            <a:r>
              <a:t>university1652,university1652_drone_to_satellite,2,full,37855,15,0,0.9333333333333333,1,null,null,0,0.30349692004963924,d66087cdc8700b60359995c5da4f13341267ec4c6276d7208f71f2f9d8db4371,033b6eaea71b3084ca043902f6ba03b6487bf1762a9180963357103097d172cc</a:t>
            </a:r>
          </a:p>
          <a:p xmlns:a="http://schemas.openxmlformats.org/drawingml/2006/main">
            <a:r>
              <a:t>university1652,university1652_drone_to_satellite,3,visual,37855,1,35139,0,0.06666666666666667,0.34121631235948663,0.01999522737509674,0.29817428887244685,0.35853181508364945,d66087cdc8700b60359995c5da4f13341267ec4c6276d7208f71f2f9d8db4371,033b6eaea71b3084ca043902f6ba03b6487bf1762a9180963357103097d172cc</a:t>
            </a:r>
          </a:p>
          <a:p xmlns:a="http://schemas.openxmlformats.org/drawingml/2006/main">
            <a:r>
              <a:t>university1652,university1652_drone_to_satellite,3,visual,37855,2,2661,0.06666666666666667,0.13333333333333333,0.9267192784667418,0.0858112631189962,0.059111246304064224,0.35853181508364945,d66087cdc8700b60359995c5da4f13341267ec4c6276d7208f71f2f9d8db4371,033b6eaea71b3084ca043902f6ba03b6487bf1762a9180963357103097d172cc</a:t>
            </a:r>
          </a:p>
          <a:p xmlns:a="http://schemas.openxmlformats.org/drawingml/2006/main">
            <a:r>
              <a:t>university1652,university1652_drone_to_satellite,3,visual,37855,3,55,0.13333333333333333,0.2,1,0.14221952936866067,0.0012462799071383875,0.35853181508364945,d66087cdc8700b60359995c5da4f13341267ec4c6276d7208f71f2f9d8db4371,033b6eaea71b3084ca043902f6ba03b6487bf1762a9180963357103097d172cc</a:t>
            </a:r>
          </a:p>
          <a:p xmlns:a="http://schemas.openxmlformats.org/drawingml/2006/main">
            <a:r>
              <a:t>university1652,university1652_drone_to_satellite,3,visual,37855,4,0,0.2,0.26666666666666666,null,null,0,0.35853181508364945,d66087cdc8700b60359995c5da4f13341267ec4c6276d7208f71f2f9d8db4371,033b6eaea71b3084ca043902f6ba03b6487bf1762a9180963357103097d172cc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university1652,university1652_drone_to_satellite,3,visual,37855,5,0,0.26666666666666666,0.3333333333333333,null,null,0,0.35853181508364945,d66087cdc8700b60359995c5da4f13341267ec4c6276d7208f71f2f9d8db4371,033b6eaea71b3084ca043902f6ba03b6487bf1762a9180963357103097d172cc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university1652,university1652_drone_to_satellite,3,visual,37855,6,0,0.3333333333333333,0.4,null,null,0,0.35853181508364945,d66087cdc8700b60359995c5da4f13341267ec4c6276d7208f71f2f9d8db4371,033b6eaea71b3084ca043902f6ba03b6487bf1762a9180963357103097d172cc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university1652,university1652_drone_to_satellite,3,visual,37855,7,0,0.4,0.4666666666666667,null,null,0,0.35853181508364945,d66087cdc8700b60359995c5da4f13341267ec4c6276d7208f71f2f9d8db4371,033b6eaea71b3084ca043902f6ba03b6487bf1762a9180963357103097d172cc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university1652,university1652_drone_to_satellite,3,visual,37855,8,0,0.4666666666666667,0.5333333333333333,null,null,0,0.35853181508364945,d66087cdc8700b60359995c5da4f13341267ec4c6276d7208f71f2f9d8db4371,033b6eaea71b3084ca043902f6ba03b6487bf1762a9180963357103097d172cc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university1652,university1652_drone_to_satellite,3,visual,37855,9,0,0.5333333333333333,0.6,null,null,0,0.35853181508364945,d66087cdc8700b60359995c5da4f13341267ec4c6276d7208f71f2f9d8db4371,033b6eaea71b3084ca043902f6ba03b6487bf1762a9180963357103097d172cc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university1652,university1652_drone_to_satellite,3,visual,37855,10,0,0.6,0.6666666666666666,null,null,0,0.35853181508364945,d66087cdc8700b60359995c5da4f13341267ec4c6276d7208f71f2f9d8db4371,033b6eaea71b3084ca043902f6ba03b6487bf1762a9180963357103097d172cc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university1652,university1652_drone_to_satellite,3,visual,37855,11,0,0.6666666666666666,0.7333333333333333,null,null,0,0.35853181508364945,d66087cdc8700b60359995c5da4f13341267ec4c6276d7208f71f2f9d8db4371,033b6eaea71b3084ca043902f6ba03b6487bf1762a9180963357103097d172cc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university1652,university1652_drone_to_satellite,3,visual,37855,12,0,0.7333333333333333,0.8,null,null,0,0.35853181508364945,d66087cdc8700b60359995c5da4f13341267ec4c6276d7208f71f2f9d8db4371,033b6eaea71b3084ca043902f6ba03b6487bf1762a9180963357103097d172cc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university1652,university1652_drone_to_satellite,3,visual,37855,13,0,0.8,0.8666666666666667,null,null,0,0.35853181508364945,d66087cdc8700b60359995c5da4f13341267ec4c6276d7208f71f2f9d8db4371,033b6eaea71b3084ca043902f6ba03b6487bf1762a9180963357103097d172cc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university1652,university1652_drone_to_satellite,3,visual,37855,14,0,0.8666666666666667,0.9333333333333333,null,null,0,0.35853181508364945,d66087cdc8700b60359995c5da4f13341267ec4c6276d7208f71f2f9d8db4371,033b6eaea71b3084ca043902f6ba03b6487bf1762a9180963357103097d172cc</a:t>
            </a:r>
          </a:p>
          <a:p xmlns:a="http://schemas.openxmlformats.org/drawingml/2006/main">
            <a:r>
              <a:t>university1652,university1652_drone_to_satellite,3,visual,37855,15,0,0.9333333333333333,1,null,null,0,0.35853181508364945,d66087cdc8700b60359995c5da4f13341267ec4c6276d7208f71f2f9d8db4371,033b6eaea71b3084ca043902f6ba03b6487bf1762a9180963357103097d172cc</a:t>
            </a:r>
          </a:p>
          <a:p xmlns:a="http://schemas.openxmlformats.org/drawingml/2006/main">
            <a:r>
              <a:t>university1652,university1652_drone_to_satellite,3,full,37855,1,36221,0,0.06666666666666667,0.3001021506860661,0.018902731168122338,0.2690615288432028,0.30265891300554937,d66087cdc8700b60359995c5da4f13341267ec4c6276d7208f71f2f9d8db4371,033b6eaea71b3084ca043902f6ba03b6487bf1762a9180963357103097d172cc</a:t>
            </a:r>
          </a:p>
          <a:p xmlns:a="http://schemas.openxmlformats.org/drawingml/2006/main">
            <a:r>
              <a:t>university1652,university1652_drone_to_satellite,3,full,37855,2,1601,0.06666666666666667,0.13333333333333333,0.8600874453466584,0.08333250999376224,0.03285126539426725,0.30265891300554937,d66087cdc8700b60359995c5da4f13341267ec4c6276d7208f71f2f9d8db4371,033b6eaea71b3084ca043902f6ba03b6487bf1762a9180963357103097d172cc</a:t>
            </a:r>
          </a:p>
          <a:p xmlns:a="http://schemas.openxmlformats.org/drawingml/2006/main">
            <a:r>
              <a:t>university1652,university1652_drone_to_satellite,3,full,37855,3,33,0.13333333333333333,0.2,1,0.1441113343744567,0.0007461187680793272,0.30265891300554937,d66087cdc8700b60359995c5da4f13341267ec4c6276d7208f71f2f9d8db4371,033b6eaea71b3084ca043902f6ba03b6487bf1762a9180963357103097d172cc</a:t>
            </a:r>
          </a:p>
          <a:p xmlns:a="http://schemas.openxmlformats.org/drawingml/2006/main">
            <a:r>
              <a:t>university1652,university1652_drone_to_satellite,3,full,37855,4,0,0.2,0.26666666666666666,null,null,0,0.30265891300554937,d66087cdc8700b60359995c5da4f13341267ec4c6276d7208f71f2f9d8db4371,033b6eaea71b3084ca043902f6ba03b6487bf1762a9180963357103097d172cc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university1652,university1652_drone_to_satellite,3,full,37855,5,0,0.26666666666666666,0.3333333333333333,null,null,0,0.30265891300554937,d66087cdc8700b60359995c5da4f13341267ec4c6276d7208f71f2f9d8db4371,033b6eaea71b3084ca043902f6ba03b6487bf1762a9180963357103097d172cc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university1652,university1652_drone_to_satellite,3,full,37855,6,0,0.3333333333333333,0.4,null,null,0,0.30265891300554937,d66087cdc8700b60359995c5da4f13341267ec4c6276d7208f71f2f9d8db4371,033b6eaea71b3084ca043902f6ba03b6487bf1762a9180963357103097d172cc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university1652,university1652_drone_to_satellite,3,full,37855,7,0,0.4,0.4666666666666667,null,null,0,0.30265891300554937,d66087cdc8700b60359995c5da4f13341267ec4c6276d7208f71f2f9d8db4371,033b6eaea71b3084ca043902f6ba03b6487bf1762a9180963357103097d172cc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university1652,university1652_drone_to_satellite,3,full,37855,8,0,0.4666666666666667,0.5333333333333333,null,null,0,0.30265891300554937,d66087cdc8700b60359995c5da4f13341267ec4c6276d7208f71f2f9d8db4371,033b6eaea71b3084ca043902f6ba03b6487bf1762a9180963357103097d172cc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university1652,university1652_drone_to_satellite,3,full,37855,9,0,0.5333333333333333,0.6,null,null,0,0.30265891300554937,d66087cdc8700b60359995c5da4f13341267ec4c6276d7208f71f2f9d8db4371,033b6eaea71b3084ca043902f6ba03b6487bf1762a9180963357103097d172cc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university1652,university1652_drone_to_satellite,3,full,37855,10,0,0.6,0.6666666666666666,null,null,0,0.30265891300554937,d66087cdc8700b60359995c5da4f13341267ec4c6276d7208f71f2f9d8db4371,033b6eaea71b3084ca043902f6ba03b6487bf1762a9180963357103097d172cc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university1652,university1652_drone_to_satellite,3,full,37855,11,0,0.6666666666666666,0.7333333333333333,null,null,0,0.30265891300554937,d66087cdc8700b60359995c5da4f13341267ec4c6276d7208f71f2f9d8db4371,033b6eaea71b3084ca043902f6ba03b6487bf1762a9180963357103097d172cc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university1652,university1652_drone_to_satellite,3,full,37855,12,0,0.7333333333333333,0.8,null,null,0,0.30265891300554937,d66087cdc8700b60359995c5da4f13341267ec4c6276d7208f71f2f9d8db4371,033b6eaea71b3084ca043902f6ba03b6487bf1762a9180963357103097d172cc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university1652,university1652_drone_to_satellite,3,full,37855,13,0,0.8,0.8666666666666667,null,null,0,0.30265891300554937,d66087cdc8700b60359995c5da4f13341267ec4c6276d7208f71f2f9d8db4371,033b6eaea71b3084ca043902f6ba03b6487bf1762a9180963357103097d172cc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university1652,university1652_drone_to_satellite,3,full,37855,14,0,0.8666666666666667,0.9333333333333333,null,null,0,0.30265891300554937,d66087cdc8700b60359995c5da4f13341267ec4c6276d7208f71f2f9d8db4371,033b6eaea71b3084ca043902f6ba03b6487bf1762a9180963357103097d172cc</a:t>
            </a:r>
          </a:p>
          <a:p xmlns:a="http://schemas.openxmlformats.org/drawingml/2006/main">
            <a:r>
              <a:t>university1652,university1652_drone_to_satellite,3,full,37855,15,0,0.9333333333333333,1,null,null,0,0.30265891300554937,d66087cdc8700b60359995c5da4f13341267ec4c6276d7208f71f2f9d8db4371,033b6eaea71b3084ca043902f6ba03b6487bf1762a9180963357103097d172cc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Satellite → drone.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university1652,university1652_satellite_to_drone,1,visual,701,1,701,0,0.06666666666666667,0.5649072753209701,0.007638036694574288,0.5572692386263958,0.5572692386263958,e4607da9f50a694dc9277c628d9f1b284533923e32987e687d9348e5bda71d02,033b6eaea71b3084ca043902f6ba03b6487bf1762a9180963357103097d172cc</a:t>
            </a:r>
          </a:p>
          <a:p xmlns:a="http://schemas.openxmlformats.org/drawingml/2006/main">
            <a:r>
              <a:t>university1652,university1652_satellite_to_drone,1,visual,701,2,0,0.06666666666666667,0.13333333333333333,null,null,0,0.5572692386263958,e4607da9f50a694dc9277c628d9f1b284533923e32987e687d9348e5bda71d02,033b6eaea71b3084ca043902f6ba03b6487bf1762a9180963357103097d172cc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university1652,university1652_satellite_to_drone,1,visual,701,3,0,0.13333333333333333,0.2,null,null,0,0.5572692386263958,e4607da9f50a694dc9277c628d9f1b284533923e32987e687d9348e5bda71d02,033b6eaea71b3084ca043902f6ba03b6487bf1762a9180963357103097d172cc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university1652,university1652_satellite_to_drone,1,visual,701,4,0,0.2,0.26666666666666666,null,null,0,0.5572692386263958,e4607da9f50a694dc9277c628d9f1b284533923e32987e687d9348e5bda71d02,033b6eaea71b3084ca043902f6ba03b6487bf1762a9180963357103097d172cc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university1652,university1652_satellite_to_drone,1,visual,701,5,0,0.26666666666666666,0.3333333333333333,null,null,0,0.5572692386263958,e4607da9f50a694dc9277c628d9f1b284533923e32987e687d9348e5bda71d02,033b6eaea71b3084ca043902f6ba03b6487bf1762a9180963357103097d172cc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university1652,university1652_satellite_to_drone,1,visual,701,6,0,0.3333333333333333,0.4,null,null,0,0.5572692386263958,e4607da9f50a694dc9277c628d9f1b284533923e32987e687d9348e5bda71d02,033b6eaea71b3084ca043902f6ba03b6487bf1762a9180963357103097d172cc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university1652,university1652_satellite_to_drone,1,visual,701,7,0,0.4,0.4666666666666667,null,null,0,0.5572692386263958,e4607da9f50a694dc9277c628d9f1b284533923e32987e687d9348e5bda71d02,033b6eaea71b3084ca043902f6ba03b6487bf1762a9180963357103097d172cc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university1652,university1652_satellite_to_drone,1,visual,701,8,0,0.4666666666666667,0.5333333333333333,null,null,0,0.5572692386263958,e4607da9f50a694dc9277c628d9f1b284533923e32987e687d9348e5bda71d02,033b6eaea71b3084ca043902f6ba03b6487bf1762a9180963357103097d172cc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university1652,university1652_satellite_to_drone,1,visual,701,9,0,0.5333333333333333,0.6,null,null,0,0.5572692386263958,e4607da9f50a694dc9277c628d9f1b284533923e32987e687d9348e5bda71d02,033b6eaea71b3084ca043902f6ba03b6487bf1762a9180963357103097d172cc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university1652,university1652_satellite_to_drone,1,visual,701,10,0,0.6,0.6666666666666666,null,null,0,0.5572692386263958,e4607da9f50a694dc9277c628d9f1b284533923e32987e687d9348e5bda71d02,033b6eaea71b3084ca043902f6ba03b6487bf1762a9180963357103097d172cc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university1652,university1652_satellite_to_drone,1,visual,701,11,0,0.6666666666666666,0.7333333333333333,null,null,0,0.5572692386263958,e4607da9f50a694dc9277c628d9f1b284533923e32987e687d9348e5bda71d02,033b6eaea71b3084ca043902f6ba03b6487bf1762a9180963357103097d172cc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university1652,university1652_satellite_to_drone,1,visual,701,12,0,0.7333333333333333,0.8,null,null,0,0.5572692386263958,e4607da9f50a694dc9277c628d9f1b284533923e32987e687d9348e5bda71d02,033b6eaea71b3084ca043902f6ba03b6487bf1762a9180963357103097d172cc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university1652,university1652_satellite_to_drone,1,visual,701,13,0,0.8,0.8666666666666667,null,null,0,0.5572692386263958,e4607da9f50a694dc9277c628d9f1b284533923e32987e687d9348e5bda71d02,033b6eaea71b3084ca043902f6ba03b6487bf1762a9180963357103097d172cc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university1652,university1652_satellite_to_drone,1,visual,701,14,0,0.8666666666666667,0.9333333333333333,null,null,0,0.5572692386263958,e4607da9f50a694dc9277c628d9f1b284533923e32987e687d9348e5bda71d02,033b6eaea71b3084ca043902f6ba03b6487bf1762a9180963357103097d172cc</a:t>
            </a:r>
          </a:p>
          <a:p xmlns:a="http://schemas.openxmlformats.org/drawingml/2006/main">
            <a:r>
              <a:t>university1652,university1652_satellite_to_drone,1,visual,701,15,0,0.9333333333333333,1,null,null,0,0.5572692386263958,e4607da9f50a694dc9277c628d9f1b284533923e32987e687d9348e5bda71d02,033b6eaea71b3084ca043902f6ba03b6487bf1762a9180963357103097d172cc</a:t>
            </a:r>
          </a:p>
          <a:p xmlns:a="http://schemas.openxmlformats.org/drawingml/2006/main">
            <a:r>
              <a:t>university1652,university1652_satellite_to_drone,1,full,701,1,701,0,0.06666666666666667,0.4593437945791726,0.006249432684521532,0.4530943618946511,0.4530943618946511,e4607da9f50a694dc9277c628d9f1b284533923e32987e687d9348e5bda71d02,033b6eaea71b3084ca043902f6ba03b6487bf1762a9180963357103097d172cc</a:t>
            </a:r>
          </a:p>
          <a:p xmlns:a="http://schemas.openxmlformats.org/drawingml/2006/main">
            <a:r>
              <a:t>university1652,university1652_satellite_to_drone,1,full,701,2,0,0.06666666666666667,0.13333333333333333,null,null,0,0.4530943618946511,e4607da9f50a694dc9277c628d9f1b284533923e32987e687d9348e5bda71d02,033b6eaea71b3084ca043902f6ba03b6487bf1762a9180963357103097d172cc</a:t>
            </a:r>
          </a:p>
          <a:p xmlns:a="http://schemas.openxmlformats.org/drawingml/2006/main">
            <a:r>
              <a:t>university1652,university1652_satellite_to_drone,1,full,701,3,0,0.13333333333333333,0.2,null,null,0,0.4530943618946511,e4607da9f50a694dc9277c628d9f1b284533923e32987e687d9348e5bda71d02,033b6eaea71b3084ca043902f6ba03b6487bf1762a9180963357103097d172cc</a:t>
            </a:r>
          </a:p>
          <a:p xmlns:a="http://schemas.openxmlformats.org/drawingml/2006/main">
            <a:r>
              <a:t>university1652,university1652_satellite_to_drone,1,full,701,4,0,0.2,0.26666666666666666,null,null,0,0.4530943618946511,e4607da9f50a694dc9277c628d9f1b284533923e32987e687d9348e5bda71d02,033b6eaea71b3084ca043902f6ba03b6487bf1762a9180963357103097d172cc</a:t>
            </a:r>
          </a:p>
          <a:p xmlns:a="http://schemas.openxmlformats.org/drawingml/2006/main">
            <a:r>
              <a:t>university1652,university1652_satellite_to_drone,1,full,701,5,0,0.26666666666666666,0.3333333333333333,null,null,0,0.4530943618946511,e4607da9f50a694dc9277c628d9f1b284533923e32987e687d9348e5bda71d02,033b6eaea71b3084ca043902f6ba03b6487bf1762a9180963357103097d172cc</a:t>
            </a:r>
          </a:p>
          <a:p xmlns:a="http://schemas.openxmlformats.org/drawingml/2006/main">
            <a:r>
              <a:t>university1652,university1652_satellite_to_drone,1,full,701,6,0,0.3333333333333333,0.4,null,null,0,0.4530943618946511,e4607da9f50a694dc9277c628d9f1b284533923e32987e687d9348e5bda71d02,033b6eaea71b3084ca043902f6ba03b6487bf1762a9180963357103097d172cc</a:t>
            </a:r>
          </a:p>
          <a:p xmlns:a="http://schemas.openxmlformats.org/drawingml/2006/main">
            <a:r>
              <a:t>university1652,university1652_satellite_to_drone,1,full,701,7,0,0.4,0.4666666666666667,null,null,0,0.4530943618946511,e4607da9f50a694dc9277c628d9f1b284533923e32987e687d9348e5bda71d02,033b6eaea71b3084ca043902f6ba03b6487bf1762a9180963357103097d172cc</a:t>
            </a:r>
          </a:p>
          <a:p xmlns:a="http://schemas.openxmlformats.org/drawingml/2006/main">
            <a:r>
              <a:t>university1652,university1652_satellite_to_drone,1,full,701,8,0,0.4666666666666667,0.5333333333333333,null,null,0,0.4530943618946511,e4607da9f50a694dc9277c628d9f1b284533923e32987e687d9348e5bda71d02,033b6eaea71b3084ca043902f6ba03b6487bf1762a9180963357103097d172cc</a:t>
            </a:r>
          </a:p>
          <a:p xmlns:a="http://schemas.openxmlformats.org/drawingml/2006/main">
            <a:r>
              <a:t>university1652,university1652_satellite_to_drone,1,full,701,9,0,0.5333333333333333,0.6,null,null,0,0.4530943618946511,e4607da9f50a694dc9277c628d9f1b284533923e32987e687d9348e5bda71d02,033b6eaea71b3084ca043902f6ba03b6487bf1762a9180963357103097d172cc</a:t>
            </a:r>
          </a:p>
          <a:p xmlns:a="http://schemas.openxmlformats.org/drawingml/2006/main">
            <a:r>
              <a:t>university1652,university1652_satellite_to_drone,1,full,701,10,0,0.6,0.6666666666666666,null,null,0,0.4530943618946511,e4607da9f50a694dc9277c628d9f1b284533923e32987e687d9348e5bda71d02,033b6eaea71b3084ca043902f6ba03b6487bf1762a9180963357103097d172cc</a:t>
            </a:r>
          </a:p>
          <a:p xmlns:a="http://schemas.openxmlformats.org/drawingml/2006/main">
            <a:r>
              <a:t>university1652,university1652_satellite_to_drone,1,full,701,11,0,0.6666666666666666,0.7333333333333333,null,null,0,0.4530943618946511,e4607da9f50a694dc9277c628d9f1b284533923e32987e687d9348e5bda71d02,033b6eaea71b3084ca043902f6ba03b6487bf1762a9180963357103097d172cc</a:t>
            </a:r>
          </a:p>
          <a:p xmlns:a="http://schemas.openxmlformats.org/drawingml/2006/main">
            <a:r>
              <a:t>university1652,university1652_satellite_to_drone,1,full,701,12,0,0.7333333333333333,0.8,null,null,0,0.4530943618946511,e4607da9f50a694dc9277c628d9f1b284533923e32987e687d9348e5bda71d02,033b6eaea71b3084ca043902f6ba03b6487bf1762a9180963357103097d172cc</a:t>
            </a:r>
          </a:p>
          <a:p xmlns:a="http://schemas.openxmlformats.org/drawingml/2006/main">
            <a:r>
              <a:t>university1652,university1652_satellite_to_drone,1,full,701,13,0,0.8,0.8666666666666667,null,null,0,0.4530943618946511,e4607da9f50a694dc9277c628d9f1b284533923e32987e687d9348e5bda71d02,033b6eaea71b3084ca043902f6ba03b6487bf1762a9180963357103097d172cc</a:t>
            </a:r>
          </a:p>
          <a:p xmlns:a="http://schemas.openxmlformats.org/drawingml/2006/main">
            <a:r>
              <a:t>university1652,university1652_satellite_to_drone,1,full,701,14,0,0.8666666666666667,0.9333333333333333,null,null,0,0.4530943618946511,e4607da9f50a694dc9277c628d9f1b284533923e32987e687d9348e5bda71d02,033b6eaea71b3084ca043902f6ba03b6487bf1762a9180963357103097d172cc</a:t>
            </a:r>
          </a:p>
          <a:p xmlns:a="http://schemas.openxmlformats.org/drawingml/2006/main">
            <a:r>
              <a:t>university1652,university1652_satellite_to_drone,1,full,701,15,0,0.9333333333333333,1,null,null,0,0.4530943618946511,e4607da9f50a694dc9277c628d9f1b284533923e32987e687d9348e5bda71d02,033b6eaea71b3084ca043902f6ba03b6487bf1762a9180963357103097d172cc</a:t>
            </a:r>
          </a:p>
          <a:p xmlns:a="http://schemas.openxmlformats.org/drawingml/2006/main">
            <a:r>
              <a:t>university1652,university1652_satellite_to_drone,2,visual,701,1,701,0,0.06666666666666667,0.5035663338088445,0.007424392688291389,0.49614194112055315,0.49614194112055315,e4607da9f50a694dc9277c628d9f1b284533923e32987e687d9348e5bda71d02,033b6eaea71b3084ca043902f6ba03b6487bf1762a9180963357103097d172cc</a:t>
            </a:r>
          </a:p>
          <a:p xmlns:a="http://schemas.openxmlformats.org/drawingml/2006/main">
            <a:r>
              <a:t>university1652,university1652_satellite_to_drone,2,visual,701,2,0,0.06666666666666667,0.13333333333333333,null,null,0,0.49614194112055315,e4607da9f50a694dc9277c628d9f1b284533923e32987e687d9348e5bda71d02,033b6eaea71b3084ca043902f6ba03b6487bf1762a9180963357103097d172cc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university1652,university1652_satellite_to_drone,2,visual,701,3,0,0.13333333333333333,0.2,null,null,0,0.49614194112055315,e4607da9f50a694dc9277c628d9f1b284533923e32987e687d9348e5bda71d02,033b6eaea71b3084ca043902f6ba03b6487bf1762a9180963357103097d172cc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university1652,university1652_satellite_to_drone,2,visual,701,4,0,0.2,0.26666666666666666,null,null,0,0.49614194112055315,e4607da9f50a694dc9277c628d9f1b284533923e32987e687d9348e5bda71d02,033b6eaea71b3084ca043902f6ba03b6487bf1762a9180963357103097d172cc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university1652,university1652_satellite_to_drone,2,visual,701,5,0,0.26666666666666666,0.3333333333333333,null,null,0,0.49614194112055315,e4607da9f50a694dc9277c628d9f1b284533923e32987e687d9348e5bda71d02,033b6eaea71b3084ca043902f6ba03b6487bf1762a9180963357103097d172cc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university1652,university1652_satellite_to_drone,2,visual,701,6,0,0.3333333333333333,0.4,null,null,0,0.49614194112055315,e4607da9f50a694dc9277c628d9f1b284533923e32987e687d9348e5bda71d02,033b6eaea71b3084ca043902f6ba03b6487bf1762a9180963357103097d172cc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university1652,university1652_satellite_to_drone,2,visual,701,7,0,0.4,0.4666666666666667,null,null,0,0.49614194112055315,e4607da9f50a694dc9277c628d9f1b284533923e32987e687d9348e5bda71d02,033b6eaea71b3084ca043902f6ba03b6487bf1762a9180963357103097d172cc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university1652,university1652_satellite_to_drone,2,visual,701,8,0,0.4666666666666667,0.5333333333333333,null,null,0,0.49614194112055315,e4607da9f50a694dc9277c628d9f1b284533923e32987e687d9348e5bda71d02,033b6eaea71b3084ca043902f6ba03b6487bf1762a9180963357103097d172cc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university1652,university1652_satellite_to_drone,2,visual,701,9,0,0.5333333333333333,0.6,null,null,0,0.49614194112055315,e4607da9f50a694dc9277c628d9f1b284533923e32987e687d9348e5bda71d02,033b6eaea71b3084ca043902f6ba03b6487bf1762a9180963357103097d172cc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university1652,university1652_satellite_to_drone,2,visual,701,10,0,0.6,0.6666666666666666,null,null,0,0.49614194112055315,e4607da9f50a694dc9277c628d9f1b284533923e32987e687d9348e5bda71d02,033b6eaea71b3084ca043902f6ba03b6487bf1762a9180963357103097d172cc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university1652,university1652_satellite_to_drone,2,visual,701,11,0,0.6666666666666666,0.7333333333333333,null,null,0,0.49614194112055315,e4607da9f50a694dc9277c628d9f1b284533923e32987e687d9348e5bda71d02,033b6eaea71b3084ca043902f6ba03b6487bf1762a9180963357103097d172cc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university1652,university1652_satellite_to_drone,2,visual,701,12,0,0.7333333333333333,0.8,null,null,0,0.49614194112055315,e4607da9f50a694dc9277c628d9f1b284533923e32987e687d9348e5bda71d02,033b6eaea71b3084ca043902f6ba03b6487bf1762a9180963357103097d172cc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university1652,university1652_satellite_to_drone,2,visual,701,13,0,0.8,0.8666666666666667,null,null,0,0.49614194112055315,e4607da9f50a694dc9277c628d9f1b284533923e32987e687d9348e5bda71d02,033b6eaea71b3084ca043902f6ba03b6487bf1762a9180963357103097d172cc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university1652,university1652_satellite_to_drone,2,visual,701,14,0,0.8666666666666667,0.9333333333333333,null,null,0,0.49614194112055315,e4607da9f50a694dc9277c628d9f1b284533923e32987e687d9348e5bda71d02,033b6eaea71b3084ca043902f6ba03b6487bf1762a9180963357103097d172cc</a:t>
            </a:r>
          </a:p>
          <a:p xmlns:a="http://schemas.openxmlformats.org/drawingml/2006/main">
            <a:r>
              <a:t>university1652,university1652_satellite_to_drone,2,visual,701,15,0,0.9333333333333333,1,null,null,0,0.49614194112055315,e4607da9f50a694dc9277c628d9f1b284533923e32987e687d9348e5bda71d02,033b6eaea71b3084ca043902f6ba03b6487bf1762a9180963357103097d172cc</a:t>
            </a:r>
          </a:p>
          <a:p xmlns:a="http://schemas.openxmlformats.org/drawingml/2006/main">
            <a:r>
              <a:t>university1652,university1652_satellite_to_drone,2,full,701,1,701,0,0.06666666666666667,0.43081312410841655,0.006695618813116098,0.42411750529530046,0.42411750529530046,e4607da9f50a694dc9277c628d9f1b284533923e32987e687d9348e5bda71d02,033b6eaea71b3084ca043902f6ba03b6487bf1762a9180963357103097d172cc</a:t>
            </a:r>
          </a:p>
          <a:p xmlns:a="http://schemas.openxmlformats.org/drawingml/2006/main">
            <a:r>
              <a:t>university1652,university1652_satellite_to_drone,2,full,701,2,0,0.06666666666666667,0.13333333333333333,null,null,0,0.42411750529530046,e4607da9f50a694dc9277c628d9f1b284533923e32987e687d9348e5bda71d02,033b6eaea71b3084ca043902f6ba03b6487bf1762a9180963357103097d172cc</a:t>
            </a:r>
          </a:p>
          <a:p xmlns:a="http://schemas.openxmlformats.org/drawingml/2006/main">
            <a:r>
              <a:t>university1652,university1652_satellite_to_drone,2,full,701,3,0,0.13333333333333333,0.2,null,null,0,0.42411750529530046,e4607da9f50a694dc9277c628d9f1b284533923e32987e687d9348e5bda71d02,033b6eaea71b3084ca043902f6ba03b6487bf1762a9180963357103097d172cc</a:t>
            </a:r>
          </a:p>
          <a:p xmlns:a="http://schemas.openxmlformats.org/drawingml/2006/main">
            <a:r>
              <a:t>university1652,university1652_satellite_to_drone,2,full,701,4,0,0.2,0.26666666666666666,null,null,0,0.42411750529530046,e4607da9f50a694dc9277c628d9f1b284533923e32987e687d9348e5bda71d02,033b6eaea71b3084ca043902f6ba03b6487bf1762a9180963357103097d172cc</a:t>
            </a:r>
          </a:p>
          <a:p xmlns:a="http://schemas.openxmlformats.org/drawingml/2006/main">
            <a:r>
              <a:t>university1652,university1652_satellite_to_drone,2,full,701,5,0,0.26666666666666666,0.3333333333333333,null,null,0,0.42411750529530046,e4607da9f50a694dc9277c628d9f1b284533923e32987e687d9348e5bda71d02,033b6eaea71b3084ca043902f6ba03b6487bf1762a9180963357103097d172cc</a:t>
            </a:r>
          </a:p>
          <a:p xmlns:a="http://schemas.openxmlformats.org/drawingml/2006/main">
            <a:r>
              <a:t>university1652,university1652_satellite_to_drone,2,full,701,6,0,0.3333333333333333,0.4,null,null,0,0.42411750529530046,e4607da9f50a694dc9277c628d9f1b284533923e32987e687d9348e5bda71d02,033b6eaea71b3084ca043902f6ba03b6487bf1762a9180963357103097d172cc</a:t>
            </a:r>
          </a:p>
          <a:p xmlns:a="http://schemas.openxmlformats.org/drawingml/2006/main">
            <a:r>
              <a:t>university1652,university1652_satellite_to_drone,2,full,701,7,0,0.4,0.4666666666666667,null,null,0,0.42411750529530046,e4607da9f50a694dc9277c628d9f1b284533923e32987e687d9348e5bda71d02,033b6eaea71b3084ca043902f6ba03b6487bf1762a9180963357103097d172cc</a:t>
            </a:r>
          </a:p>
          <a:p xmlns:a="http://schemas.openxmlformats.org/drawingml/2006/main">
            <a:r>
              <a:t>university1652,university1652_satellite_to_drone,2,full,701,8,0,0.4666666666666667,0.5333333333333333,null,null,0,0.42411750529530046,e4607da9f50a694dc9277c628d9f1b284533923e32987e687d9348e5bda71d02,033b6eaea71b3084ca043902f6ba03b6487bf1762a9180963357103097d172cc</a:t>
            </a:r>
          </a:p>
          <a:p xmlns:a="http://schemas.openxmlformats.org/drawingml/2006/main">
            <a:r>
              <a:t>university1652,university1652_satellite_to_drone,2,full,701,9,0,0.5333333333333333,0.6,null,null,0,0.42411750529530046,e4607da9f50a694dc9277c628d9f1b284533923e32987e687d9348e5bda71d02,033b6eaea71b3084ca043902f6ba03b6487bf1762a9180963357103097d172cc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university1652,university1652_satellite_to_drone,2,full,701,10,0,0.6,0.6666666666666666,null,null,0,0.42411750529530046,e4607da9f50a694dc9277c628d9f1b284533923e32987e687d9348e5bda71d02,033b6eaea71b3084ca043902f6ba03b6487bf1762a9180963357103097d172cc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university1652,university1652_satellite_to_drone,2,full,701,11,0,0.6666666666666666,0.7333333333333333,null,null,0,0.42411750529530046,e4607da9f50a694dc9277c628d9f1b284533923e32987e687d9348e5bda71d02,033b6eaea71b3084ca043902f6ba03b6487bf1762a9180963357103097d172cc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university1652,university1652_satellite_to_drone,2,full,701,12,0,0.7333333333333333,0.8,null,null,0,0.42411750529530046,e4607da9f50a694dc9277c628d9f1b284533923e32987e687d9348e5bda71d02,033b6eaea71b3084ca043902f6ba03b6487bf1762a9180963357103097d172cc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university1652,university1652_satellite_to_drone,2,full,701,13,0,0.8,0.8666666666666667,null,null,0,0.42411750529530046,e4607da9f50a694dc9277c628d9f1b284533923e32987e687d9348e5bda71d02,033b6eaea71b3084ca043902f6ba03b6487bf1762a9180963357103097d172cc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university1652,university1652_satellite_to_drone,2,full,701,14,0,0.8666666666666667,0.9333333333333333,null,null,0,0.42411750529530046,e4607da9f50a694dc9277c628d9f1b284533923e32987e687d9348e5bda71d02,033b6eaea71b3084ca043902f6ba03b6487bf1762a9180963357103097d172cc</a:t>
            </a:r>
          </a:p>
          <a:p xmlns:a="http://schemas.openxmlformats.org/drawingml/2006/main">
            <a:r>
              <a:t>university1652,university1652_satellite_to_drone,2,full,701,15,0,0.9333333333333333,1,null,null,0,0.42411750529530046,e4607da9f50a694dc9277c628d9f1b284533923e32987e687d9348e5bda71d02,033b6eaea71b3084ca043902f6ba03b6487bf1762a9180963357103097d172cc</a:t>
            </a:r>
          </a:p>
          <a:p xmlns:a="http://schemas.openxmlformats.org/drawingml/2006/main">
            <a:r>
              <a:t>university1652,university1652_satellite_to_drone,3,visual,701,1,701,0,0.06666666666666667,0.5606276747503567,0.006822763980710388,0.5538049107696463,0.5538049107696463,e4607da9f50a694dc9277c628d9f1b284533923e32987e687d9348e5bda71d02,033b6eaea71b3084ca043902f6ba03b6487bf1762a9180963357103097d172cc</a:t>
            </a:r>
          </a:p>
          <a:p xmlns:a="http://schemas.openxmlformats.org/drawingml/2006/main">
            <a:r>
              <a:t>university1652,university1652_satellite_to_drone,3,visual,701,2,0,0.06666666666666667,0.13333333333333333,null,null,0,0.5538049107696463,e4607da9f50a694dc9277c628d9f1b284533923e32987e687d9348e5bda71d02,033b6eaea71b3084ca043902f6ba03b6487bf1762a9180963357103097d172cc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university1652,university1652_satellite_to_drone,3,visual,701,3,0,0.13333333333333333,0.2,null,null,0,0.5538049107696463,e4607da9f50a694dc9277c628d9f1b284533923e32987e687d9348e5bda71d02,033b6eaea71b3084ca043902f6ba03b6487bf1762a9180963357103097d172cc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university1652,university1652_satellite_to_drone,3,visual,701,4,0,0.2,0.26666666666666666,null,null,0,0.5538049107696463,e4607da9f50a694dc9277c628d9f1b284533923e32987e687d9348e5bda71d02,033b6eaea71b3084ca043902f6ba03b6487bf1762a9180963357103097d172cc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university1652,university1652_satellite_to_drone,3,visual,701,5,0,0.26666666666666666,0.3333333333333333,null,null,0,0.5538049107696463,e4607da9f50a694dc9277c628d9f1b284533923e32987e687d9348e5bda71d02,033b6eaea71b3084ca043902f6ba03b6487bf1762a9180963357103097d172cc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university1652,university1652_satellite_to_drone,3,visual,701,6,0,0.3333333333333333,0.4,null,null,0,0.5538049107696463,e4607da9f50a694dc9277c628d9f1b284533923e32987e687d9348e5bda71d02,033b6eaea71b3084ca043902f6ba03b6487bf1762a9180963357103097d172cc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university1652,university1652_satellite_to_drone,3,visual,701,7,0,0.4,0.4666666666666667,null,null,0,0.5538049107696463,e4607da9f50a694dc9277c628d9f1b284533923e32987e687d9348e5bda71d02,033b6eaea71b3084ca043902f6ba03b6487bf1762a9180963357103097d172cc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university1652,university1652_satellite_to_drone,3,visual,701,8,0,0.4666666666666667,0.5333333333333333,null,null,0,0.5538049107696463,e4607da9f50a694dc9277c628d9f1b284533923e32987e687d9348e5bda71d02,033b6eaea71b3084ca043902f6ba03b6487bf1762a9180963357103097d172cc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university1652,university1652_satellite_to_drone,3,visual,701,9,0,0.5333333333333333,0.6,null,null,0,0.5538049107696463,e4607da9f50a694dc9277c628d9f1b284533923e32987e687d9348e5bda71d02,033b6eaea71b3084ca043902f6ba03b6487bf1762a9180963357103097d172cc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university1652,university1652_satellite_to_drone,3,visual,701,10,0,0.6,0.6666666666666666,null,null,0,0.5538049107696463,e4607da9f50a694dc9277c628d9f1b284533923e32987e687d9348e5bda71d02,033b6eaea71b3084ca043902f6ba03b6487bf1762a9180963357103097d172cc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university1652,university1652_satellite_to_drone,3,visual,701,11,0,0.6666666666666666,0.7333333333333333,null,null,0,0.5538049107696463,e4607da9f50a694dc9277c628d9f1b284533923e32987e687d9348e5bda71d02,033b6eaea71b3084ca043902f6ba03b6487bf1762a9180963357103097d172cc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university1652,university1652_satellite_to_drone,3,visual,701,12,0,0.7333333333333333,0.8,null,null,0,0.5538049107696463,e4607da9f50a694dc9277c628d9f1b284533923e32987e687d9348e5bda71d02,033b6eaea71b3084ca043902f6ba03b6487bf1762a9180963357103097d172cc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university1652,university1652_satellite_to_drone,3,visual,701,13,0,0.8,0.8666666666666667,null,null,0,0.5538049107696463,e4607da9f50a694dc9277c628d9f1b284533923e32987e687d9348e5bda71d02,033b6eaea71b3084ca043902f6ba03b6487bf1762a9180963357103097d172cc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university1652,university1652_satellite_to_drone,3,visual,701,14,0,0.8666666666666667,0.9333333333333333,null,null,0,0.5538049107696463,e4607da9f50a694dc9277c628d9f1b284533923e32987e687d9348e5bda71d02,033b6eaea71b3084ca043902f6ba03b6487bf1762a9180963357103097d172cc</a:t>
            </a:r>
          </a:p>
          <a:p xmlns:a="http://schemas.openxmlformats.org/drawingml/2006/main">
            <a:r>
              <a:t>university1652,university1652_satellite_to_drone,3,visual,701,15,0,0.9333333333333333,1,null,null,0,0.5538049107696463,e4607da9f50a694dc9277c628d9f1b284533923e32987e687d9348e5bda71d02,033b6eaea71b3084ca043902f6ba03b6487bf1762a9180963357103097d172cc</a:t>
            </a:r>
          </a:p>
          <a:p xmlns:a="http://schemas.openxmlformats.org/drawingml/2006/main">
            <a:r>
              <a:t>university1652,university1652_satellite_to_drone,3,full,701,1,701,0,0.06666666666666667,0.43509272467902993,0.006617130932216127,0.4284755937468138,0.4284755937468138,e4607da9f50a694dc9277c628d9f1b284533923e32987e687d9348e5bda71d02,033b6eaea71b3084ca043902f6ba03b6487bf1762a9180963357103097d172cc</a:t>
            </a:r>
          </a:p>
          <a:p xmlns:a="http://schemas.openxmlformats.org/drawingml/2006/main">
            <a:r>
              <a:t>university1652,university1652_satellite_to_drone,3,full,701,2,0,0.06666666666666667,0.13333333333333333,null,null,0,0.4284755937468138,e4607da9f50a694dc9277c628d9f1b284533923e32987e687d9348e5bda71d02,033b6eaea71b3084ca043902f6ba03b6487bf1762a9180963357103097d172cc</a:t>
            </a:r>
          </a:p>
          <a:p xmlns:a="http://schemas.openxmlformats.org/drawingml/2006/main">
            <a:r>
              <a:t>university1652,university1652_satellite_to_drone,3,full,701,3,0,0.13333333333333333,0.2,null,null,0,0.4284755937468138,e4607da9f50a694dc9277c628d9f1b284533923e32987e687d9348e5bda71d02,033b6eaea71b3084ca043902f6ba03b6487bf1762a9180963357103097d172cc</a:t>
            </a:r>
          </a:p>
          <a:p xmlns:a="http://schemas.openxmlformats.org/drawingml/2006/main">
            <a:r>
              <a:t>university1652,university1652_satellite_to_drone,3,full,701,4,0,0.2,0.26666666666666666,null,null,0,0.4284755937468138,e4607da9f50a694dc9277c628d9f1b284533923e32987e687d9348e5bda71d02,033b6eaea71b3084ca043902f6ba03b6487bf1762a9180963357103097d172cc</a:t>
            </a:r>
          </a:p>
          <a:p xmlns:a="http://schemas.openxmlformats.org/drawingml/2006/main">
            <a:r>
              <a:t>university1652,university1652_satellite_to_drone,3,full,701,5,0,0.26666666666666666,0.3333333333333333,null,null,0,0.4284755937468138,e4607da9f50a694dc9277c628d9f1b284533923e32987e687d9348e5bda71d02,033b6eaea71b3084ca043902f6ba03b6487bf1762a9180963357103097d172cc</a:t>
            </a:r>
          </a:p>
          <a:p xmlns:a="http://schemas.openxmlformats.org/drawingml/2006/main">
            <a:r>
              <a:t>university1652,university1652_satellite_to_drone,3,full,701,6,0,0.3333333333333333,0.4,null,null,0,0.4284755937468138,e4607da9f50a694dc9277c628d9f1b284533923e32987e687d9348e5bda71d02,033b6eaea71b3084ca043902f6ba03b6487bf1762a9180963357103097d172cc</a:t>
            </a:r>
          </a:p>
          <a:p xmlns:a="http://schemas.openxmlformats.org/drawingml/2006/main">
            <a:r>
              <a:t>university1652,university1652_satellite_to_drone,3,full,701,7,0,0.4,0.4666666666666667,null,null,0,0.4284755937468138,e4607da9f50a694dc9277c628d9f1b284533923e32987e687d9348e5bda71d02,033b6eaea71b3084ca043902f6ba03b6487bf1762a9180963357103097d172cc</a:t>
            </a:r>
          </a:p>
          <a:p xmlns:a="http://schemas.openxmlformats.org/drawingml/2006/main">
            <a:r>
              <a:t>university1652,university1652_satellite_to_drone,3,full,701,8,0,0.4666666666666667,0.5333333333333333,null,null,0,0.4284755937468138,e4607da9f50a694dc9277c628d9f1b284533923e32987e687d9348e5bda71d02,033b6eaea71b3084ca043902f6ba03b6487bf1762a9180963357103097d172cc</a:t>
            </a:r>
          </a:p>
          <a:p xmlns:a="http://schemas.openxmlformats.org/drawingml/2006/main">
            <a:r>
              <a:t>university1652,university1652_satellite_to_drone,3,full,701,9,0,0.5333333333333333,0.6,null,null,0,0.4284755937468138,e4607da9f50a694dc9277c628d9f1b284533923e32987e687d9348e5bda71d02,033b6eaea71b3084ca043902f6ba03b6487bf1762a9180963357103097d172cc</a:t>
            </a:r>
          </a:p>
          <a:p xmlns:a="http://schemas.openxmlformats.org/drawingml/2006/main">
            <a:r>
              <a:t>university1652,university1652_satellite_to_drone,3,full,701,10,0,0.6,0.6666666666666666,null,null,0,0.4284755937468138,e4607da9f50a694dc9277c628d9f1b284533923e32987e687d9348e5bda71d02,033b6eaea71b3084ca043902f6ba03b6487bf1762a9180963357103097d172cc</a:t>
            </a:r>
          </a:p>
          <a:p xmlns:a="http://schemas.openxmlformats.org/drawingml/2006/main">
            <a:r>
              <a:t>university1652,university1652_satellite_to_drone,3,full,701,11,0,0.6666666666666666,0.7333333333333333,null,null,0,0.4284755937468138,e4607da9f50a694dc9277c628d9f1b284533923e32987e687d9348e5bda71d02,033b6eaea71b3084ca043902f6ba03b6487bf1762a9180963357103097d172cc</a:t>
            </a:r>
          </a:p>
          <a:p xmlns:a="http://schemas.openxmlformats.org/drawingml/2006/main">
            <a:r>
              <a:t>university1652,university1652_satellite_to_drone,3,full,701,12,0,0.7333333333333333,0.8,null,null,0,0.4284755937468138,e4607da9f50a694dc9277c628d9f1b284533923e32987e687d9348e5bda71d02,033b6eaea71b3084ca043902f6ba03b6487bf1762a9180963357103097d172cc</a:t>
            </a:r>
          </a:p>
          <a:p xmlns:a="http://schemas.openxmlformats.org/drawingml/2006/main">
            <a:r>
              <a:t>university1652,university1652_satellite_to_drone,3,full,701,13,0,0.8,0.8666666666666667,null,null,0,0.4284755937468138,e4607da9f50a694dc9277c628d9f1b284533923e32987e687d9348e5bda71d02,033b6eaea71b3084ca043902f6ba03b6487bf1762a9180963357103097d172cc</a:t>
            </a:r>
          </a:p>
          <a:p xmlns:a="http://schemas.openxmlformats.org/drawingml/2006/main">
            <a:r>
              <a:t>university1652,university1652_satellite_to_drone,3,full,701,14,0,0.8666666666666667,0.9333333333333333,null,null,0,0.4284755937468138,e4607da9f50a694dc9277c628d9f1b284533923e32987e687d9348e5bda71d02,033b6eaea71b3084ca043902f6ba03b6487bf1762a9180963357103097d172cc</a:t>
            </a:r>
          </a:p>
          <a:p xmlns:a="http://schemas.openxmlformats.org/drawingml/2006/main">
            <a:r>
              <a:t>university1652,university1652_satellite_to_drone,3,full,701,15,0,0.9333333333333333,1,null,null,0,0.4284755937468138,e4607da9f50a694dc9277c628d9f1b284533923e32987e687d9348e5bda71d02,033b6eaea71b3084ca043902f6ba03b6487bf1762a9180963357103097d172cc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Street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university1652,university1652_street_to_satellite,1,visual,2579,1,2545,0,0.06666666666666667,0.00550098231827112,0.015647478796878358,0.010012731112080427,0.011024212429300673,7a9c2d19c8e46fbd0315d8a22ee640fd64cd987a66fa4e28b9ab005c8e51fc17,033b6eaea71b3084ca043902f6ba03b6487bf1762a9180963357103097d172cc</a:t>
            </a:r>
          </a:p>
          <a:p xmlns:a="http://schemas.openxmlformats.org/drawingml/2006/main">
            <a:r>
              <a:t>university1652,university1652_street_to_satellite,1,visual,2579,2,34,0.06666666666666667,0.13333333333333333,0,0.07672383285620633,0.0010114813172202464,0.011024212429300673,7a9c2d19c8e46fbd0315d8a22ee640fd64cd987a66fa4e28b9ab005c8e51fc17,033b6eaea71b3084ca043902f6ba03b6487bf1762a9180963357103097d172cc</a:t>
            </a:r>
          </a:p>
          <a:p xmlns:a="http://schemas.openxmlformats.org/drawingml/2006/main">
            <a:r>
              <a:t>university1652,university1652_street_to_satellite,1,visual,2579,3,0,0.13333333333333333,0.2,null,null,0,0.011024212429300673,7a9c2d19c8e46fbd0315d8a22ee640fd64cd987a66fa4e28b9ab005c8e51fc17,033b6eaea71b3084ca043902f6ba03b6487bf1762a9180963357103097d172cc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university1652,university1652_street_to_satellite,1,visual,2579,4,0,0.2,0.26666666666666666,null,null,0,0.011024212429300673,7a9c2d19c8e46fbd0315d8a22ee640fd64cd987a66fa4e28b9ab005c8e51fc17,033b6eaea71b3084ca043902f6ba03b6487bf1762a9180963357103097d172cc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university1652,university1652_street_to_satellite,1,visual,2579,5,0,0.26666666666666666,0.3333333333333333,null,null,0,0.011024212429300673,7a9c2d19c8e46fbd0315d8a22ee640fd64cd987a66fa4e28b9ab005c8e51fc17,033b6eaea71b3084ca043902f6ba03b6487bf1762a9180963357103097d172cc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university1652,university1652_street_to_satellite,1,visual,2579,6,0,0.3333333333333333,0.4,null,null,0,0.011024212429300673,7a9c2d19c8e46fbd0315d8a22ee640fd64cd987a66fa4e28b9ab005c8e51fc17,033b6eaea71b3084ca043902f6ba03b6487bf1762a9180963357103097d172cc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university1652,university1652_street_to_satellite,1,visual,2579,7,0,0.4,0.4666666666666667,null,null,0,0.011024212429300673,7a9c2d19c8e46fbd0315d8a22ee640fd64cd987a66fa4e28b9ab005c8e51fc17,033b6eaea71b3084ca043902f6ba03b6487bf1762a9180963357103097d172cc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university1652,university1652_street_to_satellite,1,visual,2579,8,0,0.4666666666666667,0.5333333333333333,null,null,0,0.011024212429300673,7a9c2d19c8e46fbd0315d8a22ee640fd64cd987a66fa4e28b9ab005c8e51fc17,033b6eaea71b3084ca043902f6ba03b6487bf1762a9180963357103097d172cc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university1652,university1652_street_to_satellite,1,visual,2579,9,0,0.5333333333333333,0.6,null,null,0,0.011024212429300673,7a9c2d19c8e46fbd0315d8a22ee640fd64cd987a66fa4e28b9ab005c8e51fc17,033b6eaea71b3084ca043902f6ba03b6487bf1762a9180963357103097d172cc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university1652,university1652_street_to_satellite,1,visual,2579,10,0,0.6,0.6666666666666666,null,null,0,0.011024212429300673,7a9c2d19c8e46fbd0315d8a22ee640fd64cd987a66fa4e28b9ab005c8e51fc17,033b6eaea71b3084ca043902f6ba03b6487bf1762a9180963357103097d172cc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university1652,university1652_street_to_satellite,1,visual,2579,11,0,0.6666666666666666,0.7333333333333333,null,null,0,0.011024212429300673,7a9c2d19c8e46fbd0315d8a22ee640fd64cd987a66fa4e28b9ab005c8e51fc17,033b6eaea71b3084ca043902f6ba03b6487bf1762a9180963357103097d172cc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university1652,university1652_street_to_satellite,1,visual,2579,12,0,0.7333333333333333,0.8,null,null,0,0.011024212429300673,7a9c2d19c8e46fbd0315d8a22ee640fd64cd987a66fa4e28b9ab005c8e51fc17,033b6eaea71b3084ca043902f6ba03b6487bf1762a9180963357103097d172cc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university1652,university1652_street_to_satellite,1,visual,2579,13,0,0.8,0.8666666666666667,null,null,0,0.011024212429300673,7a9c2d19c8e46fbd0315d8a22ee640fd64cd987a66fa4e28b9ab005c8e51fc17,033b6eaea71b3084ca043902f6ba03b6487bf1762a9180963357103097d172cc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university1652,university1652_street_to_satellite,1,visual,2579,14,0,0.8666666666666667,0.9333333333333333,null,null,0,0.011024212429300673,7a9c2d19c8e46fbd0315d8a22ee640fd64cd987a66fa4e28b9ab005c8e51fc17,033b6eaea71b3084ca043902f6ba03b6487bf1762a9180963357103097d172cc</a:t>
            </a:r>
          </a:p>
          <a:p xmlns:a="http://schemas.openxmlformats.org/drawingml/2006/main">
            <a:r>
              <a:t>university1652,university1652_street_to_satellite,1,visual,2579,15,0,0.9333333333333333,1,null,null,0,0.011024212429300673,7a9c2d19c8e46fbd0315d8a22ee640fd64cd987a66fa4e28b9ab005c8e51fc17,033b6eaea71b3084ca043902f6ba03b6487bf1762a9180963357103097d172cc</a:t>
            </a:r>
          </a:p>
          <a:p xmlns:a="http://schemas.openxmlformats.org/drawingml/2006/main">
            <a:r>
              <a:t>university1652,university1652_street_to_satellite,1,full,2579,1,2569,0,0.06666666666666667,0.009342156481121059,0.013835789606050556,0.0044762091888111205,0.004769751236576496,7a9c2d19c8e46fbd0315d8a22ee640fd64cd987a66fa4e28b9ab005c8e51fc17,033b6eaea71b3084ca043902f6ba03b6487bf1762a9180963357103097d172cc</a:t>
            </a:r>
          </a:p>
          <a:p xmlns:a="http://schemas.openxmlformats.org/drawingml/2006/main">
            <a:r>
              <a:t>university1652,university1652_street_to_satellite,1,full,2579,2,10,0.06666666666666667,0.13333333333333333,0,0.07570449411869049,0.00029354204776537606,0.004769751236576496,7a9c2d19c8e46fbd0315d8a22ee640fd64cd987a66fa4e28b9ab005c8e51fc17,033b6eaea71b3084ca043902f6ba03b6487bf1762a9180963357103097d172cc</a:t>
            </a:r>
          </a:p>
          <a:p xmlns:a="http://schemas.openxmlformats.org/drawingml/2006/main">
            <a:r>
              <a:t>university1652,university1652_street_to_satellite,1,full,2579,3,0,0.13333333333333333,0.2,null,null,0,0.004769751236576496,7a9c2d19c8e46fbd0315d8a22ee640fd64cd987a66fa4e28b9ab005c8e51fc17,033b6eaea71b3084ca043902f6ba03b6487bf1762a9180963357103097d172cc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university1652,university1652_street_to_satellite,1,full,2579,4,0,0.2,0.26666666666666666,null,null,0,0.004769751236576496,7a9c2d19c8e46fbd0315d8a22ee640fd64cd987a66fa4e28b9ab005c8e51fc17,033b6eaea71b3084ca043902f6ba03b6487bf1762a9180963357103097d172cc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university1652,university1652_street_to_satellite,1,full,2579,5,0,0.26666666666666666,0.3333333333333333,null,null,0,0.004769751236576496,7a9c2d19c8e46fbd0315d8a22ee640fd64cd987a66fa4e28b9ab005c8e51fc17,033b6eaea71b3084ca043902f6ba03b6487bf1762a9180963357103097d172cc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university1652,university1652_street_to_satellite,1,full,2579,6,0,0.3333333333333333,0.4,null,null,0,0.004769751236576496,7a9c2d19c8e46fbd0315d8a22ee640fd64cd987a66fa4e28b9ab005c8e51fc17,033b6eaea71b3084ca043902f6ba03b6487bf1762a9180963357103097d172cc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university1652,university1652_street_to_satellite,1,full,2579,7,0,0.4,0.4666666666666667,null,null,0,0.004769751236576496,7a9c2d19c8e46fbd0315d8a22ee640fd64cd987a66fa4e28b9ab005c8e51fc17,033b6eaea71b3084ca043902f6ba03b6487bf1762a9180963357103097d172cc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university1652,university1652_street_to_satellite,1,full,2579,8,0,0.4666666666666667,0.5333333333333333,null,null,0,0.004769751236576496,7a9c2d19c8e46fbd0315d8a22ee640fd64cd987a66fa4e28b9ab005c8e51fc17,033b6eaea71b3084ca043902f6ba03b6487bf1762a9180963357103097d172cc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university1652,university1652_street_to_satellite,1,full,2579,9,0,0.5333333333333333,0.6,null,null,0,0.004769751236576496,7a9c2d19c8e46fbd0315d8a22ee640fd64cd987a66fa4e28b9ab005c8e51fc17,033b6eaea71b3084ca043902f6ba03b6487bf1762a9180963357103097d172cc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university1652,university1652_street_to_satellite,1,full,2579,10,0,0.6,0.6666666666666666,null,null,0,0.004769751236576496,7a9c2d19c8e46fbd0315d8a22ee640fd64cd987a66fa4e28b9ab005c8e51fc17,033b6eaea71b3084ca043902f6ba03b6487bf1762a9180963357103097d172cc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university1652,university1652_street_to_satellite,1,full,2579,11,0,0.6666666666666666,0.7333333333333333,null,null,0,0.004769751236576496,7a9c2d19c8e46fbd0315d8a22ee640fd64cd987a66fa4e28b9ab005c8e51fc17,033b6eaea71b3084ca043902f6ba03b6487bf1762a9180963357103097d172cc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university1652,university1652_street_to_satellite,1,full,2579,12,0,0.7333333333333333,0.8,null,null,0,0.004769751236576496,7a9c2d19c8e46fbd0315d8a22ee640fd64cd987a66fa4e28b9ab005c8e51fc17,033b6eaea71b3084ca043902f6ba03b6487bf1762a9180963357103097d172cc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university1652,university1652_street_to_satellite,1,full,2579,13,0,0.8,0.8666666666666667,null,null,0,0.004769751236576496,7a9c2d19c8e46fbd0315d8a22ee640fd64cd987a66fa4e28b9ab005c8e51fc17,033b6eaea71b3084ca043902f6ba03b6487bf1762a9180963357103097d172cc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university1652,university1652_street_to_satellite,1,full,2579,14,0,0.8666666666666667,0.9333333333333333,null,null,0,0.004769751236576496,7a9c2d19c8e46fbd0315d8a22ee640fd64cd987a66fa4e28b9ab005c8e51fc17,033b6eaea71b3084ca043902f6ba03b6487bf1762a9180963357103097d172cc</a:t>
            </a:r>
          </a:p>
          <a:p xmlns:a="http://schemas.openxmlformats.org/drawingml/2006/main">
            <a:r>
              <a:t>university1652,university1652_street_to_satellite,1,full,2579,15,0,0.9333333333333333,1,null,null,0,0.004769751236576496,7a9c2d19c8e46fbd0315d8a22ee640fd64cd987a66fa4e28b9ab005c8e51fc17,033b6eaea71b3084ca043902f6ba03b6487bf1762a9180963357103097d172cc</a:t>
            </a:r>
          </a:p>
          <a:p xmlns:a="http://schemas.openxmlformats.org/drawingml/2006/main">
            <a:r>
              <a:t>university1652,university1652_street_to_satellite,2,visual,2579,1,2557,0,0.06666666666666667,0.008212749315604223,0.01570025236754852,0.007423631370229378,0.00809150381853711,7a9c2d19c8e46fbd0315d8a22ee640fd64cd987a66fa4e28b9ab005c8e51fc17,033b6eaea71b3084ca043902f6ba03b6487bf1762a9180963357103097d172cc</a:t>
            </a:r>
          </a:p>
          <a:p xmlns:a="http://schemas.openxmlformats.org/drawingml/2006/main">
            <a:r>
              <a:t>university1652,university1652_street_to_satellite,2,visual,2579,2,22,0.06666666666666667,0.13333333333333333,0,0.07829286564480174,0.0006678724483077311,0.00809150381853711,7a9c2d19c8e46fbd0315d8a22ee640fd64cd987a66fa4e28b9ab005c8e51fc17,033b6eaea71b3084ca043902f6ba03b6487bf1762a9180963357103097d172cc</a:t>
            </a:r>
          </a:p>
          <a:p xmlns:a="http://schemas.openxmlformats.org/drawingml/2006/main">
            <a:r>
              <a:t>university1652,university1652_street_to_satellite,2,visual,2579,3,0,0.13333333333333333,0.2,null,null,0,0.00809150381853711,7a9c2d19c8e46fbd0315d8a22ee640fd64cd987a66fa4e28b9ab005c8e51fc17,033b6eaea71b3084ca043902f6ba03b6487bf1762a9180963357103097d172cc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university1652,university1652_street_to_satellite,2,visual,2579,4,0,0.2,0.26666666666666666,null,null,0,0.00809150381853711,7a9c2d19c8e46fbd0315d8a22ee640fd64cd987a66fa4e28b9ab005c8e51fc17,033b6eaea71b3084ca043902f6ba03b6487bf1762a9180963357103097d172cc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university1652,university1652_street_to_satellite,2,visual,2579,5,0,0.26666666666666666,0.3333333333333333,null,null,0,0.00809150381853711,7a9c2d19c8e46fbd0315d8a22ee640fd64cd987a66fa4e28b9ab005c8e51fc17,033b6eaea71b3084ca043902f6ba03b6487bf1762a9180963357103097d172cc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university1652,university1652_street_to_satellite,2,visual,2579,6,0,0.3333333333333333,0.4,null,null,0,0.00809150381853711,7a9c2d19c8e46fbd0315d8a22ee640fd64cd987a66fa4e28b9ab005c8e51fc17,033b6eaea71b3084ca043902f6ba03b6487bf1762a9180963357103097d172cc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university1652,university1652_street_to_satellite,2,visual,2579,7,0,0.4,0.4666666666666667,null,null,0,0.00809150381853711,7a9c2d19c8e46fbd0315d8a22ee640fd64cd987a66fa4e28b9ab005c8e51fc17,033b6eaea71b3084ca043902f6ba03b6487bf1762a9180963357103097d172cc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university1652,university1652_street_to_satellite,2,visual,2579,8,0,0.4666666666666667,0.5333333333333333,null,null,0,0.00809150381853711,7a9c2d19c8e46fbd0315d8a22ee640fd64cd987a66fa4e28b9ab005c8e51fc17,033b6eaea71b3084ca043902f6ba03b6487bf1762a9180963357103097d172cc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university1652,university1652_street_to_satellite,2,visual,2579,9,0,0.5333333333333333,0.6,null,null,0,0.00809150381853711,7a9c2d19c8e46fbd0315d8a22ee640fd64cd987a66fa4e28b9ab005c8e51fc17,033b6eaea71b3084ca043902f6ba03b6487bf1762a9180963357103097d172cc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university1652,university1652_street_to_satellite,2,visual,2579,10,0,0.6,0.6666666666666666,null,null,0,0.00809150381853711,7a9c2d19c8e46fbd0315d8a22ee640fd64cd987a66fa4e28b9ab005c8e51fc17,033b6eaea71b3084ca043902f6ba03b6487bf1762a9180963357103097d172cc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university1652,university1652_street_to_satellite,2,visual,2579,11,0,0.6666666666666666,0.7333333333333333,null,null,0,0.00809150381853711,7a9c2d19c8e46fbd0315d8a22ee640fd64cd987a66fa4e28b9ab005c8e51fc17,033b6eaea71b3084ca043902f6ba03b6487bf1762a9180963357103097d172cc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university1652,university1652_street_to_satellite,2,visual,2579,12,0,0.7333333333333333,0.8,null,null,0,0.00809150381853711,7a9c2d19c8e46fbd0315d8a22ee640fd64cd987a66fa4e28b9ab005c8e51fc17,033b6eaea71b3084ca043902f6ba03b6487bf1762a9180963357103097d172cc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university1652,university1652_street_to_satellite,2,visual,2579,13,0,0.8,0.8666666666666667,null,null,0,0.00809150381853711,7a9c2d19c8e46fbd0315d8a22ee640fd64cd987a66fa4e28b9ab005c8e51fc17,033b6eaea71b3084ca043902f6ba03b6487bf1762a9180963357103097d172cc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university1652,university1652_street_to_satellite,2,visual,2579,14,0,0.8666666666666667,0.9333333333333333,null,null,0,0.00809150381853711,7a9c2d19c8e46fbd0315d8a22ee640fd64cd987a66fa4e28b9ab005c8e51fc17,033b6eaea71b3084ca043902f6ba03b6487bf1762a9180963357103097d172cc</a:t>
            </a:r>
          </a:p>
          <a:p xmlns:a="http://schemas.openxmlformats.org/drawingml/2006/main">
            <a:r>
              <a:t>university1652,university1652_street_to_satellite,2,visual,2579,15,0,0.9333333333333333,1,null,null,0,0.00809150381853711,7a9c2d19c8e46fbd0315d8a22ee640fd64cd987a66fa4e28b9ab005c8e51fc17,033b6eaea71b3084ca043902f6ba03b6487bf1762a9180963357103097d172cc</a:t>
            </a:r>
          </a:p>
          <a:p xmlns:a="http://schemas.openxmlformats.org/drawingml/2006/main">
            <a:r>
              <a:t>university1652,university1652_street_to_satellite,2,full,2579,1,2564,0,0.06666666666666667,0.0093603744149766,0.013775909705997071,0.004389853620076188,0.004470300869730934,7a9c2d19c8e46fbd0315d8a22ee640fd64cd987a66fa4e28b9ab005c8e51fc17,033b6eaea71b3084ca043902f6ba03b6487bf1762a9180963357103097d172cc</a:t>
            </a:r>
          </a:p>
          <a:p xmlns:a="http://schemas.openxmlformats.org/drawingml/2006/main">
            <a:r>
              <a:t>university1652,university1652_street_to_satellite,2,full,2579,2,14,0.06666666666666667,0.13333333333333333,0.07142857142857142,0.07640381157398224,0.00002700789532212152,0.004470300869730934,7a9c2d19c8e46fbd0315d8a22ee640fd64cd987a66fa4e28b9ab005c8e51fc17,033b6eaea71b3084ca043902f6ba03b6487bf1762a9180963357103097d172cc</a:t>
            </a:r>
          </a:p>
          <a:p xmlns:a="http://schemas.openxmlformats.org/drawingml/2006/main">
            <a:r>
              <a:t>university1652,university1652_street_to_satellite,2,full,2579,3,1,0.13333333333333333,0.2,0,0.13782009482383728,0.00005343935433262399,0.004470300869730934,7a9c2d19c8e46fbd0315d8a22ee640fd64cd987a66fa4e28b9ab005c8e51fc17,033b6eaea71b3084ca043902f6ba03b6487bf1762a9180963357103097d172cc</a:t>
            </a:r>
          </a:p>
          <a:p xmlns:a="http://schemas.openxmlformats.org/drawingml/2006/main">
            <a:r>
              <a:t>university1652,university1652_street_to_satellite,2,full,2579,4,0,0.2,0.26666666666666666,null,null,0,0.004470300869730934,7a9c2d19c8e46fbd0315d8a22ee640fd64cd987a66fa4e28b9ab005c8e51fc17,033b6eaea71b3084ca043902f6ba03b6487bf1762a9180963357103097d172cc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university1652,university1652_street_to_satellite,2,full,2579,5,0,0.26666666666666666,0.3333333333333333,null,null,0,0.004470300869730934,7a9c2d19c8e46fbd0315d8a22ee640fd64cd987a66fa4e28b9ab005c8e51fc17,033b6eaea71b3084ca043902f6ba03b6487bf1762a9180963357103097d172cc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university1652,university1652_street_to_satellite,2,full,2579,6,0,0.3333333333333333,0.4,null,null,0,0.004470300869730934,7a9c2d19c8e46fbd0315d8a22ee640fd64cd987a66fa4e28b9ab005c8e51fc17,033b6eaea71b3084ca043902f6ba03b6487bf1762a9180963357103097d172cc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university1652,university1652_street_to_satellite,2,full,2579,7,0,0.4,0.4666666666666667,null,null,0,0.004470300869730934,7a9c2d19c8e46fbd0315d8a22ee640fd64cd987a66fa4e28b9ab005c8e51fc17,033b6eaea71b3084ca043902f6ba03b6487bf1762a9180963357103097d172cc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university1652,university1652_street_to_satellite,2,full,2579,8,0,0.4666666666666667,0.5333333333333333,null,null,0,0.004470300869730934,7a9c2d19c8e46fbd0315d8a22ee640fd64cd987a66fa4e28b9ab005c8e51fc17,033b6eaea71b3084ca043902f6ba03b6487bf1762a9180963357103097d172cc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university1652,university1652_street_to_satellite,2,full,2579,9,0,0.5333333333333333,0.6,null,null,0,0.004470300869730934,7a9c2d19c8e46fbd0315d8a22ee640fd64cd987a66fa4e28b9ab005c8e51fc17,033b6eaea71b3084ca043902f6ba03b6487bf1762a9180963357103097d172cc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university1652,university1652_street_to_satellite,2,full,2579,10,0,0.6,0.6666666666666666,null,null,0,0.004470300869730934,7a9c2d19c8e46fbd0315d8a22ee640fd64cd987a66fa4e28b9ab005c8e51fc17,033b6eaea71b3084ca043902f6ba03b6487bf1762a9180963357103097d172cc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university1652,university1652_street_to_satellite,2,full,2579,11,0,0.6666666666666666,0.7333333333333333,null,null,0,0.004470300869730934,7a9c2d19c8e46fbd0315d8a22ee640fd64cd987a66fa4e28b9ab005c8e51fc17,033b6eaea71b3084ca043902f6ba03b6487bf1762a9180963357103097d172cc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university1652,university1652_street_to_satellite,2,full,2579,12,0,0.7333333333333333,0.8,null,null,0,0.004470300869730934,7a9c2d19c8e46fbd0315d8a22ee640fd64cd987a66fa4e28b9ab005c8e51fc17,033b6eaea71b3084ca043902f6ba03b6487bf1762a9180963357103097d172cc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university1652,university1652_street_to_satellite,2,full,2579,13,0,0.8,0.8666666666666667,null,null,0,0.004470300869730934,7a9c2d19c8e46fbd0315d8a22ee640fd64cd987a66fa4e28b9ab005c8e51fc17,033b6eaea71b3084ca043902f6ba03b6487bf1762a9180963357103097d172cc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university1652,university1652_street_to_satellite,2,full,2579,14,0,0.8666666666666667,0.9333333333333333,null,null,0,0.004470300869730934,7a9c2d19c8e46fbd0315d8a22ee640fd64cd987a66fa4e28b9ab005c8e51fc17,033b6eaea71b3084ca043902f6ba03b6487bf1762a9180963357103097d172cc</a:t>
            </a:r>
          </a:p>
          <a:p xmlns:a="http://schemas.openxmlformats.org/drawingml/2006/main">
            <a:r>
              <a:t>university1652,university1652_street_to_satellite,2,full,2579,15,0,0.9333333333333333,1,null,null,0,0.004470300869730934,7a9c2d19c8e46fbd0315d8a22ee640fd64cd987a66fa4e28b9ab005c8e51fc17,033b6eaea71b3084ca043902f6ba03b6487bf1762a9180963357103097d172cc</a:t>
            </a:r>
          </a:p>
          <a:p xmlns:a="http://schemas.openxmlformats.org/drawingml/2006/main">
            <a:r>
              <a:t>university1652,university1652_street_to_satellite,3,visual,2579,1,2561,0,0.06666666666666667,0.01015228426395939,0.015557927772990431,0.00536791509369077,0.005897449177103757,7a9c2d19c8e46fbd0315d8a22ee640fd64cd987a66fa4e28b9ab005c8e51fc17,033b6eaea71b3084ca043902f6ba03b6487bf1762a9180963357103097d172cc</a:t>
            </a:r>
          </a:p>
          <a:p xmlns:a="http://schemas.openxmlformats.org/drawingml/2006/main">
            <a:r>
              <a:t>university1652,university1652_street_to_satellite,3,visual,2579,2,18,0.06666666666666667,0.13333333333333333,0,0.07587046672900517,0.0005295340834129868,0.005897449177103757,7a9c2d19c8e46fbd0315d8a22ee640fd64cd987a66fa4e28b9ab005c8e51fc17,033b6eaea71b3084ca043902f6ba03b6487bf1762a9180963357103097d172cc</a:t>
            </a:r>
          </a:p>
          <a:p xmlns:a="http://schemas.openxmlformats.org/drawingml/2006/main">
            <a:r>
              <a:t>university1652,university1652_street_to_satellite,3,visual,2579,3,0,0.13333333333333333,0.2,null,null,0,0.005897449177103757,7a9c2d19c8e46fbd0315d8a22ee640fd64cd987a66fa4e28b9ab005c8e51fc17,033b6eaea71b3084ca043902f6ba03b6487bf1762a9180963357103097d172cc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university1652,university1652_street_to_satellite,3,visual,2579,4,0,0.2,0.26666666666666666,null,null,0,0.005897449177103757,7a9c2d19c8e46fbd0315d8a22ee640fd64cd987a66fa4e28b9ab005c8e51fc17,033b6eaea71b3084ca043902f6ba03b6487bf1762a9180963357103097d172cc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university1652,university1652_street_to_satellite,3,visual,2579,5,0,0.26666666666666666,0.3333333333333333,null,null,0,0.005897449177103757,7a9c2d19c8e46fbd0315d8a22ee640fd64cd987a66fa4e28b9ab005c8e51fc17,033b6eaea71b3084ca043902f6ba03b6487bf1762a9180963357103097d172cc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university1652,university1652_street_to_satellite,3,visual,2579,6,0,0.3333333333333333,0.4,null,null,0,0.005897449177103757,7a9c2d19c8e46fbd0315d8a22ee640fd64cd987a66fa4e28b9ab005c8e51fc17,033b6eaea71b3084ca043902f6ba03b6487bf1762a9180963357103097d172cc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university1652,university1652_street_to_satellite,3,visual,2579,7,0,0.4,0.4666666666666667,null,null,0,0.005897449177103757,7a9c2d19c8e46fbd0315d8a22ee640fd64cd987a66fa4e28b9ab005c8e51fc17,033b6eaea71b3084ca043902f6ba03b6487bf1762a9180963357103097d172cc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university1652,university1652_street_to_satellite,3,visual,2579,8,0,0.4666666666666667,0.5333333333333333,null,null,0,0.005897449177103757,7a9c2d19c8e46fbd0315d8a22ee640fd64cd987a66fa4e28b9ab005c8e51fc17,033b6eaea71b3084ca043902f6ba03b6487bf1762a9180963357103097d172cc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university1652,university1652_street_to_satellite,3,visual,2579,9,0,0.5333333333333333,0.6,null,null,0,0.005897449177103757,7a9c2d19c8e46fbd0315d8a22ee640fd64cd987a66fa4e28b9ab005c8e51fc17,033b6eaea71b3084ca043902f6ba03b6487bf1762a9180963357103097d172cc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university1652,university1652_street_to_satellite,3,visual,2579,10,0,0.6,0.6666666666666666,null,null,0,0.005897449177103757,7a9c2d19c8e46fbd0315d8a22ee640fd64cd987a66fa4e28b9ab005c8e51fc17,033b6eaea71b3084ca043902f6ba03b6487bf1762a9180963357103097d172cc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university1652,university1652_street_to_satellite,3,visual,2579,11,0,0.6666666666666666,0.7333333333333333,null,null,0,0.005897449177103757,7a9c2d19c8e46fbd0315d8a22ee640fd64cd987a66fa4e28b9ab005c8e51fc17,033b6eaea71b3084ca043902f6ba03b6487bf1762a9180963357103097d172cc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university1652,university1652_street_to_satellite,3,visual,2579,12,0,0.7333333333333333,0.8,null,null,0,0.005897449177103757,7a9c2d19c8e46fbd0315d8a22ee640fd64cd987a66fa4e28b9ab005c8e51fc17,033b6eaea71b3084ca043902f6ba03b6487bf1762a9180963357103097d172cc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university1652,university1652_street_to_satellite,3,visual,2579,13,0,0.8,0.8666666666666667,null,null,0,0.005897449177103757,7a9c2d19c8e46fbd0315d8a22ee640fd64cd987a66fa4e28b9ab005c8e51fc17,033b6eaea71b3084ca043902f6ba03b6487bf1762a9180963357103097d172cc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university1652,university1652_street_to_satellite,3,visual,2579,14,0,0.8666666666666667,0.9333333333333333,null,null,0,0.005897449177103757,7a9c2d19c8e46fbd0315d8a22ee640fd64cd987a66fa4e28b9ab005c8e51fc17,033b6eaea71b3084ca043902f6ba03b6487bf1762a9180963357103097d172cc</a:t>
            </a:r>
          </a:p>
          <a:p xmlns:a="http://schemas.openxmlformats.org/drawingml/2006/main">
            <a:r>
              <a:t>university1652,university1652_street_to_satellite,3,visual,2579,15,0,0.9333333333333333,1,null,null,0,0.005897449177103757,7a9c2d19c8e46fbd0315d8a22ee640fd64cd987a66fa4e28b9ab005c8e51fc17,033b6eaea71b3084ca043902f6ba03b6487bf1762a9180963357103097d172cc</a:t>
            </a:r>
          </a:p>
          <a:p xmlns:a="http://schemas.openxmlformats.org/drawingml/2006/main">
            <a:r>
              <a:t>university1652,university1652_street_to_satellite,3,full,2579,1,2552,0,0.06666666666666667,0.01018808777429467,0.014608249803975832,0.0043738865838489046,0.005219449214391721,7a9c2d19c8e46fbd0315d8a22ee640fd64cd987a66fa4e28b9ab005c8e51fc17,033b6eaea71b3084ca043902f6ba03b6487bf1762a9180963357103097d172cc</a:t>
            </a:r>
          </a:p>
          <a:p xmlns:a="http://schemas.openxmlformats.org/drawingml/2006/main">
            <a:r>
              <a:t>university1652,university1652_street_to_satellite,3,full,2579,2,27,0.06666666666666667,0.13333333333333333,0,0.08076688978407118,0.0008455626305428157,0.005219449214391721,7a9c2d19c8e46fbd0315d8a22ee640fd64cd987a66fa4e28b9ab005c8e51fc17,033b6eaea71b3084ca043902f6ba03b6487bf1762a9180963357103097d172cc</a:t>
            </a:r>
          </a:p>
          <a:p xmlns:a="http://schemas.openxmlformats.org/drawingml/2006/main">
            <a:r>
              <a:t>university1652,university1652_street_to_satellite,3,full,2579,3,0,0.13333333333333333,0.2,null,null,0,0.005219449214391721,7a9c2d19c8e46fbd0315d8a22ee640fd64cd987a66fa4e28b9ab005c8e51fc17,033b6eaea71b3084ca043902f6ba03b6487bf1762a9180963357103097d172cc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university1652,university1652_street_to_satellite,3,full,2579,4,0,0.2,0.26666666666666666,null,null,0,0.005219449214391721,7a9c2d19c8e46fbd0315d8a22ee640fd64cd987a66fa4e28b9ab005c8e51fc17,033b6eaea71b3084ca043902f6ba03b6487bf1762a9180963357103097d172cc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university1652,university1652_street_to_satellite,3,full,2579,5,0,0.26666666666666666,0.3333333333333333,null,null,0,0.005219449214391721,7a9c2d19c8e46fbd0315d8a22ee640fd64cd987a66fa4e28b9ab005c8e51fc17,033b6eaea71b3084ca043902f6ba03b6487bf1762a9180963357103097d172cc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university1652,university1652_street_to_satellite,3,full,2579,6,0,0.3333333333333333,0.4,null,null,0,0.005219449214391721,7a9c2d19c8e46fbd0315d8a22ee640fd64cd987a66fa4e28b9ab005c8e51fc17,033b6eaea71b3084ca043902f6ba03b6487bf1762a9180963357103097d172cc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university1652,university1652_street_to_satellite,3,full,2579,7,0,0.4,0.4666666666666667,null,null,0,0.005219449214391721,7a9c2d19c8e46fbd0315d8a22ee640fd64cd987a66fa4e28b9ab005c8e51fc17,033b6eaea71b3084ca043902f6ba03b6487bf1762a9180963357103097d172cc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university1652,university1652_street_to_satellite,3,full,2579,8,0,0.4666666666666667,0.5333333333333333,null,null,0,0.005219449214391721,7a9c2d19c8e46fbd0315d8a22ee640fd64cd987a66fa4e28b9ab005c8e51fc17,033b6eaea71b3084ca043902f6ba03b6487bf1762a9180963357103097d172cc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university1652,university1652_street_to_satellite,3,full,2579,9,0,0.5333333333333333,0.6,null,null,0,0.005219449214391721,7a9c2d19c8e46fbd0315d8a22ee640fd64cd987a66fa4e28b9ab005c8e51fc17,033b6eaea71b3084ca043902f6ba03b6487bf1762a9180963357103097d172cc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university1652,university1652_street_to_satellite,3,full,2579,10,0,0.6,0.6666666666666666,null,null,0,0.005219449214391721,7a9c2d19c8e46fbd0315d8a22ee640fd64cd987a66fa4e28b9ab005c8e51fc17,033b6eaea71b3084ca043902f6ba03b6487bf1762a9180963357103097d172cc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university1652,university1652_street_to_satellite,3,full,2579,11,0,0.6666666666666666,0.7333333333333333,null,null,0,0.005219449214391721,7a9c2d19c8e46fbd0315d8a22ee640fd64cd987a66fa4e28b9ab005c8e51fc17,033b6eaea71b3084ca043902f6ba03b6487bf1762a9180963357103097d172cc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university1652,university1652_street_to_satellite,3,full,2579,12,0,0.7333333333333333,0.8,null,null,0,0.005219449214391721,7a9c2d19c8e46fbd0315d8a22ee640fd64cd987a66fa4e28b9ab005c8e51fc17,033b6eaea71b3084ca043902f6ba03b6487bf1762a9180963357103097d172cc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university1652,university1652_street_to_satellite,3,full,2579,13,0,0.8,0.8666666666666667,null,null,0,0.005219449214391721,7a9c2d19c8e46fbd0315d8a22ee640fd64cd987a66fa4e28b9ab005c8e51fc17,033b6eaea71b3084ca043902f6ba03b6487bf1762a9180963357103097d172cc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university1652,university1652_street_to_satellite,3,full,2579,14,0,0.8666666666666667,0.9333333333333333,null,null,0,0.005219449214391721,7a9c2d19c8e46fbd0315d8a22ee640fd64cd987a66fa4e28b9ab005c8e51fc17,033b6eaea71b3084ca043902f6ba03b6487bf1762a9180963357103097d172cc</a:t>
            </a:r>
          </a:p>
          <a:p xmlns:a="http://schemas.openxmlformats.org/drawingml/2006/main">
            <a:r>
              <a:t>university1652,university1652_street_to_satellite,3,full,2579,15,0,0.9333333333333333,1,null,null,0,0.005219449214391721,7a9c2d19c8e46fbd0315d8a22ee640fd64cd987a66fa4e28b9ab005c8e51fc17,033b6eaea71b3084ca043902f6ba03b6487bf1762a9180963357103097d172cc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150 m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uav_150m_to_satellite,1,visual,4000,1,3493,0,0.06666666666666667,0.3109075293444031,0.023816628849270896,0.2507021288573742,0.30872477845475077,57dc33cac810a66f1c276b8dc68466a2562826bfa3d96a19a4e94af56fd0392a,033b6eaea71b3084ca043902f6ba03b6487bf1762a9180963357103097d172cc</a:t>
            </a:r>
          </a:p>
          <a:p xmlns:a="http://schemas.openxmlformats.org/drawingml/2006/main">
            <a:r>
              <a:t>sues200,sues200_uav_150m_to_satellite,1,visual,4000,2,486,0.06666666666666667,0.13333333333333333,0.5411522633744856,0.08613701388546469,0.05528435281291604,0.30872477845475077,57dc33cac810a66f1c276b8dc68466a2562826bfa3d96a19a4e94af56fd0392a,033b6eaea71b3084ca043902f6ba03b6487bf1762a9180963357103097d172cc</a:t>
            </a:r>
          </a:p>
          <a:p xmlns:a="http://schemas.openxmlformats.org/drawingml/2006/main">
            <a:r>
              <a:t>sues200,sues200_uav_150m_to_satellite,1,visual,4000,3,21,0.13333333333333333,0.2,0.6666666666666666,0.14508632676942007,0.002738296784460544,0.30872477845475077,57dc33cac810a66f1c276b8dc68466a2562826bfa3d96a19a4e94af56fd0392a,033b6eaea71b3084ca043902f6ba03b6487bf1762a9180963357103097d172cc</a:t>
            </a:r>
          </a:p>
          <a:p xmlns:a="http://schemas.openxmlformats.org/drawingml/2006/main">
            <a:r>
              <a:t>sues200,sues200_uav_150m_to_satellite,1,visual,4000,4,0,0.2,0.26666666666666666,null,null,0,0.30872477845475077,57dc33cac810a66f1c276b8dc68466a2562826bfa3d96a19a4e94af56fd0392a,033b6eaea71b3084ca043902f6ba03b6487bf1762a9180963357103097d172cc</a:t>
            </a:r>
          </a:p>
          <a:p xmlns:a="http://schemas.openxmlformats.org/drawingml/2006/main">
            <a:r>
              <a:t>sues200,sues200_uav_150m_to_satellite,1,visual,4000,5,0,0.26666666666666666,0.3333333333333333,null,null,0,0.30872477845475077,57dc33cac810a66f1c276b8dc68466a2562826bfa3d96a19a4e94af56fd0392a,033b6eaea71b3084ca043902f6ba03b6487bf1762a9180963357103097d172cc</a:t>
            </a:r>
          </a:p>
          <a:p xmlns:a="http://schemas.openxmlformats.org/drawingml/2006/main">
            <a:r>
              <a:t>sues200,sues200_uav_150m_to_satellite,1,visual,4000,6,0,0.3333333333333333,0.4,null,null,0,0.30872477845475077,57dc33cac810a66f1c276b8dc68466a2562826bfa3d96a19a4e94af56fd0392a,033b6eaea71b3084ca043902f6ba03b6487bf1762a9180963357103097d172cc</a:t>
            </a:r>
          </a:p>
          <a:p xmlns:a="http://schemas.openxmlformats.org/drawingml/2006/main">
            <a:r>
              <a:t>sues200,sues200_uav_150m_to_satellite,1,visual,4000,7,0,0.4,0.4666666666666667,null,null,0,0.30872477845475077,57dc33cac810a66f1c276b8dc68466a2562826bfa3d96a19a4e94af56fd0392a,033b6eaea71b3084ca043902f6ba03b6487bf1762a9180963357103097d172cc</a:t>
            </a:r>
          </a:p>
          <a:p xmlns:a="http://schemas.openxmlformats.org/drawingml/2006/main">
            <a:r>
              <a:t>sues200,sues200_uav_150m_to_satellite,1,visual,4000,8,0,0.4666666666666667,0.5333333333333333,null,null,0,0.30872477845475077,57dc33cac810a66f1c276b8dc68466a2562826bfa3d96a19a4e94af56fd0392a,033b6eaea71b3084ca043902f6ba03b6487bf1762a9180963357103097d172cc</a:t>
            </a:r>
          </a:p>
          <a:p xmlns:a="http://schemas.openxmlformats.org/drawingml/2006/main">
            <a:r>
              <a:t>sues200,sues200_uav_150m_to_satellite,1,visual,4000,9,0,0.5333333333333333,0.6,null,null,0,0.30872477845475077,57dc33cac810a66f1c276b8dc68466a2562826bfa3d96a19a4e94af56fd0392a,033b6eaea71b3084ca043902f6ba03b6487bf1762a9180963357103097d172cc</a:t>
            </a:r>
          </a:p>
          <a:p xmlns:a="http://schemas.openxmlformats.org/drawingml/2006/main">
            <a:r>
              <a:t>sues200,sues200_uav_150m_to_satellite,1,visual,4000,10,0,0.6,0.6666666666666666,null,null,0,0.30872477845475077,57dc33cac810a66f1c276b8dc68466a2562826bfa3d96a19a4e94af56fd0392a,033b6eaea71b3084ca043902f6ba03b6487bf1762a9180963357103097d172cc</a:t>
            </a:r>
          </a:p>
          <a:p xmlns:a="http://schemas.openxmlformats.org/drawingml/2006/main">
            <a:r>
              <a:t>sues200,sues200_uav_150m_to_satellite,1,visual,4000,11,0,0.6666666666666666,0.7333333333333333,null,null,0,0.30872477845475077,57dc33cac810a66f1c276b8dc68466a2562826bfa3d96a19a4e94af56fd0392a,033b6eaea71b3084ca043902f6ba03b6487bf1762a9180963357103097d172cc</a:t>
            </a:r>
          </a:p>
          <a:p xmlns:a="http://schemas.openxmlformats.org/drawingml/2006/main">
            <a:r>
              <a:t>sues200,sues200_uav_150m_to_satellite,1,visual,4000,12,0,0.7333333333333333,0.8,null,null,0,0.30872477845475077,57dc33cac810a66f1c276b8dc68466a2562826bfa3d96a19a4e94af56fd0392a,033b6eaea71b3084ca043902f6ba03b6487bf1762a9180963357103097d172cc</a:t>
            </a:r>
          </a:p>
          <a:p xmlns:a="http://schemas.openxmlformats.org/drawingml/2006/main">
            <a:r>
              <a:t>sues200,sues200_uav_150m_to_satellite,1,visual,4000,13,0,0.8,0.8666666666666667,null,null,0,0.30872477845475077,57dc33cac810a66f1c276b8dc68466a2562826bfa3d96a19a4e94af56fd0392a,033b6eaea71b3084ca043902f6ba03b6487bf1762a9180963357103097d172cc</a:t>
            </a:r>
          </a:p>
          <a:p xmlns:a="http://schemas.openxmlformats.org/drawingml/2006/main">
            <a:r>
              <a:t>sues200,sues200_uav_150m_to_satellite,1,visual,4000,14,0,0.8666666666666667,0.9333333333333333,null,null,0,0.30872477845475077,57dc33cac810a66f1c276b8dc68466a2562826bfa3d96a19a4e94af56fd0392a,033b6eaea71b3084ca043902f6ba03b6487bf1762a9180963357103097d172cc</a:t>
            </a:r>
          </a:p>
          <a:p xmlns:a="http://schemas.openxmlformats.org/drawingml/2006/main">
            <a:r>
              <a:t>sues200,sues200_uav_150m_to_satellite,1,visual,4000,15,0,0.9333333333333333,1,null,null,0,0.30872477845475077,57dc33cac810a66f1c276b8dc68466a2562826bfa3d96a19a4e94af56fd0392a,033b6eaea71b3084ca043902f6ba03b6487bf1762a9180963357103097d172cc</a:t>
            </a:r>
          </a:p>
          <a:p xmlns:a="http://schemas.openxmlformats.org/drawingml/2006/main">
            <a:r>
              <a:t>sues200,sues200_uav_150m_to_satellite,1,full,4000,1,3504,0,0.06666666666666667,0.2651255707762557,0.024483618058570442,0.2108023505806923,0.2555691103301942,57dc33cac810a66f1c276b8dc68466a2562826bfa3d96a19a4e94af56fd0392a,033b6eaea71b3084ca043902f6ba03b6487bf1762a9180963357103097d172cc</a:t>
            </a:r>
          </a:p>
          <a:p xmlns:a="http://schemas.openxmlformats.org/drawingml/2006/main">
            <a:r>
              <a:t>sues200,sues200_uav_150m_to_satellite,1,full,4000,2,478,0.06666666666666667,0.13333333333333333,0.4560669456066946,0.08511551531912392,0.04432869591936469,0.2555691103301942,57dc33cac810a66f1c276b8dc68466a2562826bfa3d96a19a4e94af56fd0392a,033b6eaea71b3084ca043902f6ba03b6487bf1762a9180963357103097d172cc</a:t>
            </a:r>
          </a:p>
          <a:p xmlns:a="http://schemas.openxmlformats.org/drawingml/2006/main">
            <a:r>
              <a:t>sues200,sues200_uav_150m_to_satellite,1,full,4000,3,18,0.13333333333333333,0.2,0.05555555555555555,0.15290307336383396,0.0004380638301372528,0.2555691103301942,57dc33cac810a66f1c276b8dc68466a2562826bfa3d96a19a4e94af56fd0392a,033b6eaea71b3084ca043902f6ba03b6487bf1762a9180963357103097d172cc</a:t>
            </a:r>
          </a:p>
          <a:p xmlns:a="http://schemas.openxmlformats.org/drawingml/2006/main">
            <a:r>
              <a:t>sues200,sues200_uav_150m_to_satellite,1,full,4000,4,0,0.2,0.26666666666666666,null,null,0,0.2555691103301942,57dc33cac810a66f1c276b8dc68466a2562826bfa3d96a19a4e94af56fd0392a,033b6eaea71b3084ca043902f6ba03b6487bf1762a9180963357103097d172cc</a:t>
            </a:r>
          </a:p>
          <a:p xmlns:a="http://schemas.openxmlformats.org/drawingml/2006/main">
            <a:r>
              <a:t>sues200,sues200_uav_150m_to_satellite,1,full,4000,5,0,0.26666666666666666,0.3333333333333333,null,null,0,0.2555691103301942,57dc33cac810a66f1c276b8dc68466a2562826bfa3d96a19a4e94af56fd0392a,033b6eaea71b3084ca043902f6ba03b6487bf1762a9180963357103097d172cc</a:t>
            </a:r>
          </a:p>
          <a:p xmlns:a="http://schemas.openxmlformats.org/drawingml/2006/main">
            <a:r>
              <a:t>sues200,sues200_uav_150m_to_satellite,1,full,4000,6,0,0.3333333333333333,0.4,null,null,0,0.2555691103301942,57dc33cac810a66f1c276b8dc68466a2562826bfa3d96a19a4e94af56fd0392a,033b6eaea71b3084ca043902f6ba03b6487bf1762a9180963357103097d172cc</a:t>
            </a:r>
          </a:p>
          <a:p xmlns:a="http://schemas.openxmlformats.org/drawingml/2006/main">
            <a:r>
              <a:t>sues200,sues200_uav_150m_to_satellite,1,full,4000,7,0,0.4,0.4666666666666667,null,null,0,0.2555691103301942,57dc33cac810a66f1c276b8dc68466a2562826bfa3d96a19a4e94af56fd0392a,033b6eaea71b3084ca043902f6ba03b6487bf1762a9180963357103097d172cc</a:t>
            </a:r>
          </a:p>
          <a:p xmlns:a="http://schemas.openxmlformats.org/drawingml/2006/main">
            <a:r>
              <a:t>sues200,sues200_uav_150m_to_satellite,1,full,4000,8,0,0.4666666666666667,0.5333333333333333,null,null,0,0.2555691103301942,57dc33cac810a66f1c276b8dc68466a2562826bfa3d96a19a4e94af56fd0392a,033b6eaea71b3084ca043902f6ba03b6487bf1762a9180963357103097d172cc</a:t>
            </a:r>
          </a:p>
          <a:p xmlns:a="http://schemas.openxmlformats.org/drawingml/2006/main">
            <a:r>
              <a:t>sues200,sues200_uav_150m_to_satellite,1,full,4000,9,0,0.5333333333333333,0.6,null,null,0,0.2555691103301942,57dc33cac810a66f1c276b8dc68466a2562826bfa3d96a19a4e94af56fd0392a,033b6eaea71b3084ca043902f6ba03b6487bf1762a9180963357103097d172cc</a:t>
            </a:r>
          </a:p>
          <a:p xmlns:a="http://schemas.openxmlformats.org/drawingml/2006/main">
            <a:r>
              <a:t>sues200,sues200_uav_150m_to_satellite,1,full,4000,10,0,0.6,0.6666666666666666,null,null,0,0.2555691103301942,57dc33cac810a66f1c276b8dc68466a2562826bfa3d96a19a4e94af56fd0392a,033b6eaea71b3084ca043902f6ba03b6487bf1762a9180963357103097d172cc</a:t>
            </a:r>
          </a:p>
          <a:p xmlns:a="http://schemas.openxmlformats.org/drawingml/2006/main">
            <a:r>
              <a:t>sues200,sues200_uav_150m_to_satellite,1,full,4000,11,0,0.6666666666666666,0.7333333333333333,null,null,0,0.2555691103301942,57dc33cac810a66f1c276b8dc68466a2562826bfa3d96a19a4e94af56fd0392a,033b6eaea71b3084ca043902f6ba03b6487bf1762a9180963357103097d172cc</a:t>
            </a:r>
          </a:p>
          <a:p xmlns:a="http://schemas.openxmlformats.org/drawingml/2006/main">
            <a:r>
              <a:t>sues200,sues200_uav_150m_to_satellite,1,full,4000,12,0,0.7333333333333333,0.8,null,null,0,0.2555691103301942,57dc33cac810a66f1c276b8dc68466a2562826bfa3d96a19a4e94af56fd0392a,033b6eaea71b3084ca043902f6ba03b6487bf1762a9180963357103097d172cc</a:t>
            </a:r>
          </a:p>
          <a:p xmlns:a="http://schemas.openxmlformats.org/drawingml/2006/main">
            <a:r>
              <a:t>sues200,sues200_uav_150m_to_satellite,1,full,4000,13,0,0.8,0.8666666666666667,null,null,0,0.2555691103301942,57dc33cac810a66f1c276b8dc68466a2562826bfa3d96a19a4e94af56fd0392a,033b6eaea71b3084ca043902f6ba03b6487bf1762a9180963357103097d172cc</a:t>
            </a:r>
          </a:p>
          <a:p xmlns:a="http://schemas.openxmlformats.org/drawingml/2006/main">
            <a:r>
              <a:t>sues200,sues200_uav_150m_to_satellite,1,full,4000,14,0,0.8666666666666667,0.9333333333333333,null,null,0,0.2555691103301942,57dc33cac810a66f1c276b8dc68466a2562826bfa3d96a19a4e94af56fd0392a,033b6eaea71b3084ca043902f6ba03b6487bf1762a9180963357103097d172cc</a:t>
            </a:r>
          </a:p>
          <a:p xmlns:a="http://schemas.openxmlformats.org/drawingml/2006/main">
            <a:r>
              <a:t>sues200,sues200_uav_150m_to_satellite,1,full,4000,15,0,0.9333333333333333,1,null,null,0,0.2555691103301942,57dc33cac810a66f1c276b8dc68466a2562826bfa3d96a19a4e94af56fd0392a,033b6eaea71b3084ca043902f6ba03b6487bf1762a9180963357103097d172cc</a:t>
            </a:r>
          </a:p>
          <a:p xmlns:a="http://schemas.openxmlformats.org/drawingml/2006/main">
            <a:r>
              <a:t>sues200,sues200_uav_150m_to_satellite,2,visual,4000,1,3424,0,0.06666666666666667,0.3072429906542056,0.024627533149426787,0.2419188316240907,0.30457263685762886,57dc33cac810a66f1c276b8dc68466a2562826bfa3d96a19a4e94af56fd0392a,033b6eaea71b3084ca043902f6ba03b6487bf1762a9180963357103097d172cc</a:t>
            </a:r>
          </a:p>
          <a:p xmlns:a="http://schemas.openxmlformats.org/drawingml/2006/main">
            <a:r>
              <a:t>sues200,sues200_uav_150m_to_satellite,2,visual,4000,2,553,0.06666666666666667,0.13333333333333333,0.5316455696202531,0.08683163380321068,0.06149552662670612,0.30457263685762886,57dc33cac810a66f1c276b8dc68466a2562826bfa3d96a19a4e94af56fd0392a,033b6eaea71b3084ca043902f6ba03b6487bf1762a9180963357103097d172cc</a:t>
            </a:r>
          </a:p>
          <a:p xmlns:a="http://schemas.openxmlformats.org/drawingml/2006/main">
            <a:r>
              <a:t>sues200,sues200_uav_150m_to_satellite,2,visual,4000,3,23,0.13333333333333333,0.2,0.34782608695652173,0.1463863292466039,0.0011582786068320273,0.30457263685762886,57dc33cac810a66f1c276b8dc68466a2562826bfa3d96a19a4e94af56fd0392a,033b6eaea71b3084ca043902f6ba03b6487bf1762a9180963357103097d172cc</a:t>
            </a:r>
          </a:p>
          <a:p xmlns:a="http://schemas.openxmlformats.org/drawingml/2006/main">
            <a:r>
              <a:t>sues200,sues200_uav_150m_to_satellite,2,visual,4000,4,0,0.2,0.26666666666666666,null,null,0,0.30457263685762886,57dc33cac810a66f1c276b8dc68466a2562826bfa3d96a19a4e94af56fd0392a,033b6eaea71b3084ca043902f6ba03b6487bf1762a9180963357103097d172cc</a:t>
            </a:r>
          </a:p>
          <a:p xmlns:a="http://schemas.openxmlformats.org/drawingml/2006/main">
            <a:r>
              <a:t>sues200,sues200_uav_150m_to_satellite,2,visual,4000,5,0,0.26666666666666666,0.3333333333333333,null,null,0,0.30457263685762886,57dc33cac810a66f1c276b8dc68466a2562826bfa3d96a19a4e94af56fd0392a,033b6eaea71b3084ca043902f6ba03b6487bf1762a9180963357103097d172cc</a:t>
            </a:r>
          </a:p>
          <a:p xmlns:a="http://schemas.openxmlformats.org/drawingml/2006/main">
            <a:r>
              <a:t>sues200,sues200_uav_150m_to_satellite,2,visual,4000,6,0,0.3333333333333333,0.4,null,null,0,0.30457263685762886,57dc33cac810a66f1c276b8dc68466a2562826bfa3d96a19a4e94af56fd0392a,033b6eaea71b3084ca043902f6ba03b6487bf1762a9180963357103097d172cc</a:t>
            </a:r>
          </a:p>
          <a:p xmlns:a="http://schemas.openxmlformats.org/drawingml/2006/main">
            <a:r>
              <a:t>sues200,sues200_uav_150m_to_satellite,2,visual,4000,7,0,0.4,0.4666666666666667,null,null,0,0.30457263685762886,57dc33cac810a66f1c276b8dc68466a2562826bfa3d96a19a4e94af56fd0392a,033b6eaea71b3084ca043902f6ba03b6487bf1762a9180963357103097d172cc</a:t>
            </a:r>
          </a:p>
          <a:p xmlns:a="http://schemas.openxmlformats.org/drawingml/2006/main">
            <a:r>
              <a:t>sues200,sues200_uav_150m_to_satellite,2,visual,4000,8,0,0.4666666666666667,0.5333333333333333,null,null,0,0.30457263685762886,57dc33cac810a66f1c276b8dc68466a2562826bfa3d96a19a4e94af56fd0392a,033b6eaea71b3084ca043902f6ba03b6487bf1762a9180963357103097d172cc</a:t>
            </a:r>
          </a:p>
          <a:p xmlns:a="http://schemas.openxmlformats.org/drawingml/2006/main">
            <a:r>
              <a:t>sues200,sues200_uav_150m_to_satellite,2,visual,4000,9,0,0.5333333333333333,0.6,null,null,0,0.30457263685762886,57dc33cac810a66f1c276b8dc68466a2562826bfa3d96a19a4e94af56fd0392a,033b6eaea71b3084ca043902f6ba03b6487bf1762a9180963357103097d172cc</a:t>
            </a:r>
          </a:p>
          <a:p xmlns:a="http://schemas.openxmlformats.org/drawingml/2006/main">
            <a:r>
              <a:t>sues200,sues200_uav_150m_to_satellite,2,visual,4000,10,0,0.6,0.6666666666666666,null,null,0,0.30457263685762886,57dc33cac810a66f1c276b8dc68466a2562826bfa3d96a19a4e94af56fd0392a,033b6eaea71b3084ca043902f6ba03b6487bf1762a9180963357103097d172cc</a:t>
            </a:r>
          </a:p>
          <a:p xmlns:a="http://schemas.openxmlformats.org/drawingml/2006/main">
            <a:r>
              <a:t>sues200,sues200_uav_150m_to_satellite,2,visual,4000,11,0,0.6666666666666666,0.7333333333333333,null,null,0,0.30457263685762886,57dc33cac810a66f1c276b8dc68466a2562826bfa3d96a19a4e94af56fd0392a,033b6eaea71b3084ca043902f6ba03b6487bf1762a9180963357103097d172cc</a:t>
            </a:r>
          </a:p>
          <a:p xmlns:a="http://schemas.openxmlformats.org/drawingml/2006/main">
            <a:r>
              <a:t>sues200,sues200_uav_150m_to_satellite,2,visual,4000,12,0,0.7333333333333333,0.8,null,null,0,0.30457263685762886,57dc33cac810a66f1c276b8dc68466a2562826bfa3d96a19a4e94af56fd0392a,033b6eaea71b3084ca043902f6ba03b6487bf1762a9180963357103097d172cc</a:t>
            </a:r>
          </a:p>
          <a:p xmlns:a="http://schemas.openxmlformats.org/drawingml/2006/main">
            <a:r>
              <a:t>sues200,sues200_uav_150m_to_satellite,2,visual,4000,13,0,0.8,0.8666666666666667,null,null,0,0.30457263685762886,57dc33cac810a66f1c276b8dc68466a2562826bfa3d96a19a4e94af56fd0392a,033b6eaea71b3084ca043902f6ba03b6487bf1762a9180963357103097d172cc</a:t>
            </a:r>
          </a:p>
          <a:p xmlns:a="http://schemas.openxmlformats.org/drawingml/2006/main">
            <a:r>
              <a:t>sues200,sues200_uav_150m_to_satellite,2,visual,4000,14,0,0.8666666666666667,0.9333333333333333,null,null,0,0.30457263685762886,57dc33cac810a66f1c276b8dc68466a2562826bfa3d96a19a4e94af56fd0392a,033b6eaea71b3084ca043902f6ba03b6487bf1762a9180963357103097d172cc</a:t>
            </a:r>
          </a:p>
          <a:p xmlns:a="http://schemas.openxmlformats.org/drawingml/2006/main">
            <a:r>
              <a:t>sues200,sues200_uav_150m_to_satellite,2,visual,4000,15,0,0.9333333333333333,1,null,null,0,0.30457263685762886,57dc33cac810a66f1c276b8dc68466a2562826bfa3d96a19a4e94af56fd0392a,033b6eaea71b3084ca043902f6ba03b6487bf1762a9180963357103097d172cc</a:t>
            </a:r>
          </a:p>
          <a:p xmlns:a="http://schemas.openxmlformats.org/drawingml/2006/main">
            <a:r>
              <a:t>sues200,sues200_uav_150m_to_satellite,2,full,4000,1,3424,0,0.06666666666666667,0.2356892523364486,0.02484312713598815,0.18048428317159415,0.23444037965312603,57dc33cac810a66f1c276b8dc68466a2562826bfa3d96a19a4e94af56fd0392a,033b6eaea71b3084ca043902f6ba03b6487bf1762a9180963357103097d172cc</a:t>
            </a:r>
          </a:p>
          <a:p xmlns:a="http://schemas.openxmlformats.org/drawingml/2006/main">
            <a:r>
              <a:t>sues200,sues200_uav_150m_to_satellite,2,full,4000,2,545,0.06666666666666667,0.13333333333333333,0.47522935779816516,0.08809376648806651,0.05274722431600095,0.23444037965312603,57dc33cac810a66f1c276b8dc68466a2562826bfa3d96a19a4e94af56fd0392a,033b6eaea71b3084ca043902f6ba03b6487bf1762a9180963357103097d172cc</a:t>
            </a:r>
          </a:p>
          <a:p xmlns:a="http://schemas.openxmlformats.org/drawingml/2006/main">
            <a:r>
              <a:t>sues200,sues200_uav_150m_to_satellite,2,full,4000,3,27,0.13333333333333333,0.2,0.2962962962962963,0.14838114656783916,0.0009984272606670857,0.23444037965312603,57dc33cac810a66f1c276b8dc68466a2562826bfa3d96a19a4e94af56fd0392a,033b6eaea71b3084ca043902f6ba03b6487bf1762a9180963357103097d172cc</a:t>
            </a:r>
          </a:p>
          <a:p xmlns:a="http://schemas.openxmlformats.org/drawingml/2006/main">
            <a:r>
              <a:t>sues200,sues200_uav_150m_to_satellite,2,full,4000,4,4,0.2,0.26666666666666666,0,0.21044490486383438,0.0002104449048638344,0.23444037965312603,57dc33cac810a66f1c276b8dc68466a2562826bfa3d96a19a4e94af56fd0392a,033b6eaea71b3084ca043902f6ba03b6487bf1762a9180963357103097d172cc</a:t>
            </a:r>
          </a:p>
          <a:p xmlns:a="http://schemas.openxmlformats.org/drawingml/2006/main">
            <a:r>
              <a:t>sues200,sues200_uav_150m_to_satellite,2,full,4000,5,0,0.26666666666666666,0.3333333333333333,null,null,0,0.23444037965312603,57dc33cac810a66f1c276b8dc68466a2562826bfa3d96a19a4e94af56fd0392a,033b6eaea71b3084ca043902f6ba03b6487bf1762a9180963357103097d172cc</a:t>
            </a:r>
          </a:p>
          <a:p xmlns:a="http://schemas.openxmlformats.org/drawingml/2006/main">
            <a:r>
              <a:t>sues200,sues200_uav_150m_to_satellite,2,full,4000,6,0,0.3333333333333333,0.4,null,null,0,0.23444037965312603,57dc33cac810a66f1c276b8dc68466a2562826bfa3d96a19a4e94af56fd0392a,033b6eaea71b3084ca043902f6ba03b6487bf1762a9180963357103097d172cc</a:t>
            </a:r>
          </a:p>
          <a:p xmlns:a="http://schemas.openxmlformats.org/drawingml/2006/main">
            <a:r>
              <a:t>sues200,sues200_uav_150m_to_satellite,2,full,4000,7,0,0.4,0.4666666666666667,null,null,0,0.23444037965312603,57dc33cac810a66f1c276b8dc68466a2562826bfa3d96a19a4e94af56fd0392a,033b6eaea71b3084ca043902f6ba03b6487bf1762a9180963357103097d172cc</a:t>
            </a:r>
          </a:p>
          <a:p xmlns:a="http://schemas.openxmlformats.org/drawingml/2006/main">
            <a:r>
              <a:t>sues200,sues200_uav_150m_to_satellite,2,full,4000,8,0,0.4666666666666667,0.5333333333333333,null,null,0,0.23444037965312603,57dc33cac810a66f1c276b8dc68466a2562826bfa3d96a19a4e94af56fd0392a,033b6eaea71b3084ca043902f6ba03b6487bf1762a9180963357103097d172cc</a:t>
            </a:r>
          </a:p>
          <a:p xmlns:a="http://schemas.openxmlformats.org/drawingml/2006/main">
            <a:r>
              <a:t>sues200,sues200_uav_150m_to_satellite,2,full,4000,9,0,0.5333333333333333,0.6,null,null,0,0.23444037965312603,57dc33cac810a66f1c276b8dc68466a2562826bfa3d96a19a4e94af56fd0392a,033b6eaea71b3084ca043902f6ba03b6487bf1762a9180963357103097d172cc</a:t>
            </a:r>
          </a:p>
          <a:p xmlns:a="http://schemas.openxmlformats.org/drawingml/2006/main">
            <a:r>
              <a:t>sues200,sues200_uav_150m_to_satellite,2,full,4000,10,0,0.6,0.6666666666666666,null,null,0,0.23444037965312603,57dc33cac810a66f1c276b8dc68466a2562826bfa3d96a19a4e94af56fd0392a,033b6eaea71b3084ca043902f6ba03b6487bf1762a9180963357103097d172cc</a:t>
            </a:r>
          </a:p>
          <a:p xmlns:a="http://schemas.openxmlformats.org/drawingml/2006/main">
            <a:r>
              <a:t>sues200,sues200_uav_150m_to_satellite,2,full,4000,11,0,0.6666666666666666,0.7333333333333333,null,null,0,0.23444037965312603,57dc33cac810a66f1c276b8dc68466a2562826bfa3d96a19a4e94af56fd0392a,033b6eaea71b3084ca043902f6ba03b6487bf1762a9180963357103097d172cc</a:t>
            </a:r>
          </a:p>
          <a:p xmlns:a="http://schemas.openxmlformats.org/drawingml/2006/main">
            <a:r>
              <a:t>sues200,sues200_uav_150m_to_satellite,2,full,4000,12,0,0.7333333333333333,0.8,null,null,0,0.23444037965312603,57dc33cac810a66f1c276b8dc68466a2562826bfa3d96a19a4e94af56fd0392a,033b6eaea71b3084ca043902f6ba03b6487bf1762a9180963357103097d172cc</a:t>
            </a:r>
          </a:p>
          <a:p xmlns:a="http://schemas.openxmlformats.org/drawingml/2006/main">
            <a:r>
              <a:t>sues200,sues200_uav_150m_to_satellite,2,full,4000,13,0,0.8,0.8666666666666667,null,null,0,0.23444037965312603,57dc33cac810a66f1c276b8dc68466a2562826bfa3d96a19a4e94af56fd0392a,033b6eaea71b3084ca043902f6ba03b6487bf1762a9180963357103097d172cc</a:t>
            </a:r>
          </a:p>
          <a:p xmlns:a="http://schemas.openxmlformats.org/drawingml/2006/main">
            <a:r>
              <a:t>sues200,sues200_uav_150m_to_satellite,2,full,4000,14,0,0.8666666666666667,0.9333333333333333,null,null,0,0.23444037965312603,57dc33cac810a66f1c276b8dc68466a2562826bfa3d96a19a4e94af56fd0392a,033b6eaea71b3084ca043902f6ba03b6487bf1762a9180963357103097d172cc</a:t>
            </a:r>
          </a:p>
          <a:p xmlns:a="http://schemas.openxmlformats.org/drawingml/2006/main">
            <a:r>
              <a:t>sues200,sues200_uav_150m_to_satellite,2,full,4000,15,0,0.9333333333333333,1,null,null,0,0.23444037965312603,57dc33cac810a66f1c276b8dc68466a2562826bfa3d96a19a4e94af56fd0392a,033b6eaea71b3084ca043902f6ba03b6487bf1762a9180963357103097d172cc</a:t>
            </a:r>
          </a:p>
          <a:p xmlns:a="http://schemas.openxmlformats.org/drawingml/2006/main">
            <a:r>
              <a:t>sues200,sues200_uav_150m_to_satellite,3,visual,4000,1,3486,0,0.06666666666666667,0.34107860011474467,0.02396888055048383,0.2763611206002533,0.35556672758981583,57dc33cac810a66f1c276b8dc68466a2562826bfa3d96a19a4e94af56fd0392a,033b6eaea71b3084ca043902f6ba03b6487bf1762a9180963357103097d172cc</a:t>
            </a:r>
          </a:p>
          <a:p xmlns:a="http://schemas.openxmlformats.org/drawingml/2006/main">
            <a:r>
              <a:t>sues200,sues200_uav_150m_to_satellite,3,visual,4000,2,505,0.06666666666666667,0.13333333333333333,0.7108910891089109,0.08495614351612507,0.07902428688108921,0.35556672758981583,57dc33cac810a66f1c276b8dc68466a2562826bfa3d96a19a4e94af56fd0392a,033b6eaea71b3084ca043902f6ba03b6487bf1762a9180963357103097d172cc</a:t>
            </a:r>
          </a:p>
          <a:p xmlns:a="http://schemas.openxmlformats.org/drawingml/2006/main">
            <a:r>
              <a:t>sues200,sues200_uav_150m_to_satellite,3,visual,4000,3,9,0.13333333333333333,0.2,0.2222222222222222,0.14163550734519958,0.0001813201084733009,0.35556672758981583,57dc33cac810a66f1c276b8dc68466a2562826bfa3d96a19a4e94af56fd0392a,033b6eaea71b3084ca043902f6ba03b6487bf1762a9180963357103097d172cc</a:t>
            </a:r>
          </a:p>
          <a:p xmlns:a="http://schemas.openxmlformats.org/drawingml/2006/main">
            <a:r>
              <a:t>sues200,sues200_uav_150m_to_satellite,3,visual,4000,4,0,0.2,0.26666666666666666,null,null,0,0.35556672758981583,57dc33cac810a66f1c276b8dc68466a2562826bfa3d96a19a4e94af56fd0392a,033b6eaea71b3084ca043902f6ba03b6487bf1762a9180963357103097d172cc</a:t>
            </a:r>
          </a:p>
          <a:p xmlns:a="http://schemas.openxmlformats.org/drawingml/2006/main">
            <a:r>
              <a:t>sues200,sues200_uav_150m_to_satellite,3,visual,4000,5,0,0.26666666666666666,0.3333333333333333,null,null,0,0.35556672758981583,57dc33cac810a66f1c276b8dc68466a2562826bfa3d96a19a4e94af56fd0392a,033b6eaea71b3084ca043902f6ba03b6487bf1762a9180963357103097d172cc</a:t>
            </a:r>
          </a:p>
          <a:p xmlns:a="http://schemas.openxmlformats.org/drawingml/2006/main">
            <a:r>
              <a:t>sues200,sues200_uav_150m_to_satellite,3,visual,4000,6,0,0.3333333333333333,0.4,null,null,0,0.35556672758981583,57dc33cac810a66f1c276b8dc68466a2562826bfa3d96a19a4e94af56fd0392a,033b6eaea71b3084ca043902f6ba03b6487bf1762a9180963357103097d172cc</a:t>
            </a:r>
          </a:p>
          <a:p xmlns:a="http://schemas.openxmlformats.org/drawingml/2006/main">
            <a:r>
              <a:t>sues200,sues200_uav_150m_to_satellite,3,visual,4000,7,0,0.4,0.4666666666666667,null,null,0,0.35556672758981583,57dc33cac810a66f1c276b8dc68466a2562826bfa3d96a19a4e94af56fd0392a,033b6eaea71b3084ca043902f6ba03b6487bf1762a9180963357103097d172cc</a:t>
            </a:r>
          </a:p>
          <a:p xmlns:a="http://schemas.openxmlformats.org/drawingml/2006/main">
            <a:r>
              <a:t>sues200,sues200_uav_150m_to_satellite,3,visual,4000,8,0,0.4666666666666667,0.5333333333333333,null,null,0,0.35556672758981583,57dc33cac810a66f1c276b8dc68466a2562826bfa3d96a19a4e94af56fd0392a,033b6eaea71b3084ca043902f6ba03b6487bf1762a9180963357103097d172cc</a:t>
            </a:r>
          </a:p>
          <a:p xmlns:a="http://schemas.openxmlformats.org/drawingml/2006/main">
            <a:r>
              <a:t>sues200,sues200_uav_150m_to_satellite,3,visual,4000,9,0,0.5333333333333333,0.6,null,null,0,0.35556672758981583,57dc33cac810a66f1c276b8dc68466a2562826bfa3d96a19a4e94af56fd0392a,033b6eaea71b3084ca043902f6ba03b6487bf1762a9180963357103097d172cc</a:t>
            </a:r>
          </a:p>
          <a:p xmlns:a="http://schemas.openxmlformats.org/drawingml/2006/main">
            <a:r>
              <a:t>sues200,sues200_uav_150m_to_satellite,3,visual,4000,10,0,0.6,0.6666666666666666,null,null,0,0.35556672758981583,57dc33cac810a66f1c276b8dc68466a2562826bfa3d96a19a4e94af56fd0392a,033b6eaea71b3084ca043902f6ba03b6487bf1762a9180963357103097d172cc</a:t>
            </a:r>
          </a:p>
          <a:p xmlns:a="http://schemas.openxmlformats.org/drawingml/2006/main">
            <a:r>
              <a:t>sues200,sues200_uav_150m_to_satellite,3,visual,4000,11,0,0.6666666666666666,0.7333333333333333,null,null,0,0.35556672758981583,57dc33cac810a66f1c276b8dc68466a2562826bfa3d96a19a4e94af56fd0392a,033b6eaea71b3084ca043902f6ba03b6487bf1762a9180963357103097d172cc</a:t>
            </a:r>
          </a:p>
          <a:p xmlns:a="http://schemas.openxmlformats.org/drawingml/2006/main">
            <a:r>
              <a:t>sues200,sues200_uav_150m_to_satellite,3,visual,4000,12,0,0.7333333333333333,0.8,null,null,0,0.35556672758981583,57dc33cac810a66f1c276b8dc68466a2562826bfa3d96a19a4e94af56fd0392a,033b6eaea71b3084ca043902f6ba03b6487bf1762a9180963357103097d172cc</a:t>
            </a:r>
          </a:p>
          <a:p xmlns:a="http://schemas.openxmlformats.org/drawingml/2006/main">
            <a:r>
              <a:t>sues200,sues200_uav_150m_to_satellite,3,visual,4000,13,0,0.8,0.8666666666666667,null,null,0,0.35556672758981583,57dc33cac810a66f1c276b8dc68466a2562826bfa3d96a19a4e94af56fd0392a,033b6eaea71b3084ca043902f6ba03b6487bf1762a9180963357103097d172cc</a:t>
            </a:r>
          </a:p>
          <a:p xmlns:a="http://schemas.openxmlformats.org/drawingml/2006/main">
            <a:r>
              <a:t>sues200,sues200_uav_150m_to_satellite,3,visual,4000,14,0,0.8666666666666667,0.9333333333333333,null,null,0,0.35556672758981583,57dc33cac810a66f1c276b8dc68466a2562826bfa3d96a19a4e94af56fd0392a,033b6eaea71b3084ca043902f6ba03b6487bf1762a9180963357103097d172cc</a:t>
            </a:r>
          </a:p>
          <a:p xmlns:a="http://schemas.openxmlformats.org/drawingml/2006/main">
            <a:r>
              <a:t>sues200,sues200_uav_150m_to_satellite,3,visual,4000,15,0,0.9333333333333333,1,null,null,0,0.35556672758981583,57dc33cac810a66f1c276b8dc68466a2562826bfa3d96a19a4e94af56fd0392a,033b6eaea71b3084ca043902f6ba03b6487bf1762a9180963357103097d172cc</a:t>
            </a:r>
          </a:p>
          <a:p xmlns:a="http://schemas.openxmlformats.org/drawingml/2006/main">
            <a:r>
              <a:t>sues200,sues200_uav_150m_to_satellite,3,full,4000,1,3374,0,0.06666666666666667,0.2548903378778897,0.02356524933317249,0.195122712187469,0.26322793336585165,57dc33cac810a66f1c276b8dc68466a2562826bfa3d96a19a4e94af56fd0392a,033b6eaea71b3084ca043902f6ba03b6487bf1762a9180963357103097d172cc</a:t>
            </a:r>
          </a:p>
          <a:p xmlns:a="http://schemas.openxmlformats.org/drawingml/2006/main">
            <a:r>
              <a:t>sues200,sues200_uav_150m_to_satellite,3,full,4000,2,591,0.06666666666666667,0.13333333333333333,0.5346869712351946,0.08898490286619731,0.06585248060151934,0.26322793336585165,57dc33cac810a66f1c276b8dc68466a2562826bfa3d96a19a4e94af56fd0392a,033b6eaea71b3084ca043902f6ba03b6487bf1762a9180963357103097d172cc</a:t>
            </a:r>
          </a:p>
          <a:p xmlns:a="http://schemas.openxmlformats.org/drawingml/2006/main">
            <a:r>
              <a:t>sues200,sues200_uav_150m_to_satellite,3,full,4000,3,35,0.13333333333333333,0.2,0.4,0.142543934072767,0.0022527405768632894,0.26322793336585165,57dc33cac810a66f1c276b8dc68466a2562826bfa3d96a19a4e94af56fd0392a,033b6eaea71b3084ca043902f6ba03b6487bf1762a9180963357103097d172cc</a:t>
            </a:r>
          </a:p>
          <a:p xmlns:a="http://schemas.openxmlformats.org/drawingml/2006/main">
            <a:r>
              <a:t>sues200,sues200_uav_150m_to_satellite,3,full,4000,4,0,0.2,0.26666666666666666,null,null,0,0.26322793336585165,57dc33cac810a66f1c276b8dc68466a2562826bfa3d96a19a4e94af56fd0392a,033b6eaea71b3084ca043902f6ba03b6487bf1762a9180963357103097d172cc</a:t>
            </a:r>
          </a:p>
          <a:p xmlns:a="http://schemas.openxmlformats.org/drawingml/2006/main">
            <a:r>
              <a:t>sues200,sues200_uav_150m_to_satellite,3,full,4000,5,0,0.26666666666666666,0.3333333333333333,null,null,0,0.26322793336585165,57dc33cac810a66f1c276b8dc68466a2562826bfa3d96a19a4e94af56fd0392a,033b6eaea71b3084ca043902f6ba03b6487bf1762a9180963357103097d172cc</a:t>
            </a:r>
          </a:p>
          <a:p xmlns:a="http://schemas.openxmlformats.org/drawingml/2006/main">
            <a:r>
              <a:t>sues200,sues200_uav_150m_to_satellite,3,full,4000,6,0,0.3333333333333333,0.4,null,null,0,0.26322793336585165,57dc33cac810a66f1c276b8dc68466a2562826bfa3d96a19a4e94af56fd0392a,033b6eaea71b3084ca043902f6ba03b6487bf1762a9180963357103097d172cc</a:t>
            </a:r>
          </a:p>
          <a:p xmlns:a="http://schemas.openxmlformats.org/drawingml/2006/main">
            <a:r>
              <a:t>sues200,sues200_uav_150m_to_satellite,3,full,4000,7,0,0.4,0.4666666666666667,null,null,0,0.26322793336585165,57dc33cac810a66f1c276b8dc68466a2562826bfa3d96a19a4e94af56fd0392a,033b6eaea71b3084ca043902f6ba03b6487bf1762a9180963357103097d172cc</a:t>
            </a:r>
          </a:p>
          <a:p xmlns:a="http://schemas.openxmlformats.org/drawingml/2006/main">
            <a:r>
              <a:t>sues200,sues200_uav_150m_to_satellite,3,full,4000,8,0,0.4666666666666667,0.5333333333333333,null,null,0,0.26322793336585165,57dc33cac810a66f1c276b8dc68466a2562826bfa3d96a19a4e94af56fd0392a,033b6eaea71b3084ca043902f6ba03b6487bf1762a9180963357103097d172cc</a:t>
            </a:r>
          </a:p>
          <a:p xmlns:a="http://schemas.openxmlformats.org/drawingml/2006/main">
            <a:r>
              <a:t>sues200,sues200_uav_150m_to_satellite,3,full,4000,9,0,0.5333333333333333,0.6,null,null,0,0.26322793336585165,57dc33cac810a66f1c276b8dc68466a2562826bfa3d96a19a4e94af56fd0392a,033b6eaea71b3084ca043902f6ba03b6487bf1762a9180963357103097d172cc</a:t>
            </a:r>
          </a:p>
          <a:p xmlns:a="http://schemas.openxmlformats.org/drawingml/2006/main">
            <a:r>
              <a:t>sues200,sues200_uav_150m_to_satellite,3,full,4000,10,0,0.6,0.6666666666666666,null,null,0,0.26322793336585165,57dc33cac810a66f1c276b8dc68466a2562826bfa3d96a19a4e94af56fd0392a,033b6eaea71b3084ca043902f6ba03b6487bf1762a9180963357103097d172cc</a:t>
            </a:r>
          </a:p>
          <a:p xmlns:a="http://schemas.openxmlformats.org/drawingml/2006/main">
            <a:r>
              <a:t>sues200,sues200_uav_150m_to_satellite,3,full,4000,11,0,0.6666666666666666,0.7333333333333333,null,null,0,0.26322793336585165,57dc33cac810a66f1c276b8dc68466a2562826bfa3d96a19a4e94af56fd0392a,033b6eaea71b3084ca043902f6ba03b6487bf1762a9180963357103097d172cc</a:t>
            </a:r>
          </a:p>
          <a:p xmlns:a="http://schemas.openxmlformats.org/drawingml/2006/main">
            <a:r>
              <a:t>sues200,sues200_uav_150m_to_satellite,3,full,4000,12,0,0.7333333333333333,0.8,null,null,0,0.26322793336585165,57dc33cac810a66f1c276b8dc68466a2562826bfa3d96a19a4e94af56fd0392a,033b6eaea71b3084ca043902f6ba03b6487bf1762a9180963357103097d172cc</a:t>
            </a:r>
          </a:p>
          <a:p xmlns:a="http://schemas.openxmlformats.org/drawingml/2006/main">
            <a:r>
              <a:t>sues200,sues200_uav_150m_to_satellite,3,full,4000,13,0,0.8,0.8666666666666667,null,null,0,0.26322793336585165,57dc33cac810a66f1c276b8dc68466a2562826bfa3d96a19a4e94af56fd0392a,033b6eaea71b3084ca043902f6ba03b6487bf1762a9180963357103097d172cc</a:t>
            </a:r>
          </a:p>
          <a:p xmlns:a="http://schemas.openxmlformats.org/drawingml/2006/main">
            <a:r>
              <a:t>sues200,sues200_uav_150m_to_satellite,3,full,4000,14,0,0.8666666666666667,0.9333333333333333,null,null,0,0.26322793336585165,57dc33cac810a66f1c276b8dc68466a2562826bfa3d96a19a4e94af56fd0392a,033b6eaea71b3084ca043902f6ba03b6487bf1762a9180963357103097d172cc</a:t>
            </a:r>
          </a:p>
          <a:p xmlns:a="http://schemas.openxmlformats.org/drawingml/2006/main">
            <a:r>
              <a:t>sues200,sues200_uav_150m_to_satellite,3,full,4000,15,0,0.9333333333333333,1,null,null,0,0.26322793336585165,57dc33cac810a66f1c276b8dc68466a2562826bfa3d96a19a4e94af56fd0392a,033b6eaea71b3084ca043902f6ba03b6487bf1762a9180963357103097d172cc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150 m.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sues200,sues200_satellite_to_uav_150m,1,visual,80,1,80,0,0.06666666666666667,0.5375,0.0046874329447746275,0.5328125670552254,0.5328125670552254,a0024554fabfdcd03efe8d46da3c80414baa16d26cf6a40d05e521ce55eeaddc,033b6eaea71b3084ca043902f6ba03b6487bf1762a9180963357103097d172cc</a:t>
            </a:r>
          </a:p>
          <a:p xmlns:a="http://schemas.openxmlformats.org/drawingml/2006/main">
            <a:r>
              <a:t>sues200,sues200_satellite_to_uav_150m,1,visual,80,2,0,0.06666666666666667,0.13333333333333333,null,null,0,0.5328125670552254,a0024554fabfdcd03efe8d46da3c80414baa16d26cf6a40d05e521ce55eeaddc,033b6eaea71b3084ca043902f6ba03b6487bf1762a9180963357103097d172cc</a:t>
            </a:r>
          </a:p>
          <a:p xmlns:a="http://schemas.openxmlformats.org/drawingml/2006/main">
            <a:r>
              <a:t>sues200,sues200_satellite_to_uav_150m,1,visual,80,3,0,0.13333333333333333,0.2,null,null,0,0.5328125670552254,a0024554fabfdcd03efe8d46da3c80414baa16d26cf6a40d05e521ce55eeaddc,033b6eaea71b3084ca043902f6ba03b6487bf1762a9180963357103097d172cc</a:t>
            </a:r>
          </a:p>
          <a:p xmlns:a="http://schemas.openxmlformats.org/drawingml/2006/main">
            <a:r>
              <a:t>sues200,sues200_satellite_to_uav_150m,1,visual,80,4,0,0.2,0.26666666666666666,null,null,0,0.5328125670552254,a0024554fabfdcd03efe8d46da3c80414baa16d26cf6a40d05e521ce55eeaddc,033b6eaea71b3084ca043902f6ba03b6487bf1762a9180963357103097d172cc</a:t>
            </a:r>
          </a:p>
          <a:p xmlns:a="http://schemas.openxmlformats.org/drawingml/2006/main">
            <a:r>
              <a:t>sues200,sues200_satellite_to_uav_150m,1,visual,80,5,0,0.26666666666666666,0.3333333333333333,null,null,0,0.5328125670552254,a0024554fabfdcd03efe8d46da3c80414baa16d26cf6a40d05e521ce55eeaddc,033b6eaea71b3084ca043902f6ba03b6487bf1762a9180963357103097d172cc</a:t>
            </a:r>
          </a:p>
          <a:p xmlns:a="http://schemas.openxmlformats.org/drawingml/2006/main">
            <a:r>
              <a:t>sues200,sues200_satellite_to_uav_150m,1,visual,80,6,0,0.3333333333333333,0.4,null,null,0,0.5328125670552254,a0024554fabfdcd03efe8d46da3c80414baa16d26cf6a40d05e521ce55eeaddc,033b6eaea71b3084ca043902f6ba03b6487bf1762a9180963357103097d172cc</a:t>
            </a:r>
          </a:p>
          <a:p xmlns:a="http://schemas.openxmlformats.org/drawingml/2006/main">
            <a:r>
              <a:t>sues200,sues200_satellite_to_uav_150m,1,visual,80,7,0,0.4,0.4666666666666667,null,null,0,0.5328125670552254,a0024554fabfdcd03efe8d46da3c80414baa16d26cf6a40d05e521ce55eeaddc,033b6eaea71b3084ca043902f6ba03b6487bf1762a9180963357103097d172cc</a:t>
            </a:r>
          </a:p>
          <a:p xmlns:a="http://schemas.openxmlformats.org/drawingml/2006/main">
            <a:r>
              <a:t>sues200,sues200_satellite_to_uav_150m,1,visual,80,8,0,0.4666666666666667,0.5333333333333333,null,null,0,0.5328125670552254,a0024554fabfdcd03efe8d46da3c80414baa16d26cf6a40d05e521ce55eeaddc,033b6eaea71b3084ca043902f6ba03b6487bf1762a9180963357103097d172cc</a:t>
            </a:r>
          </a:p>
          <a:p xmlns:a="http://schemas.openxmlformats.org/drawingml/2006/main">
            <a:r>
              <a:t>sues200,sues200_satellite_to_uav_150m,1,visual,80,9,0,0.5333333333333333,0.6,null,null,0,0.5328125670552254,a0024554fabfdcd03efe8d46da3c80414baa16d26cf6a40d05e521ce55eeaddc,033b6eaea71b3084ca043902f6ba03b6487bf1762a9180963357103097d172cc</a:t>
            </a:r>
          </a:p>
          <a:p xmlns:a="http://schemas.openxmlformats.org/drawingml/2006/main">
            <a:r>
              <a:t>sues200,sues200_satellite_to_uav_150m,1,visual,80,10,0,0.6,0.6666666666666666,null,null,0,0.5328125670552254,a0024554fabfdcd03efe8d46da3c80414baa16d26cf6a40d05e521ce55eeaddc,033b6eaea71b3084ca043902f6ba03b6487bf1762a9180963357103097d172cc</a:t>
            </a:r>
          </a:p>
          <a:p xmlns:a="http://schemas.openxmlformats.org/drawingml/2006/main">
            <a:r>
              <a:t>sues200,sues200_satellite_to_uav_150m,1,visual,80,11,0,0.6666666666666666,0.7333333333333333,null,null,0,0.5328125670552254,a0024554fabfdcd03efe8d46da3c80414baa16d26cf6a40d05e521ce55eeaddc,033b6eaea71b3084ca043902f6ba03b6487bf1762a9180963357103097d172cc</a:t>
            </a:r>
          </a:p>
          <a:p xmlns:a="http://schemas.openxmlformats.org/drawingml/2006/main">
            <a:r>
              <a:t>sues200,sues200_satellite_to_uav_150m,1,visual,80,12,0,0.7333333333333333,0.8,null,null,0,0.5328125670552254,a0024554fabfdcd03efe8d46da3c80414baa16d26cf6a40d05e521ce55eeaddc,033b6eaea71b3084ca043902f6ba03b6487bf1762a9180963357103097d172cc</a:t>
            </a:r>
          </a:p>
          <a:p xmlns:a="http://schemas.openxmlformats.org/drawingml/2006/main">
            <a:r>
              <a:t>sues200,sues200_satellite_to_uav_150m,1,visual,80,13,0,0.8,0.8666666666666667,null,null,0,0.5328125670552254,a0024554fabfdcd03efe8d46da3c80414baa16d26cf6a40d05e521ce55eeaddc,033b6eaea71b3084ca043902f6ba03b6487bf1762a9180963357103097d172cc</a:t>
            </a:r>
          </a:p>
          <a:p xmlns:a="http://schemas.openxmlformats.org/drawingml/2006/main">
            <a:r>
              <a:t>sues200,sues200_satellite_to_uav_150m,1,visual,80,14,0,0.8666666666666667,0.9333333333333333,null,null,0,0.5328125670552254,a0024554fabfdcd03efe8d46da3c80414baa16d26cf6a40d05e521ce55eeaddc,033b6eaea71b3084ca043902f6ba03b6487bf1762a9180963357103097d172cc</a:t>
            </a:r>
          </a:p>
          <a:p xmlns:a="http://schemas.openxmlformats.org/drawingml/2006/main">
            <a:r>
              <a:t>sues200,sues200_satellite_to_uav_150m,1,visual,80,15,0,0.9333333333333333,1,null,null,0,0.5328125670552254,a0024554fabfdcd03efe8d46da3c80414baa16d26cf6a40d05e521ce55eeaddc,033b6eaea71b3084ca043902f6ba03b6487bf1762a9180963357103097d172cc</a:t>
            </a:r>
          </a:p>
          <a:p xmlns:a="http://schemas.openxmlformats.org/drawingml/2006/main">
            <a:r>
              <a:t>sues200,sues200_satellite_to_uav_150m,1,full,80,1,80,0,0.06666666666666667,0.475,0.005783560499548912,0.46921643950045105,0.46921643950045105,a0024554fabfdcd03efe8d46da3c80414baa16d26cf6a40d05e521ce55eeaddc,033b6eaea71b3084ca043902f6ba03b6487bf1762a9180963357103097d172cc</a:t>
            </a:r>
          </a:p>
          <a:p xmlns:a="http://schemas.openxmlformats.org/drawingml/2006/main">
            <a:r>
              <a:t>sues200,sues200_satellite_to_uav_150m,1,full,80,2,0,0.06666666666666667,0.13333333333333333,null,null,0,0.46921643950045105,a0024554fabfdcd03efe8d46da3c80414baa16d26cf6a40d05e521ce55eeaddc,033b6eaea71b3084ca043902f6ba03b6487bf1762a9180963357103097d172cc</a:t>
            </a:r>
          </a:p>
          <a:p xmlns:a="http://schemas.openxmlformats.org/drawingml/2006/main">
            <a:r>
              <a:t>sues200,sues200_satellite_to_uav_150m,1,full,80,3,0,0.13333333333333333,0.2,null,null,0,0.46921643950045105,a0024554fabfdcd03efe8d46da3c80414baa16d26cf6a40d05e521ce55eeaddc,033b6eaea71b3084ca043902f6ba03b6487bf1762a9180963357103097d172cc</a:t>
            </a:r>
          </a:p>
          <a:p xmlns:a="http://schemas.openxmlformats.org/drawingml/2006/main">
            <a:r>
              <a:t>sues200,sues200_satellite_to_uav_150m,1,full,80,4,0,0.2,0.26666666666666666,null,null,0,0.46921643950045105,a0024554fabfdcd03efe8d46da3c80414baa16d26cf6a40d05e521ce55eeaddc,033b6eaea71b3084ca043902f6ba03b6487bf1762a9180963357103097d172cc</a:t>
            </a:r>
          </a:p>
          <a:p xmlns:a="http://schemas.openxmlformats.org/drawingml/2006/main">
            <a:r>
              <a:t>sues200,sues200_satellite_to_uav_150m,1,full,80,5,0,0.26666666666666666,0.3333333333333333,null,null,0,0.46921643950045105,a0024554fabfdcd03efe8d46da3c80414baa16d26cf6a40d05e521ce55eeaddc,033b6eaea71b3084ca043902f6ba03b6487bf1762a9180963357103097d172cc</a:t>
            </a:r>
          </a:p>
          <a:p xmlns:a="http://schemas.openxmlformats.org/drawingml/2006/main">
            <a:r>
              <a:t>sues200,sues200_satellite_to_uav_150m,1,full,80,6,0,0.3333333333333333,0.4,null,null,0,0.46921643950045105,a0024554fabfdcd03efe8d46da3c80414baa16d26cf6a40d05e521ce55eeaddc,033b6eaea71b3084ca043902f6ba03b6487bf1762a9180963357103097d172cc</a:t>
            </a:r>
          </a:p>
          <a:p xmlns:a="http://schemas.openxmlformats.org/drawingml/2006/main">
            <a:r>
              <a:t>sues200,sues200_satellite_to_uav_150m,1,full,80,7,0,0.4,0.4666666666666667,null,null,0,0.46921643950045105,a0024554fabfdcd03efe8d46da3c80414baa16d26cf6a40d05e521ce55eeaddc,033b6eaea71b3084ca043902f6ba03b6487bf1762a9180963357103097d172cc</a:t>
            </a:r>
          </a:p>
          <a:p xmlns:a="http://schemas.openxmlformats.org/drawingml/2006/main">
            <a:r>
              <a:t>sues200,sues200_satellite_to_uav_150m,1,full,80,8,0,0.4666666666666667,0.5333333333333333,null,null,0,0.46921643950045105,a0024554fabfdcd03efe8d46da3c80414baa16d26cf6a40d05e521ce55eeaddc,033b6eaea71b3084ca043902f6ba03b6487bf1762a9180963357103097d172cc</a:t>
            </a:r>
          </a:p>
          <a:p xmlns:a="http://schemas.openxmlformats.org/drawingml/2006/main">
            <a:r>
              <a:t>sues200,sues200_satellite_to_uav_150m,1,full,80,9,0,0.5333333333333333,0.6,null,null,0,0.46921643950045105,a0024554fabfdcd03efe8d46da3c80414baa16d26cf6a40d05e521ce55eeaddc,033b6eaea71b3084ca043902f6ba03b6487bf1762a9180963357103097d172cc</a:t>
            </a:r>
          </a:p>
          <a:p xmlns:a="http://schemas.openxmlformats.org/drawingml/2006/main">
            <a:r>
              <a:t>sues200,sues200_satellite_to_uav_150m,1,full,80,10,0,0.6,0.6666666666666666,null,null,0,0.46921643950045105,a0024554fabfdcd03efe8d46da3c80414baa16d26cf6a40d05e521ce55eeaddc,033b6eaea71b3084ca043902f6ba03b6487bf1762a9180963357103097d172cc</a:t>
            </a:r>
          </a:p>
          <a:p xmlns:a="http://schemas.openxmlformats.org/drawingml/2006/main">
            <a:r>
              <a:t>sues200,sues200_satellite_to_uav_150m,1,full,80,11,0,0.6666666666666666,0.7333333333333333,null,null,0,0.46921643950045105,a0024554fabfdcd03efe8d46da3c80414baa16d26cf6a40d05e521ce55eeaddc,033b6eaea71b3084ca043902f6ba03b6487bf1762a9180963357103097d172cc</a:t>
            </a:r>
          </a:p>
          <a:p xmlns:a="http://schemas.openxmlformats.org/drawingml/2006/main">
            <a:r>
              <a:t>sues200,sues200_satellite_to_uav_150m,1,full,80,12,0,0.7333333333333333,0.8,null,null,0,0.46921643950045105,a0024554fabfdcd03efe8d46da3c80414baa16d26cf6a40d05e521ce55eeaddc,033b6eaea71b3084ca043902f6ba03b6487bf1762a9180963357103097d172cc</a:t>
            </a:r>
          </a:p>
          <a:p xmlns:a="http://schemas.openxmlformats.org/drawingml/2006/main">
            <a:r>
              <a:t>sues200,sues200_satellite_to_uav_150m,1,full,80,13,0,0.8,0.8666666666666667,null,null,0,0.46921643950045105,a0024554fabfdcd03efe8d46da3c80414baa16d26cf6a40d05e521ce55eeaddc,033b6eaea71b3084ca043902f6ba03b6487bf1762a9180963357103097d172cc</a:t>
            </a:r>
          </a:p>
          <a:p xmlns:a="http://schemas.openxmlformats.org/drawingml/2006/main">
            <a:r>
              <a:t>sues200,sues200_satellite_to_uav_150m,1,full,80,14,0,0.8666666666666667,0.9333333333333333,null,null,0,0.46921643950045105,a0024554fabfdcd03efe8d46da3c80414baa16d26cf6a40d05e521ce55eeaddc,033b6eaea71b3084ca043902f6ba03b6487bf1762a9180963357103097d172cc</a:t>
            </a:r>
          </a:p>
          <a:p xmlns:a="http://schemas.openxmlformats.org/drawingml/2006/main">
            <a:r>
              <a:t>sues200,sues200_satellite_to_uav_150m,1,full,80,15,0,0.9333333333333333,1,null,null,0,0.46921643950045105,a0024554fabfdcd03efe8d46da3c80414baa16d26cf6a40d05e521ce55eeaddc,033b6eaea71b3084ca043902f6ba03b6487bf1762a9180963357103097d172cc</a:t>
            </a:r>
          </a:p>
          <a:p xmlns:a="http://schemas.openxmlformats.org/drawingml/2006/main">
            <a:r>
              <a:t>sues200,sues200_satellite_to_uav_150m,2,visual,80,1,80,0,0.06666666666666667,0.575,0.006751430407166481,0.5682485695928334,0.5682485695928334,a0024554fabfdcd03efe8d46da3c80414baa16d26cf6a40d05e521ce55eeaddc,033b6eaea71b3084ca043902f6ba03b6487bf1762a9180963357103097d172cc</a:t>
            </a:r>
          </a:p>
          <a:p xmlns:a="http://schemas.openxmlformats.org/drawingml/2006/main">
            <a:r>
              <a:t>sues200,sues200_satellite_to_uav_150m,2,visual,80,2,0,0.06666666666666667,0.13333333333333333,null,null,0,0.5682485695928334,a0024554fabfdcd03efe8d46da3c80414baa16d26cf6a40d05e521ce55eeaddc,033b6eaea71b3084ca043902f6ba03b6487bf1762a9180963357103097d172cc</a:t>
            </a:r>
          </a:p>
          <a:p xmlns:a="http://schemas.openxmlformats.org/drawingml/2006/main">
            <a:r>
              <a:t>sues200,sues200_satellite_to_uav_150m,2,visual,80,3,0,0.13333333333333333,0.2,null,null,0,0.5682485695928334,a0024554fabfdcd03efe8d46da3c80414baa16d26cf6a40d05e521ce55eeaddc,033b6eaea71b3084ca043902f6ba03b6487bf1762a9180963357103097d172cc</a:t>
            </a:r>
          </a:p>
          <a:p xmlns:a="http://schemas.openxmlformats.org/drawingml/2006/main">
            <a:r>
              <a:t>sues200,sues200_satellite_to_uav_150m,2,visual,80,4,0,0.2,0.26666666666666666,null,null,0,0.5682485695928334,a0024554fabfdcd03efe8d46da3c80414baa16d26cf6a40d05e521ce55eeaddc,033b6eaea71b3084ca043902f6ba03b6487bf1762a9180963357103097d172cc</a:t>
            </a:r>
          </a:p>
          <a:p xmlns:a="http://schemas.openxmlformats.org/drawingml/2006/main">
            <a:r>
              <a:t>sues200,sues200_satellite_to_uav_150m,2,visual,80,5,0,0.26666666666666666,0.3333333333333333,null,null,0,0.5682485695928334,a0024554fabfdcd03efe8d46da3c80414baa16d26cf6a40d05e521ce55eeaddc,033b6eaea71b3084ca043902f6ba03b6487bf1762a9180963357103097d172cc</a:t>
            </a:r>
          </a:p>
          <a:p xmlns:a="http://schemas.openxmlformats.org/drawingml/2006/main">
            <a:r>
              <a:t>sues200,sues200_satellite_to_uav_150m,2,visual,80,6,0,0.3333333333333333,0.4,null,null,0,0.5682485695928334,a0024554fabfdcd03efe8d46da3c80414baa16d26cf6a40d05e521ce55eeaddc,033b6eaea71b3084ca043902f6ba03b6487bf1762a9180963357103097d172cc</a:t>
            </a:r>
          </a:p>
          <a:p xmlns:a="http://schemas.openxmlformats.org/drawingml/2006/main">
            <a:r>
              <a:t>sues200,sues200_satellite_to_uav_150m,2,visual,80,7,0,0.4,0.4666666666666667,null,null,0,0.5682485695928334,a0024554fabfdcd03efe8d46da3c80414baa16d26cf6a40d05e521ce55eeaddc,033b6eaea71b3084ca043902f6ba03b6487bf1762a9180963357103097d172cc</a:t>
            </a:r>
          </a:p>
          <a:p xmlns:a="http://schemas.openxmlformats.org/drawingml/2006/main">
            <a:r>
              <a:t>sues200,sues200_satellite_to_uav_150m,2,visual,80,8,0,0.4666666666666667,0.5333333333333333,null,null,0,0.5682485695928334,a0024554fabfdcd03efe8d46da3c80414baa16d26cf6a40d05e521ce55eeaddc,033b6eaea71b3084ca043902f6ba03b6487bf1762a9180963357103097d172cc</a:t>
            </a:r>
          </a:p>
          <a:p xmlns:a="http://schemas.openxmlformats.org/drawingml/2006/main">
            <a:r>
              <a:t>sues200,sues200_satellite_to_uav_150m,2,visual,80,9,0,0.5333333333333333,0.6,null,null,0,0.5682485695928334,a0024554fabfdcd03efe8d46da3c80414baa16d26cf6a40d05e521ce55eeaddc,033b6eaea71b3084ca043902f6ba03b6487bf1762a9180963357103097d172cc</a:t>
            </a:r>
          </a:p>
          <a:p xmlns:a="http://schemas.openxmlformats.org/drawingml/2006/main">
            <a:r>
              <a:t>sues200,sues200_satellite_to_uav_150m,2,visual,80,10,0,0.6,0.6666666666666666,null,null,0,0.5682485695928334,a0024554fabfdcd03efe8d46da3c80414baa16d26cf6a40d05e521ce55eeaddc,033b6eaea71b3084ca043902f6ba03b6487bf1762a9180963357103097d172cc</a:t>
            </a:r>
          </a:p>
          <a:p xmlns:a="http://schemas.openxmlformats.org/drawingml/2006/main">
            <a:r>
              <a:t>sues200,sues200_satellite_to_uav_150m,2,visual,80,11,0,0.6666666666666666,0.7333333333333333,null,null,0,0.5682485695928334,a0024554fabfdcd03efe8d46da3c80414baa16d26cf6a40d05e521ce55eeaddc,033b6eaea71b3084ca043902f6ba03b6487bf1762a9180963357103097d172cc</a:t>
            </a:r>
          </a:p>
          <a:p xmlns:a="http://schemas.openxmlformats.org/drawingml/2006/main">
            <a:r>
              <a:t>sues200,sues200_satellite_to_uav_150m,2,visual,80,12,0,0.7333333333333333,0.8,null,null,0,0.5682485695928334,a0024554fabfdcd03efe8d46da3c80414baa16d26cf6a40d05e521ce55eeaddc,033b6eaea71b3084ca043902f6ba03b6487bf1762a9180963357103097d172cc</a:t>
            </a:r>
          </a:p>
          <a:p xmlns:a="http://schemas.openxmlformats.org/drawingml/2006/main">
            <a:r>
              <a:t>sues200,sues200_satellite_to_uav_150m,2,visual,80,13,0,0.8,0.8666666666666667,null,null,0,0.5682485695928334,a0024554fabfdcd03efe8d46da3c80414baa16d26cf6a40d05e521ce55eeaddc,033b6eaea71b3084ca043902f6ba03b6487bf1762a9180963357103097d172cc</a:t>
            </a:r>
          </a:p>
          <a:p xmlns:a="http://schemas.openxmlformats.org/drawingml/2006/main">
            <a:r>
              <a:t>sues200,sues200_satellite_to_uav_150m,2,visual,80,14,0,0.8666666666666667,0.9333333333333333,null,null,0,0.5682485695928334,a0024554fabfdcd03efe8d46da3c80414baa16d26cf6a40d05e521ce55eeaddc,033b6eaea71b3084ca043902f6ba03b6487bf1762a9180963357103097d172cc</a:t>
            </a:r>
          </a:p>
          <a:p xmlns:a="http://schemas.openxmlformats.org/drawingml/2006/main">
            <a:r>
              <a:t>sues200,sues200_satellite_to_uav_150m,2,visual,80,15,0,0.9333333333333333,1,null,null,0,0.5682485695928334,a0024554fabfdcd03efe8d46da3c80414baa16d26cf6a40d05e521ce55eeaddc,033b6eaea71b3084ca043902f6ba03b6487bf1762a9180963357103097d172cc</a:t>
            </a:r>
          </a:p>
          <a:p xmlns:a="http://schemas.openxmlformats.org/drawingml/2006/main">
            <a:r>
              <a:t>sues200,sues200_satellite_to_uav_150m,2,full,80,1,80,0,0.06666666666666667,0.475,0.005104400590062142,0.46989559940993786,0.46989559940993786,a0024554fabfdcd03efe8d46da3c80414baa16d26cf6a40d05e521ce55eeaddc,033b6eaea71b3084ca043902f6ba03b6487bf1762a9180963357103097d172cc</a:t>
            </a:r>
          </a:p>
          <a:p xmlns:a="http://schemas.openxmlformats.org/drawingml/2006/main">
            <a:r>
              <a:t>sues200,sues200_satellite_to_uav_150m,2,full,80,2,0,0.06666666666666667,0.13333333333333333,null,null,0,0.46989559940993786,a0024554fabfdcd03efe8d46da3c80414baa16d26cf6a40d05e521ce55eeaddc,033b6eaea71b3084ca043902f6ba03b6487bf1762a9180963357103097d172cc</a:t>
            </a:r>
          </a:p>
          <a:p xmlns:a="http://schemas.openxmlformats.org/drawingml/2006/main">
            <a:r>
              <a:t>sues200,sues200_satellite_to_uav_150m,2,full,80,3,0,0.13333333333333333,0.2,null,null,0,0.46989559940993786,a0024554fabfdcd03efe8d46da3c80414baa16d26cf6a40d05e521ce55eeaddc,033b6eaea71b3084ca043902f6ba03b6487bf1762a9180963357103097d172cc</a:t>
            </a:r>
          </a:p>
          <a:p xmlns:a="http://schemas.openxmlformats.org/drawingml/2006/main">
            <a:r>
              <a:t>sues200,sues200_satellite_to_uav_150m,2,full,80,4,0,0.2,0.26666666666666666,null,null,0,0.46989559940993786,a0024554fabfdcd03efe8d46da3c80414baa16d26cf6a40d05e521ce55eeaddc,033b6eaea71b3084ca043902f6ba03b6487bf1762a9180963357103097d172cc</a:t>
            </a:r>
          </a:p>
          <a:p xmlns:a="http://schemas.openxmlformats.org/drawingml/2006/main">
            <a:r>
              <a:t>sues200,sues200_satellite_to_uav_150m,2,full,80,5,0,0.26666666666666666,0.3333333333333333,null,null,0,0.46989559940993786,a0024554fabfdcd03efe8d46da3c80414baa16d26cf6a40d05e521ce55eeaddc,033b6eaea71b3084ca043902f6ba03b6487bf1762a9180963357103097d172cc</a:t>
            </a:r>
          </a:p>
          <a:p xmlns:a="http://schemas.openxmlformats.org/drawingml/2006/main">
            <a:r>
              <a:t>sues200,sues200_satellite_to_uav_150m,2,full,80,6,0,0.3333333333333333,0.4,null,null,0,0.46989559940993786,a0024554fabfdcd03efe8d46da3c80414baa16d26cf6a40d05e521ce55eeaddc,033b6eaea71b3084ca043902f6ba03b6487bf1762a9180963357103097d172cc</a:t>
            </a:r>
          </a:p>
          <a:p xmlns:a="http://schemas.openxmlformats.org/drawingml/2006/main">
            <a:r>
              <a:t>sues200,sues200_satellite_to_uav_150m,2,full,80,7,0,0.4,0.4666666666666667,null,null,0,0.46989559940993786,a0024554fabfdcd03efe8d46da3c80414baa16d26cf6a40d05e521ce55eeaddc,033b6eaea71b3084ca043902f6ba03b6487bf1762a9180963357103097d172cc</a:t>
            </a:r>
          </a:p>
          <a:p xmlns:a="http://schemas.openxmlformats.org/drawingml/2006/main">
            <a:r>
              <a:t>sues200,sues200_satellite_to_uav_150m,2,full,80,8,0,0.4666666666666667,0.5333333333333333,null,null,0,0.46989559940993786,a0024554fabfdcd03efe8d46da3c80414baa16d26cf6a40d05e521ce55eeaddc,033b6eaea71b3084ca043902f6ba03b6487bf1762a9180963357103097d172cc</a:t>
            </a:r>
          </a:p>
          <a:p xmlns:a="http://schemas.openxmlformats.org/drawingml/2006/main">
            <a:r>
              <a:t>sues200,sues200_satellite_to_uav_150m,2,full,80,9,0,0.5333333333333333,0.6,null,null,0,0.46989559940993786,a0024554fabfdcd03efe8d46da3c80414baa16d26cf6a40d05e521ce55eeaddc,033b6eaea71b3084ca043902f6ba03b6487bf1762a9180963357103097d172cc</a:t>
            </a:r>
          </a:p>
          <a:p xmlns:a="http://schemas.openxmlformats.org/drawingml/2006/main">
            <a:r>
              <a:t>sues200,sues200_satellite_to_uav_150m,2,full,80,10,0,0.6,0.6666666666666666,null,null,0,0.46989559940993786,a0024554fabfdcd03efe8d46da3c80414baa16d26cf6a40d05e521ce55eeaddc,033b6eaea71b3084ca043902f6ba03b6487bf1762a9180963357103097d172cc</a:t>
            </a:r>
          </a:p>
          <a:p xmlns:a="http://schemas.openxmlformats.org/drawingml/2006/main">
            <a:r>
              <a:t>sues200,sues200_satellite_to_uav_150m,2,full,80,11,0,0.6666666666666666,0.7333333333333333,null,null,0,0.46989559940993786,a0024554fabfdcd03efe8d46da3c80414baa16d26cf6a40d05e521ce55eeaddc,033b6eaea71b3084ca043902f6ba03b6487bf1762a9180963357103097d172cc</a:t>
            </a:r>
          </a:p>
          <a:p xmlns:a="http://schemas.openxmlformats.org/drawingml/2006/main">
            <a:r>
              <a:t>sues200,sues200_satellite_to_uav_150m,2,full,80,12,0,0.7333333333333333,0.8,null,null,0,0.46989559940993786,a0024554fabfdcd03efe8d46da3c80414baa16d26cf6a40d05e521ce55eeaddc,033b6eaea71b3084ca043902f6ba03b6487bf1762a9180963357103097d172cc</a:t>
            </a:r>
          </a:p>
          <a:p xmlns:a="http://schemas.openxmlformats.org/drawingml/2006/main">
            <a:r>
              <a:t>sues200,sues200_satellite_to_uav_150m,2,full,80,13,0,0.8,0.8666666666666667,null,null,0,0.46989559940993786,a0024554fabfdcd03efe8d46da3c80414baa16d26cf6a40d05e521ce55eeaddc,033b6eaea71b3084ca043902f6ba03b6487bf1762a9180963357103097d172cc</a:t>
            </a:r>
          </a:p>
          <a:p xmlns:a="http://schemas.openxmlformats.org/drawingml/2006/main">
            <a:r>
              <a:t>sues200,sues200_satellite_to_uav_150m,2,full,80,14,0,0.8666666666666667,0.9333333333333333,null,null,0,0.46989559940993786,a0024554fabfdcd03efe8d46da3c80414baa16d26cf6a40d05e521ce55eeaddc,033b6eaea71b3084ca043902f6ba03b6487bf1762a9180963357103097d172cc</a:t>
            </a:r>
          </a:p>
          <a:p xmlns:a="http://schemas.openxmlformats.org/drawingml/2006/main">
            <a:r>
              <a:t>sues200,sues200_satellite_to_uav_150m,2,full,80,15,0,0.9333333333333333,1,null,null,0,0.46989559940993786,a0024554fabfdcd03efe8d46da3c80414baa16d26cf6a40d05e521ce55eeaddc,033b6eaea71b3084ca043902f6ba03b6487bf1762a9180963357103097d172cc</a:t>
            </a:r>
          </a:p>
          <a:p xmlns:a="http://schemas.openxmlformats.org/drawingml/2006/main">
            <a:r>
              <a:t>sues200,sues200_satellite_to_uav_150m,3,visual,80,1,80,0,0.06666666666666667,0.6125,0.00570012591779232,0.6067998740822077,0.6067998740822077,a0024554fabfdcd03efe8d46da3c80414baa16d26cf6a40d05e521ce55eeaddc,033b6eaea71b3084ca043902f6ba03b6487bf1762a9180963357103097d172cc</a:t>
            </a:r>
          </a:p>
          <a:p xmlns:a="http://schemas.openxmlformats.org/drawingml/2006/main">
            <a:r>
              <a:t>sues200,sues200_satellite_to_uav_150m,3,visual,80,2,0,0.06666666666666667,0.13333333333333333,null,null,0,0.6067998740822077,a0024554fabfdcd03efe8d46da3c80414baa16d26cf6a40d05e521ce55eeaddc,033b6eaea71b3084ca043902f6ba03b6487bf1762a9180963357103097d172cc</a:t>
            </a:r>
          </a:p>
          <a:p xmlns:a="http://schemas.openxmlformats.org/drawingml/2006/main">
            <a:r>
              <a:t>sues200,sues200_satellite_to_uav_150m,3,visual,80,3,0,0.13333333333333333,0.2,null,null,0,0.6067998740822077,a0024554fabfdcd03efe8d46da3c80414baa16d26cf6a40d05e521ce55eeaddc,033b6eaea71b3084ca043902f6ba03b6487bf1762a9180963357103097d172cc</a:t>
            </a:r>
          </a:p>
          <a:p xmlns:a="http://schemas.openxmlformats.org/drawingml/2006/main">
            <a:r>
              <a:t>sues200,sues200_satellite_to_uav_150m,3,visual,80,4,0,0.2,0.26666666666666666,null,null,0,0.6067998740822077,a0024554fabfdcd03efe8d46da3c80414baa16d26cf6a40d05e521ce55eeaddc,033b6eaea71b3084ca043902f6ba03b6487bf1762a9180963357103097d172cc</a:t>
            </a:r>
          </a:p>
          <a:p xmlns:a="http://schemas.openxmlformats.org/drawingml/2006/main">
            <a:r>
              <a:t>sues200,sues200_satellite_to_uav_150m,3,visual,80,5,0,0.26666666666666666,0.3333333333333333,null,null,0,0.6067998740822077,a0024554fabfdcd03efe8d46da3c80414baa16d26cf6a40d05e521ce55eeaddc,033b6eaea71b3084ca043902f6ba03b6487bf1762a9180963357103097d172cc</a:t>
            </a:r>
          </a:p>
          <a:p xmlns:a="http://schemas.openxmlformats.org/drawingml/2006/main">
            <a:r>
              <a:t>sues200,sues200_satellite_to_uav_150m,3,visual,80,6,0,0.3333333333333333,0.4,null,null,0,0.6067998740822077,a0024554fabfdcd03efe8d46da3c80414baa16d26cf6a40d05e521ce55eeaddc,033b6eaea71b3084ca043902f6ba03b6487bf1762a9180963357103097d172cc</a:t>
            </a:r>
          </a:p>
          <a:p xmlns:a="http://schemas.openxmlformats.org/drawingml/2006/main">
            <a:r>
              <a:t>sues200,sues200_satellite_to_uav_150m,3,visual,80,7,0,0.4,0.4666666666666667,null,null,0,0.6067998740822077,a0024554fabfdcd03efe8d46da3c80414baa16d26cf6a40d05e521ce55eeaddc,033b6eaea71b3084ca043902f6ba03b6487bf1762a9180963357103097d172cc</a:t>
            </a:r>
          </a:p>
          <a:p xmlns:a="http://schemas.openxmlformats.org/drawingml/2006/main">
            <a:r>
              <a:t>sues200,sues200_satellite_to_uav_150m,3,visual,80,8,0,0.4666666666666667,0.5333333333333333,null,null,0,0.6067998740822077,a0024554fabfdcd03efe8d46da3c80414baa16d26cf6a40d05e521ce55eeaddc,033b6eaea71b3084ca043902f6ba03b6487bf1762a9180963357103097d172cc</a:t>
            </a:r>
          </a:p>
          <a:p xmlns:a="http://schemas.openxmlformats.org/drawingml/2006/main">
            <a:r>
              <a:t>sues200,sues200_satellite_to_uav_150m,3,visual,80,9,0,0.5333333333333333,0.6,null,null,0,0.6067998740822077,a0024554fabfdcd03efe8d46da3c80414baa16d26cf6a40d05e521ce55eeaddc,033b6eaea71b3084ca043902f6ba03b6487bf1762a9180963357103097d172cc</a:t>
            </a:r>
          </a:p>
          <a:p xmlns:a="http://schemas.openxmlformats.org/drawingml/2006/main">
            <a:r>
              <a:t>sues200,sues200_satellite_to_uav_150m,3,visual,80,10,0,0.6,0.6666666666666666,null,null,0,0.6067998740822077,a0024554fabfdcd03efe8d46da3c80414baa16d26cf6a40d05e521ce55eeaddc,033b6eaea71b3084ca043902f6ba03b6487bf1762a9180963357103097d172cc</a:t>
            </a:r>
          </a:p>
          <a:p xmlns:a="http://schemas.openxmlformats.org/drawingml/2006/main">
            <a:r>
              <a:t>sues200,sues200_satellite_to_uav_150m,3,visual,80,11,0,0.6666666666666666,0.7333333333333333,null,null,0,0.6067998740822077,a0024554fabfdcd03efe8d46da3c80414baa16d26cf6a40d05e521ce55eeaddc,033b6eaea71b3084ca043902f6ba03b6487bf1762a9180963357103097d172cc</a:t>
            </a:r>
          </a:p>
          <a:p xmlns:a="http://schemas.openxmlformats.org/drawingml/2006/main">
            <a:r>
              <a:t>sues200,sues200_satellite_to_uav_150m,3,visual,80,12,0,0.7333333333333333,0.8,null,null,0,0.6067998740822077,a0024554fabfdcd03efe8d46da3c80414baa16d26cf6a40d05e521ce55eeaddc,033b6eaea71b3084ca043902f6ba03b6487bf1762a9180963357103097d172cc</a:t>
            </a:r>
          </a:p>
          <a:p xmlns:a="http://schemas.openxmlformats.org/drawingml/2006/main">
            <a:r>
              <a:t>sues200,sues200_satellite_to_uav_150m,3,visual,80,13,0,0.8,0.8666666666666667,null,null,0,0.6067998740822077,a0024554fabfdcd03efe8d46da3c80414baa16d26cf6a40d05e521ce55eeaddc,033b6eaea71b3084ca043902f6ba03b6487bf1762a9180963357103097d172cc</a:t>
            </a:r>
          </a:p>
          <a:p xmlns:a="http://schemas.openxmlformats.org/drawingml/2006/main">
            <a:r>
              <a:t>sues200,sues200_satellite_to_uav_150m,3,visual,80,14,0,0.8666666666666667,0.9333333333333333,null,null,0,0.6067998740822077,a0024554fabfdcd03efe8d46da3c80414baa16d26cf6a40d05e521ce55eeaddc,033b6eaea71b3084ca043902f6ba03b6487bf1762a9180963357103097d172cc</a:t>
            </a:r>
          </a:p>
          <a:p xmlns:a="http://schemas.openxmlformats.org/drawingml/2006/main">
            <a:r>
              <a:t>sues200,sues200_satellite_to_uav_150m,3,visual,80,15,0,0.9333333333333333,1,null,null,0,0.6067998740822077,a0024554fabfdcd03efe8d46da3c80414baa16d26cf6a40d05e521ce55eeaddc,033b6eaea71b3084ca043902f6ba03b6487bf1762a9180963357103097d172cc</a:t>
            </a:r>
          </a:p>
          <a:p xmlns:a="http://schemas.openxmlformats.org/drawingml/2006/main">
            <a:r>
              <a:t>sues200,sues200_satellite_to_uav_150m,3,full,80,1,80,0,0.06666666666666667,0.4875,0.005571958795189858,0.48192804120481014,0.48192804120481014,a0024554fabfdcd03efe8d46da3c80414baa16d26cf6a40d05e521ce55eeaddc,033b6eaea71b3084ca043902f6ba03b6487bf1762a9180963357103097d172cc</a:t>
            </a:r>
          </a:p>
          <a:p xmlns:a="http://schemas.openxmlformats.org/drawingml/2006/main">
            <a:r>
              <a:t>sues200,sues200_satellite_to_uav_150m,3,full,80,2,0,0.06666666666666667,0.13333333333333333,null,null,0,0.48192804120481014,a0024554fabfdcd03efe8d46da3c80414baa16d26cf6a40d05e521ce55eeaddc,033b6eaea71b3084ca043902f6ba03b6487bf1762a9180963357103097d172cc</a:t>
            </a:r>
          </a:p>
          <a:p xmlns:a="http://schemas.openxmlformats.org/drawingml/2006/main">
            <a:r>
              <a:t>sues200,sues200_satellite_to_uav_150m,3,full,80,3,0,0.13333333333333333,0.2,null,null,0,0.48192804120481014,a0024554fabfdcd03efe8d46da3c80414baa16d26cf6a40d05e521ce55eeaddc,033b6eaea71b3084ca043902f6ba03b6487bf1762a9180963357103097d172cc</a:t>
            </a:r>
          </a:p>
          <a:p xmlns:a="http://schemas.openxmlformats.org/drawingml/2006/main">
            <a:r>
              <a:t>sues200,sues200_satellite_to_uav_150m,3,full,80,4,0,0.2,0.26666666666666666,null,null,0,0.48192804120481014,a0024554fabfdcd03efe8d46da3c80414baa16d26cf6a40d05e521ce55eeaddc,033b6eaea71b3084ca043902f6ba03b6487bf1762a9180963357103097d172cc</a:t>
            </a:r>
          </a:p>
          <a:p xmlns:a="http://schemas.openxmlformats.org/drawingml/2006/main">
            <a:r>
              <a:t>sues200,sues200_satellite_to_uav_150m,3,full,80,5,0,0.26666666666666666,0.3333333333333333,null,null,0,0.48192804120481014,a0024554fabfdcd03efe8d46da3c80414baa16d26cf6a40d05e521ce55eeaddc,033b6eaea71b3084ca043902f6ba03b6487bf1762a9180963357103097d172cc</a:t>
            </a:r>
          </a:p>
          <a:p xmlns:a="http://schemas.openxmlformats.org/drawingml/2006/main">
            <a:r>
              <a:t>sues200,sues200_satellite_to_uav_150m,3,full,80,6,0,0.3333333333333333,0.4,null,null,0,0.48192804120481014,a0024554fabfdcd03efe8d46da3c80414baa16d26cf6a40d05e521ce55eeaddc,033b6eaea71b3084ca043902f6ba03b6487bf1762a9180963357103097d172cc</a:t>
            </a:r>
          </a:p>
          <a:p xmlns:a="http://schemas.openxmlformats.org/drawingml/2006/main">
            <a:r>
              <a:t>sues200,sues200_satellite_to_uav_150m,3,full,80,7,0,0.4,0.4666666666666667,null,null,0,0.48192804120481014,a0024554fabfdcd03efe8d46da3c80414baa16d26cf6a40d05e521ce55eeaddc,033b6eaea71b3084ca043902f6ba03b6487bf1762a9180963357103097d172cc</a:t>
            </a:r>
          </a:p>
          <a:p xmlns:a="http://schemas.openxmlformats.org/drawingml/2006/main">
            <a:r>
              <a:t>sues200,sues200_satellite_to_uav_150m,3,full,80,8,0,0.4666666666666667,0.5333333333333333,null,null,0,0.48192804120481014,a0024554fabfdcd03efe8d46da3c80414baa16d26cf6a40d05e521ce55eeaddc,033b6eaea71b3084ca043902f6ba03b6487bf1762a9180963357103097d172cc</a:t>
            </a:r>
          </a:p>
          <a:p xmlns:a="http://schemas.openxmlformats.org/drawingml/2006/main">
            <a:r>
              <a:t>sues200,sues200_satellite_to_uav_150m,3,full,80,9,0,0.5333333333333333,0.6,null,null,0,0.48192804120481014,a0024554fabfdcd03efe8d46da3c80414baa16d26cf6a40d05e521ce55eeaddc,033b6eaea71b3084ca043902f6ba03b6487bf1762a9180963357103097d172cc</a:t>
            </a:r>
          </a:p>
          <a:p xmlns:a="http://schemas.openxmlformats.org/drawingml/2006/main">
            <a:r>
              <a:t>sues200,sues200_satellite_to_uav_150m,3,full,80,10,0,0.6,0.6666666666666666,null,null,0,0.48192804120481014,a0024554fabfdcd03efe8d46da3c80414baa16d26cf6a40d05e521ce55eeaddc,033b6eaea71b3084ca043902f6ba03b6487bf1762a9180963357103097d172cc</a:t>
            </a:r>
          </a:p>
          <a:p xmlns:a="http://schemas.openxmlformats.org/drawingml/2006/main">
            <a:r>
              <a:t>sues200,sues200_satellite_to_uav_150m,3,full,80,11,0,0.6666666666666666,0.7333333333333333,null,null,0,0.48192804120481014,a0024554fabfdcd03efe8d46da3c80414baa16d26cf6a40d05e521ce55eeaddc,033b6eaea71b3084ca043902f6ba03b6487bf1762a9180963357103097d172cc</a:t>
            </a:r>
          </a:p>
          <a:p xmlns:a="http://schemas.openxmlformats.org/drawingml/2006/main">
            <a:r>
              <a:t>sues200,sues200_satellite_to_uav_150m,3,full,80,12,0,0.7333333333333333,0.8,null,null,0,0.48192804120481014,a0024554fabfdcd03efe8d46da3c80414baa16d26cf6a40d05e521ce55eeaddc,033b6eaea71b3084ca043902f6ba03b6487bf1762a9180963357103097d172cc</a:t>
            </a:r>
          </a:p>
          <a:p xmlns:a="http://schemas.openxmlformats.org/drawingml/2006/main">
            <a:r>
              <a:t>sues200,sues200_satellite_to_uav_150m,3,full,80,13,0,0.8,0.8666666666666667,null,null,0,0.48192804120481014,a0024554fabfdcd03efe8d46da3c80414baa16d26cf6a40d05e521ce55eeaddc,033b6eaea71b3084ca043902f6ba03b6487bf1762a9180963357103097d172cc</a:t>
            </a:r>
          </a:p>
          <a:p xmlns:a="http://schemas.openxmlformats.org/drawingml/2006/main">
            <a:r>
              <a:t>sues200,sues200_satellite_to_uav_150m,3,full,80,14,0,0.8666666666666667,0.9333333333333333,null,null,0,0.48192804120481014,a0024554fabfdcd03efe8d46da3c80414baa16d26cf6a40d05e521ce55eeaddc,033b6eaea71b3084ca043902f6ba03b6487bf1762a9180963357103097d172cc</a:t>
            </a:r>
          </a:p>
          <a:p xmlns:a="http://schemas.openxmlformats.org/drawingml/2006/main">
            <a:r>
              <a:t>sues200,sues200_satellite_to_uav_150m,3,full,80,15,0,0.9333333333333333,1,null,null,0,0.48192804120481014,a0024554fabfdcd03efe8d46da3c80414baa16d26cf6a40d05e521ce55eeaddc,033b6eaea71b3084ca043902f6ba03b6487bf1762a9180963357103097d172cc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200 m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uav_200m_to_satellite,1,visual,4000,1,3429,0,0.06666666666666667,0.3799941673957422,0.025934919336857966,0.30351729039847847,0.3792552728466689,1c63f0c6b60ebe4da0355b53ff295adff78f798586c3e712f31f03804171e221,033b6eaea71b3084ca043902f6ba03b6487bf1762a9180963357103097d172cc</a:t>
            </a:r>
          </a:p>
          <a:p xmlns:a="http://schemas.openxmlformats.org/drawingml/2006/main">
            <a:r>
              <a:t>sues200,sues200_uav_200m_to_satellite,1,visual,4000,2,537,0.06666666666666667,0.13333333333333333,0.6238361266294227,0.08763107391043082,0.07198552832752467,0.3792552728466689,1c63f0c6b60ebe4da0355b53ff295adff78f798586c3e712f31f03804171e221,033b6eaea71b3084ca043902f6ba03b6487bf1762a9180963357103097d172cc</a:t>
            </a:r>
          </a:p>
          <a:p xmlns:a="http://schemas.openxmlformats.org/drawingml/2006/main">
            <a:r>
              <a:t>sues200,sues200_uav_200m_to_satellite,1,visual,4000,3,34,0.13333333333333333,0.2,0.5882352941176471,0.14677010345108368,0.0037524541206657895,0.3792552728466689,1c63f0c6b60ebe4da0355b53ff295adff78f798586c3e712f31f03804171e221,033b6eaea71b3084ca043902f6ba03b6487bf1762a9180963357103097d172cc</a:t>
            </a:r>
          </a:p>
          <a:p xmlns:a="http://schemas.openxmlformats.org/drawingml/2006/main">
            <a:r>
              <a:t>sues200,sues200_uav_200m_to_satellite,1,visual,4000,4,0,0.2,0.26666666666666666,null,null,0,0.3792552728466689,1c63f0c6b60ebe4da0355b53ff295adff78f798586c3e712f31f03804171e221,033b6eaea71b3084ca043902f6ba03b6487bf1762a9180963357103097d172cc</a:t>
            </a:r>
          </a:p>
          <a:p xmlns:a="http://schemas.openxmlformats.org/drawingml/2006/main">
            <a:r>
              <a:t>sues200,sues200_uav_200m_to_satellite,1,visual,4000,5,0,0.26666666666666666,0.3333333333333333,null,null,0,0.3792552728466689,1c63f0c6b60ebe4da0355b53ff295adff78f798586c3e712f31f03804171e221,033b6eaea71b3084ca043902f6ba03b6487bf1762a9180963357103097d172cc</a:t>
            </a:r>
          </a:p>
          <a:p xmlns:a="http://schemas.openxmlformats.org/drawingml/2006/main">
            <a:r>
              <a:t>sues200,sues200_uav_200m_to_satellite,1,visual,4000,6,0,0.3333333333333333,0.4,null,null,0,0.3792552728466689,1c63f0c6b60ebe4da0355b53ff295adff78f798586c3e712f31f03804171e221,033b6eaea71b3084ca043902f6ba03b6487bf1762a9180963357103097d172cc</a:t>
            </a:r>
          </a:p>
          <a:p xmlns:a="http://schemas.openxmlformats.org/drawingml/2006/main">
            <a:r>
              <a:t>sues200,sues200_uav_200m_to_satellite,1,visual,4000,7,0,0.4,0.4666666666666667,null,null,0,0.3792552728466689,1c63f0c6b60ebe4da0355b53ff295adff78f798586c3e712f31f03804171e221,033b6eaea71b3084ca043902f6ba03b6487bf1762a9180963357103097d172cc</a:t>
            </a:r>
          </a:p>
          <a:p xmlns:a="http://schemas.openxmlformats.org/drawingml/2006/main">
            <a:r>
              <a:t>sues200,sues200_uav_200m_to_satellite,1,visual,4000,8,0,0.4666666666666667,0.5333333333333333,null,null,0,0.3792552728466689,1c63f0c6b60ebe4da0355b53ff295adff78f798586c3e712f31f03804171e221,033b6eaea71b3084ca043902f6ba03b6487bf1762a9180963357103097d172cc</a:t>
            </a:r>
          </a:p>
          <a:p xmlns:a="http://schemas.openxmlformats.org/drawingml/2006/main">
            <a:r>
              <a:t>sues200,sues200_uav_200m_to_satellite,1,visual,4000,9,0,0.5333333333333333,0.6,null,null,0,0.3792552728466689,1c63f0c6b60ebe4da0355b53ff295adff78f798586c3e712f31f03804171e221,033b6eaea71b3084ca043902f6ba03b6487bf1762a9180963357103097d172cc</a:t>
            </a:r>
          </a:p>
          <a:p xmlns:a="http://schemas.openxmlformats.org/drawingml/2006/main">
            <a:r>
              <a:t>sues200,sues200_uav_200m_to_satellite,1,visual,4000,10,0,0.6,0.6666666666666666,null,null,0,0.3792552728466689,1c63f0c6b60ebe4da0355b53ff295adff78f798586c3e712f31f03804171e221,033b6eaea71b3084ca043902f6ba03b6487bf1762a9180963357103097d172cc</a:t>
            </a:r>
          </a:p>
          <a:p xmlns:a="http://schemas.openxmlformats.org/drawingml/2006/main">
            <a:r>
              <a:t>sues200,sues200_uav_200m_to_satellite,1,visual,4000,11,0,0.6666666666666666,0.7333333333333333,null,null,0,0.3792552728466689,1c63f0c6b60ebe4da0355b53ff295adff78f798586c3e712f31f03804171e221,033b6eaea71b3084ca043902f6ba03b6487bf1762a9180963357103097d172cc</a:t>
            </a:r>
          </a:p>
          <a:p xmlns:a="http://schemas.openxmlformats.org/drawingml/2006/main">
            <a:r>
              <a:t>sues200,sues200_uav_200m_to_satellite,1,visual,4000,12,0,0.7333333333333333,0.8,null,null,0,0.3792552728466689,1c63f0c6b60ebe4da0355b53ff295adff78f798586c3e712f31f03804171e221,033b6eaea71b3084ca043902f6ba03b6487bf1762a9180963357103097d172cc</a:t>
            </a:r>
          </a:p>
          <a:p xmlns:a="http://schemas.openxmlformats.org/drawingml/2006/main">
            <a:r>
              <a:t>sues200,sues200_uav_200m_to_satellite,1,visual,4000,13,0,0.8,0.8666666666666667,null,null,0,0.3792552728466689,1c63f0c6b60ebe4da0355b53ff295adff78f798586c3e712f31f03804171e221,033b6eaea71b3084ca043902f6ba03b6487bf1762a9180963357103097d172cc</a:t>
            </a:r>
          </a:p>
          <a:p xmlns:a="http://schemas.openxmlformats.org/drawingml/2006/main">
            <a:r>
              <a:t>sues200,sues200_uav_200m_to_satellite,1,visual,4000,14,0,0.8666666666666667,0.9333333333333333,null,null,0,0.3792552728466689,1c63f0c6b60ebe4da0355b53ff295adff78f798586c3e712f31f03804171e221,033b6eaea71b3084ca043902f6ba03b6487bf1762a9180963357103097d172cc</a:t>
            </a:r>
          </a:p>
          <a:p xmlns:a="http://schemas.openxmlformats.org/drawingml/2006/main">
            <a:r>
              <a:t>sues200,sues200_uav_200m_to_satellite,1,visual,4000,15,0,0.9333333333333333,1,null,null,0,0.3792552728466689,1c63f0c6b60ebe4da0355b53ff295adff78f798586c3e712f31f03804171e221,033b6eaea71b3084ca043902f6ba03b6487bf1762a9180963357103097d172cc</a:t>
            </a:r>
          </a:p>
          <a:p xmlns:a="http://schemas.openxmlformats.org/drawingml/2006/main">
            <a:r>
              <a:t>sues200,sues200_uav_200m_to_satellite,1,full,4000,1,3435,0,0.06666666666666667,0.3007278020378457,0.023996935938817097,0.23764263126254084,0.29863987386971713,1c63f0c6b60ebe4da0355b53ff295adff78f798586c3e712f31f03804171e221,033b6eaea71b3084ca043902f6ba03b6487bf1762a9180963357103097d172cc</a:t>
            </a:r>
          </a:p>
          <a:p xmlns:a="http://schemas.openxmlformats.org/drawingml/2006/main">
            <a:r>
              <a:t>sues200,sues200_uav_200m_to_satellite,1,full,4000,2,546,0.06666666666666667,0.13333333333333333,0.532967032967033,0.08762246168358422,0.060789533980190755,0.29863987386971713,1c63f0c6b60ebe4da0355b53ff295adff78f798586c3e712f31f03804171e221,033b6eaea71b3084ca043902f6ba03b6487bf1762a9180963357103097d172cc</a:t>
            </a:r>
          </a:p>
          <a:p xmlns:a="http://schemas.openxmlformats.org/drawingml/2006/main">
            <a:r>
              <a:t>sues200,sues200_uav_200m_to_satellite,1,full,4000,3,18,0.13333333333333333,0.2,0.1111111111111111,0.14588387641641828,0.00015647744387388228,0.29863987386971713,1c63f0c6b60ebe4da0355b53ff295adff78f798586c3e712f31f03804171e221,033b6eaea71b3084ca043902f6ba03b6487bf1762a9180963357103097d172cc</a:t>
            </a:r>
          </a:p>
          <a:p xmlns:a="http://schemas.openxmlformats.org/drawingml/2006/main">
            <a:r>
              <a:t>sues200,sues200_uav_200m_to_satellite,1,full,4000,4,1,0.2,0.26666666666666666,0,0.20492473244667053,0.00005123118311166763,0.29863987386971713,1c63f0c6b60ebe4da0355b53ff295adff78f798586c3e712f31f03804171e221,033b6eaea71b3084ca043902f6ba03b6487bf1762a9180963357103097d172cc</a:t>
            </a:r>
          </a:p>
          <a:p xmlns:a="http://schemas.openxmlformats.org/drawingml/2006/main">
            <a:r>
              <a:t>sues200,sues200_uav_200m_to_satellite,1,full,4000,5,0,0.26666666666666666,0.3333333333333333,null,null,0,0.29863987386971713,1c63f0c6b60ebe4da0355b53ff295adff78f798586c3e712f31f03804171e221,033b6eaea71b3084ca043902f6ba03b6487bf1762a9180963357103097d172cc</a:t>
            </a:r>
          </a:p>
          <a:p xmlns:a="http://schemas.openxmlformats.org/drawingml/2006/main">
            <a:r>
              <a:t>sues200,sues200_uav_200m_to_satellite,1,full,4000,6,0,0.3333333333333333,0.4,null,null,0,0.29863987386971713,1c63f0c6b60ebe4da0355b53ff295adff78f798586c3e712f31f03804171e221,033b6eaea71b3084ca043902f6ba03b6487bf1762a9180963357103097d172cc</a:t>
            </a:r>
          </a:p>
          <a:p xmlns:a="http://schemas.openxmlformats.org/drawingml/2006/main">
            <a:r>
              <a:t>sues200,sues200_uav_200m_to_satellite,1,full,4000,7,0,0.4,0.4666666666666667,null,null,0,0.29863987386971713,1c63f0c6b60ebe4da0355b53ff295adff78f798586c3e712f31f03804171e221,033b6eaea71b3084ca043902f6ba03b6487bf1762a9180963357103097d172cc</a:t>
            </a:r>
          </a:p>
          <a:p xmlns:a="http://schemas.openxmlformats.org/drawingml/2006/main">
            <a:r>
              <a:t>sues200,sues200_uav_200m_to_satellite,1,full,4000,8,0,0.4666666666666667,0.5333333333333333,null,null,0,0.29863987386971713,1c63f0c6b60ebe4da0355b53ff295adff78f798586c3e712f31f03804171e221,033b6eaea71b3084ca043902f6ba03b6487bf1762a9180963357103097d172cc</a:t>
            </a:r>
          </a:p>
          <a:p xmlns:a="http://schemas.openxmlformats.org/drawingml/2006/main">
            <a:r>
              <a:t>sues200,sues200_uav_200m_to_satellite,1,full,4000,9,0,0.5333333333333333,0.6,null,null,0,0.29863987386971713,1c63f0c6b60ebe4da0355b53ff295adff78f798586c3e712f31f03804171e221,033b6eaea71b3084ca043902f6ba03b6487bf1762a9180963357103097d172cc</a:t>
            </a:r>
          </a:p>
          <a:p xmlns:a="http://schemas.openxmlformats.org/drawingml/2006/main">
            <a:r>
              <a:t>sues200,sues200_uav_200m_to_satellite,1,full,4000,10,0,0.6,0.6666666666666666,null,null,0,0.29863987386971713,1c63f0c6b60ebe4da0355b53ff295adff78f798586c3e712f31f03804171e221,033b6eaea71b3084ca043902f6ba03b6487bf1762a9180963357103097d172cc</a:t>
            </a:r>
          </a:p>
          <a:p xmlns:a="http://schemas.openxmlformats.org/drawingml/2006/main">
            <a:r>
              <a:t>sues200,sues200_uav_200m_to_satellite,1,full,4000,11,0,0.6666666666666666,0.7333333333333333,null,null,0,0.29863987386971713,1c63f0c6b60ebe4da0355b53ff295adff78f798586c3e712f31f03804171e221,033b6eaea71b3084ca043902f6ba03b6487bf1762a9180963357103097d172cc</a:t>
            </a:r>
          </a:p>
          <a:p xmlns:a="http://schemas.openxmlformats.org/drawingml/2006/main">
            <a:r>
              <a:t>sues200,sues200_uav_200m_to_satellite,1,full,4000,12,0,0.7333333333333333,0.8,null,null,0,0.29863987386971713,1c63f0c6b60ebe4da0355b53ff295adff78f798586c3e712f31f03804171e221,033b6eaea71b3084ca043902f6ba03b6487bf1762a9180963357103097d172cc</a:t>
            </a:r>
          </a:p>
          <a:p xmlns:a="http://schemas.openxmlformats.org/drawingml/2006/main">
            <a:r>
              <a:t>sues200,sues200_uav_200m_to_satellite,1,full,4000,13,0,0.8,0.8666666666666667,null,null,0,0.29863987386971713,1c63f0c6b60ebe4da0355b53ff295adff78f798586c3e712f31f03804171e221,033b6eaea71b3084ca043902f6ba03b6487bf1762a9180963357103097d172cc</a:t>
            </a:r>
          </a:p>
          <a:p xmlns:a="http://schemas.openxmlformats.org/drawingml/2006/main">
            <a:r>
              <a:t>sues200,sues200_uav_200m_to_satellite,1,full,4000,14,0,0.8666666666666667,0.9333333333333333,null,null,0,0.29863987386971713,1c63f0c6b60ebe4da0355b53ff295adff78f798586c3e712f31f03804171e221,033b6eaea71b3084ca043902f6ba03b6487bf1762a9180963357103097d172cc</a:t>
            </a:r>
          </a:p>
          <a:p xmlns:a="http://schemas.openxmlformats.org/drawingml/2006/main">
            <a:r>
              <a:t>sues200,sues200_uav_200m_to_satellite,1,full,4000,15,0,0.9333333333333333,1,null,null,0,0.29863987386971713,1c63f0c6b60ebe4da0355b53ff295adff78f798586c3e712f31f03804171e221,033b6eaea71b3084ca043902f6ba03b6487bf1762a9180963357103097d172cc</a:t>
            </a:r>
          </a:p>
          <a:p xmlns:a="http://schemas.openxmlformats.org/drawingml/2006/main">
            <a:r>
              <a:t>sues200,sues200_uav_200m_to_satellite,2,visual,4000,1,3419,0,0.06666666666666667,0.389880081895291,0.02532020557271908,0.3116075542867183,0.3924115358293056,1c63f0c6b60ebe4da0355b53ff295adff78f798586c3e712f31f03804171e221,033b6eaea71b3084ca043902f6ba03b6487bf1762a9180963357103097d172cc</a:t>
            </a:r>
          </a:p>
          <a:p xmlns:a="http://schemas.openxmlformats.org/drawingml/2006/main">
            <a:r>
              <a:t>sues200,sues200_uav_200m_to_satellite,2,visual,4000,2,551,0.06666666666666667,0.13333333333333333,0.6696914700544465,0.08779704459890479,0.08015595710650088,0.3924115358293056,1c63f0c6b60ebe4da0355b53ff295adff78f798586c3e712f31f03804171e221,033b6eaea71b3084ca043902f6ba03b6487bf1762a9180963357103097d172cc</a:t>
            </a:r>
          </a:p>
          <a:p xmlns:a="http://schemas.openxmlformats.org/drawingml/2006/main">
            <a:r>
              <a:t>sues200,sues200_uav_200m_to_satellite,2,visual,4000,3,30,0.13333333333333333,0.2,0.23333333333333334,0.14693007518847784,0.0006480244360864162,0.3924115358293056,1c63f0c6b60ebe4da0355b53ff295adff78f798586c3e712f31f03804171e221,033b6eaea71b3084ca043902f6ba03b6487bf1762a9180963357103097d172cc</a:t>
            </a:r>
          </a:p>
          <a:p xmlns:a="http://schemas.openxmlformats.org/drawingml/2006/main">
            <a:r>
              <a:t>sues200,sues200_uav_200m_to_satellite,2,visual,4000,4,0,0.2,0.26666666666666666,null,null,0,0.3924115358293056,1c63f0c6b60ebe4da0355b53ff295adff78f798586c3e712f31f03804171e221,033b6eaea71b3084ca043902f6ba03b6487bf1762a9180963357103097d172cc</a:t>
            </a:r>
          </a:p>
          <a:p xmlns:a="http://schemas.openxmlformats.org/drawingml/2006/main">
            <a:r>
              <a:t>sues200,sues200_uav_200m_to_satellite,2,visual,4000,5,0,0.26666666666666666,0.3333333333333333,null,null,0,0.3924115358293056,1c63f0c6b60ebe4da0355b53ff295adff78f798586c3e712f31f03804171e221,033b6eaea71b3084ca043902f6ba03b6487bf1762a9180963357103097d172cc</a:t>
            </a:r>
          </a:p>
          <a:p xmlns:a="http://schemas.openxmlformats.org/drawingml/2006/main">
            <a:r>
              <a:t>sues200,sues200_uav_200m_to_satellite,2,visual,4000,6,0,0.3333333333333333,0.4,null,null,0,0.3924115358293056,1c63f0c6b60ebe4da0355b53ff295adff78f798586c3e712f31f03804171e221,033b6eaea71b3084ca043902f6ba03b6487bf1762a9180963357103097d172cc</a:t>
            </a:r>
          </a:p>
          <a:p xmlns:a="http://schemas.openxmlformats.org/drawingml/2006/main">
            <a:r>
              <a:t>sues200,sues200_uav_200m_to_satellite,2,visual,4000,7,0,0.4,0.4666666666666667,null,null,0,0.3924115358293056,1c63f0c6b60ebe4da0355b53ff295adff78f798586c3e712f31f03804171e221,033b6eaea71b3084ca043902f6ba03b6487bf1762a9180963357103097d172cc</a:t>
            </a:r>
          </a:p>
          <a:p xmlns:a="http://schemas.openxmlformats.org/drawingml/2006/main">
            <a:r>
              <a:t>sues200,sues200_uav_200m_to_satellite,2,visual,4000,8,0,0.4666666666666667,0.5333333333333333,null,null,0,0.3924115358293056,1c63f0c6b60ebe4da0355b53ff295adff78f798586c3e712f31f03804171e221,033b6eaea71b3084ca043902f6ba03b6487bf1762a9180963357103097d172cc</a:t>
            </a:r>
          </a:p>
          <a:p xmlns:a="http://schemas.openxmlformats.org/drawingml/2006/main">
            <a:r>
              <a:t>sues200,sues200_uav_200m_to_satellite,2,visual,4000,9,0,0.5333333333333333,0.6,null,null,0,0.3924115358293056,1c63f0c6b60ebe4da0355b53ff295adff78f798586c3e712f31f03804171e221,033b6eaea71b3084ca043902f6ba03b6487bf1762a9180963357103097d172cc</a:t>
            </a:r>
          </a:p>
          <a:p xmlns:a="http://schemas.openxmlformats.org/drawingml/2006/main">
            <a:r>
              <a:t>sues200,sues200_uav_200m_to_satellite,2,visual,4000,10,0,0.6,0.6666666666666666,null,null,0,0.3924115358293056,1c63f0c6b60ebe4da0355b53ff295adff78f798586c3e712f31f03804171e221,033b6eaea71b3084ca043902f6ba03b6487bf1762a9180963357103097d172cc</a:t>
            </a:r>
          </a:p>
          <a:p xmlns:a="http://schemas.openxmlformats.org/drawingml/2006/main">
            <a:r>
              <a:t>sues200,sues200_uav_200m_to_satellite,2,visual,4000,11,0,0.6666666666666666,0.7333333333333333,null,null,0,0.3924115358293056,1c63f0c6b60ebe4da0355b53ff295adff78f798586c3e712f31f03804171e221,033b6eaea71b3084ca043902f6ba03b6487bf1762a9180963357103097d172cc</a:t>
            </a:r>
          </a:p>
          <a:p xmlns:a="http://schemas.openxmlformats.org/drawingml/2006/main">
            <a:r>
              <a:t>sues200,sues200_uav_200m_to_satellite,2,visual,4000,12,0,0.7333333333333333,0.8,null,null,0,0.3924115358293056,1c63f0c6b60ebe4da0355b53ff295adff78f798586c3e712f31f03804171e221,033b6eaea71b3084ca043902f6ba03b6487bf1762a9180963357103097d172cc</a:t>
            </a:r>
          </a:p>
          <a:p xmlns:a="http://schemas.openxmlformats.org/drawingml/2006/main">
            <a:r>
              <a:t>sues200,sues200_uav_200m_to_satellite,2,visual,4000,13,0,0.8,0.8666666666666667,null,null,0,0.3924115358293056,1c63f0c6b60ebe4da0355b53ff295adff78f798586c3e712f31f03804171e221,033b6eaea71b3084ca043902f6ba03b6487bf1762a9180963357103097d172cc</a:t>
            </a:r>
          </a:p>
          <a:p xmlns:a="http://schemas.openxmlformats.org/drawingml/2006/main">
            <a:r>
              <a:t>sues200,sues200_uav_200m_to_satellite,2,visual,4000,14,0,0.8666666666666667,0.9333333333333333,null,null,0,0.3924115358293056,1c63f0c6b60ebe4da0355b53ff295adff78f798586c3e712f31f03804171e221,033b6eaea71b3084ca043902f6ba03b6487bf1762a9180963357103097d172cc</a:t>
            </a:r>
          </a:p>
          <a:p xmlns:a="http://schemas.openxmlformats.org/drawingml/2006/main">
            <a:r>
              <a:t>sues200,sues200_uav_200m_to_satellite,2,visual,4000,15,0,0.9333333333333333,1,null,null,0,0.3924115358293056,1c63f0c6b60ebe4da0355b53ff295adff78f798586c3e712f31f03804171e221,033b6eaea71b3084ca043902f6ba03b6487bf1762a9180963357103097d172cc</a:t>
            </a:r>
          </a:p>
          <a:p xmlns:a="http://schemas.openxmlformats.org/drawingml/2006/main">
            <a:r>
              <a:t>sues200,sues200_uav_200m_to_satellite,2,full,4000,1,3449,0,0.06666666666666667,0.2989272252826906,0.024925987442772298,0.23625756732746955,0.29329227088391774,1c63f0c6b60ebe4da0355b53ff295adff78f798586c3e712f31f03804171e221,033b6eaea71b3084ca043902f6ba03b6487bf1762a9180963357103097d172cc</a:t>
            </a:r>
          </a:p>
          <a:p xmlns:a="http://schemas.openxmlformats.org/drawingml/2006/main">
            <a:r>
              <a:t>sues200,sues200_uav_200m_to_satellite,2,full,4000,2,519,0.06666666666666667,0.13333333333333333,0.51252408477842,0.08903640827347088,0.05494752602651716,0.29329227088391774,1c63f0c6b60ebe4da0355b53ff295adff78f798586c3e712f31f03804171e221,033b6eaea71b3084ca043902f6ba03b6487bf1762a9180963357103097d172cc</a:t>
            </a:r>
          </a:p>
          <a:p xmlns:a="http://schemas.openxmlformats.org/drawingml/2006/main">
            <a:r>
              <a:t>sues200,sues200_uav_200m_to_satellite,2,full,4000,3,29,0.13333333333333333,0.2,0.41379310344827586,0.1495398560474659,0.0019158360436558723,0.29329227088391774,1c63f0c6b60ebe4da0355b53ff295adff78f798586c3e712f31f03804171e221,033b6eaea71b3084ca043902f6ba03b6487bf1762a9180963357103097d172cc</a:t>
            </a:r>
          </a:p>
          <a:p xmlns:a="http://schemas.openxmlformats.org/drawingml/2006/main">
            <a:r>
              <a:t>sues200,sues200_uav_200m_to_satellite,2,full,4000,4,3,0.2,0.26666666666666666,0,0.22845531503359476,0.00017134148627519607,0.29329227088391774,1c63f0c6b60ebe4da0355b53ff295adff78f798586c3e712f31f03804171e221,033b6eaea71b3084ca043902f6ba03b6487bf1762a9180963357103097d172cc</a:t>
            </a:r>
          </a:p>
          <a:p xmlns:a="http://schemas.openxmlformats.org/drawingml/2006/main">
            <a:r>
              <a:t>sues200,sues200_uav_200m_to_satellite,2,full,4000,5,0,0.26666666666666666,0.3333333333333333,null,null,0,0.29329227088391774,1c63f0c6b60ebe4da0355b53ff295adff78f798586c3e712f31f03804171e221,033b6eaea71b3084ca043902f6ba03b6487bf1762a9180963357103097d172cc</a:t>
            </a:r>
          </a:p>
          <a:p xmlns:a="http://schemas.openxmlformats.org/drawingml/2006/main">
            <a:r>
              <a:t>sues200,sues200_uav_200m_to_satellite,2,full,4000,6,0,0.3333333333333333,0.4,null,null,0,0.29329227088391774,1c63f0c6b60ebe4da0355b53ff295adff78f798586c3e712f31f03804171e221,033b6eaea71b3084ca043902f6ba03b6487bf1762a9180963357103097d172cc</a:t>
            </a:r>
          </a:p>
          <a:p xmlns:a="http://schemas.openxmlformats.org/drawingml/2006/main">
            <a:r>
              <a:t>sues200,sues200_uav_200m_to_satellite,2,full,4000,7,0,0.4,0.4666666666666667,null,null,0,0.29329227088391774,1c63f0c6b60ebe4da0355b53ff295adff78f798586c3e712f31f03804171e221,033b6eaea71b3084ca043902f6ba03b6487bf1762a9180963357103097d172cc</a:t>
            </a:r>
          </a:p>
          <a:p xmlns:a="http://schemas.openxmlformats.org/drawingml/2006/main">
            <a:r>
              <a:t>sues200,sues200_uav_200m_to_satellite,2,full,4000,8,0,0.4666666666666667,0.5333333333333333,null,null,0,0.29329227088391774,1c63f0c6b60ebe4da0355b53ff295adff78f798586c3e712f31f03804171e221,033b6eaea71b3084ca043902f6ba03b6487bf1762a9180963357103097d172cc</a:t>
            </a:r>
          </a:p>
          <a:p xmlns:a="http://schemas.openxmlformats.org/drawingml/2006/main">
            <a:r>
              <a:t>sues200,sues200_uav_200m_to_satellite,2,full,4000,9,0,0.5333333333333333,0.6,null,null,0,0.29329227088391774,1c63f0c6b60ebe4da0355b53ff295adff78f798586c3e712f31f03804171e221,033b6eaea71b3084ca043902f6ba03b6487bf1762a9180963357103097d172cc</a:t>
            </a:r>
          </a:p>
          <a:p xmlns:a="http://schemas.openxmlformats.org/drawingml/2006/main">
            <a:r>
              <a:t>sues200,sues200_uav_200m_to_satellite,2,full,4000,10,0,0.6,0.6666666666666666,null,null,0,0.29329227088391774,1c63f0c6b60ebe4da0355b53ff295adff78f798586c3e712f31f03804171e221,033b6eaea71b3084ca043902f6ba03b6487bf1762a9180963357103097d172cc</a:t>
            </a:r>
          </a:p>
          <a:p xmlns:a="http://schemas.openxmlformats.org/drawingml/2006/main">
            <a:r>
              <a:t>sues200,sues200_uav_200m_to_satellite,2,full,4000,11,0,0.6666666666666666,0.7333333333333333,null,null,0,0.29329227088391774,1c63f0c6b60ebe4da0355b53ff295adff78f798586c3e712f31f03804171e221,033b6eaea71b3084ca043902f6ba03b6487bf1762a9180963357103097d172cc</a:t>
            </a:r>
          </a:p>
          <a:p xmlns:a="http://schemas.openxmlformats.org/drawingml/2006/main">
            <a:r>
              <a:t>sues200,sues200_uav_200m_to_satellite,2,full,4000,12,0,0.7333333333333333,0.8,null,null,0,0.29329227088391774,1c63f0c6b60ebe4da0355b53ff295adff78f798586c3e712f31f03804171e221,033b6eaea71b3084ca043902f6ba03b6487bf1762a9180963357103097d172cc</a:t>
            </a:r>
          </a:p>
          <a:p xmlns:a="http://schemas.openxmlformats.org/drawingml/2006/main">
            <a:r>
              <a:t>sues200,sues200_uav_200m_to_satellite,2,full,4000,13,0,0.8,0.8666666666666667,null,null,0,0.29329227088391774,1c63f0c6b60ebe4da0355b53ff295adff78f798586c3e712f31f03804171e221,033b6eaea71b3084ca043902f6ba03b6487bf1762a9180963357103097d172cc</a:t>
            </a:r>
          </a:p>
          <a:p xmlns:a="http://schemas.openxmlformats.org/drawingml/2006/main">
            <a:r>
              <a:t>sues200,sues200_uav_200m_to_satellite,2,full,4000,14,0,0.8666666666666667,0.9333333333333333,null,null,0,0.29329227088391774,1c63f0c6b60ebe4da0355b53ff295adff78f798586c3e712f31f03804171e221,033b6eaea71b3084ca043902f6ba03b6487bf1762a9180963357103097d172cc</a:t>
            </a:r>
          </a:p>
          <a:p xmlns:a="http://schemas.openxmlformats.org/drawingml/2006/main">
            <a:r>
              <a:t>sues200,sues200_uav_200m_to_satellite,2,full,4000,15,0,0.9333333333333333,1,null,null,0,0.29329227088391774,1c63f0c6b60ebe4da0355b53ff295adff78f798586c3e712f31f03804171e221,033b6eaea71b3084ca043902f6ba03b6487bf1762a9180963357103097d172cc</a:t>
            </a:r>
          </a:p>
          <a:p xmlns:a="http://schemas.openxmlformats.org/drawingml/2006/main">
            <a:r>
              <a:t>sues200,sues200_uav_200m_to_satellite,3,visual,4000,1,3372,0,0.06666666666666667,0.39234875444839856,0.024587606050047586,0.3100226480998099,0.4126500910408795,1c63f0c6b60ebe4da0355b53ff295adff78f798586c3e712f31f03804171e221,033b6eaea71b3084ca043902f6ba03b6487bf1762a9180963357103097d172cc</a:t>
            </a:r>
          </a:p>
          <a:p xmlns:a="http://schemas.openxmlformats.org/drawingml/2006/main">
            <a:r>
              <a:t>sues200,sues200_uav_200m_to_satellite,3,visual,4000,2,612,0.06666666666666667,0.13333333333333333,0.7450980392156863,0.08850115167549233,0.10045932379364968,0.4126500910408795,1c63f0c6b60ebe4da0355b53ff295adff78f798586c3e712f31f03804171e221,033b6eaea71b3084ca043902f6ba03b6487bf1762a9180963357103097d172cc</a:t>
            </a:r>
          </a:p>
          <a:p xmlns:a="http://schemas.openxmlformats.org/drawingml/2006/main">
            <a:r>
              <a:t>sues200,sues200_uav_200m_to_satellite,3,visual,4000,3,16,0.13333333333333333,0.2,0.6875,0.14547021314501762,0.0021681191474199296,0.4126500910408795,1c63f0c6b60ebe4da0355b53ff295adff78f798586c3e712f31f03804171e221,033b6eaea71b3084ca043902f6ba03b6487bf1762a9180963357103097d172cc</a:t>
            </a:r>
          </a:p>
          <a:p xmlns:a="http://schemas.openxmlformats.org/drawingml/2006/main">
            <a:r>
              <a:t>sues200,sues200_uav_200m_to_satellite,3,visual,4000,4,0,0.2,0.26666666666666666,null,null,0,0.4126500910408795,1c63f0c6b60ebe4da0355b53ff295adff78f798586c3e712f31f03804171e221,033b6eaea71b3084ca043902f6ba03b6487bf1762a9180963357103097d172cc</a:t>
            </a:r>
          </a:p>
          <a:p xmlns:a="http://schemas.openxmlformats.org/drawingml/2006/main">
            <a:r>
              <a:t>sues200,sues200_uav_200m_to_satellite,3,visual,4000,5,0,0.26666666666666666,0.3333333333333333,null,null,0,0.4126500910408795,1c63f0c6b60ebe4da0355b53ff295adff78f798586c3e712f31f03804171e221,033b6eaea71b3084ca043902f6ba03b6487bf1762a9180963357103097d172cc</a:t>
            </a:r>
          </a:p>
          <a:p xmlns:a="http://schemas.openxmlformats.org/drawingml/2006/main">
            <a:r>
              <a:t>sues200,sues200_uav_200m_to_satellite,3,visual,4000,6,0,0.3333333333333333,0.4,null,null,0,0.4126500910408795,1c63f0c6b60ebe4da0355b53ff295adff78f798586c3e712f31f03804171e221,033b6eaea71b3084ca043902f6ba03b6487bf1762a9180963357103097d172cc</a:t>
            </a:r>
          </a:p>
          <a:p xmlns:a="http://schemas.openxmlformats.org/drawingml/2006/main">
            <a:r>
              <a:t>sues200,sues200_uav_200m_to_satellite,3,visual,4000,7,0,0.4,0.4666666666666667,null,null,0,0.4126500910408795,1c63f0c6b60ebe4da0355b53ff295adff78f798586c3e712f31f03804171e221,033b6eaea71b3084ca043902f6ba03b6487bf1762a9180963357103097d172cc</a:t>
            </a:r>
          </a:p>
          <a:p xmlns:a="http://schemas.openxmlformats.org/drawingml/2006/main">
            <a:r>
              <a:t>sues200,sues200_uav_200m_to_satellite,3,visual,4000,8,0,0.4666666666666667,0.5333333333333333,null,null,0,0.4126500910408795,1c63f0c6b60ebe4da0355b53ff295adff78f798586c3e712f31f03804171e221,033b6eaea71b3084ca043902f6ba03b6487bf1762a9180963357103097d172cc</a:t>
            </a:r>
          </a:p>
          <a:p xmlns:a="http://schemas.openxmlformats.org/drawingml/2006/main">
            <a:r>
              <a:t>sues200,sues200_uav_200m_to_satellite,3,visual,4000,9,0,0.5333333333333333,0.6,null,null,0,0.4126500910408795,1c63f0c6b60ebe4da0355b53ff295adff78f798586c3e712f31f03804171e221,033b6eaea71b3084ca043902f6ba03b6487bf1762a9180963357103097d172cc</a:t>
            </a:r>
          </a:p>
          <a:p xmlns:a="http://schemas.openxmlformats.org/drawingml/2006/main">
            <a:r>
              <a:t>sues200,sues200_uav_200m_to_satellite,3,visual,4000,10,0,0.6,0.6666666666666666,null,null,0,0.4126500910408795,1c63f0c6b60ebe4da0355b53ff295adff78f798586c3e712f31f03804171e221,033b6eaea71b3084ca043902f6ba03b6487bf1762a9180963357103097d172cc</a:t>
            </a:r>
          </a:p>
          <a:p xmlns:a="http://schemas.openxmlformats.org/drawingml/2006/main">
            <a:r>
              <a:t>sues200,sues200_uav_200m_to_satellite,3,visual,4000,11,0,0.6666666666666666,0.7333333333333333,null,null,0,0.4126500910408795,1c63f0c6b60ebe4da0355b53ff295adff78f798586c3e712f31f03804171e221,033b6eaea71b3084ca043902f6ba03b6487bf1762a9180963357103097d172cc</a:t>
            </a:r>
          </a:p>
          <a:p xmlns:a="http://schemas.openxmlformats.org/drawingml/2006/main">
            <a:r>
              <a:t>sues200,sues200_uav_200m_to_satellite,3,visual,4000,12,0,0.7333333333333333,0.8,null,null,0,0.4126500910408795,1c63f0c6b60ebe4da0355b53ff295adff78f798586c3e712f31f03804171e221,033b6eaea71b3084ca043902f6ba03b6487bf1762a9180963357103097d172cc</a:t>
            </a:r>
          </a:p>
          <a:p xmlns:a="http://schemas.openxmlformats.org/drawingml/2006/main">
            <a:r>
              <a:t>sues200,sues200_uav_200m_to_satellite,3,visual,4000,13,0,0.8,0.8666666666666667,null,null,0,0.4126500910408795,1c63f0c6b60ebe4da0355b53ff295adff78f798586c3e712f31f03804171e221,033b6eaea71b3084ca043902f6ba03b6487bf1762a9180963357103097d172cc</a:t>
            </a:r>
          </a:p>
          <a:p xmlns:a="http://schemas.openxmlformats.org/drawingml/2006/main">
            <a:r>
              <a:t>sues200,sues200_uav_200m_to_satellite,3,visual,4000,14,0,0.8666666666666667,0.9333333333333333,null,null,0,0.4126500910408795,1c63f0c6b60ebe4da0355b53ff295adff78f798586c3e712f31f03804171e221,033b6eaea71b3084ca043902f6ba03b6487bf1762a9180963357103097d172cc</a:t>
            </a:r>
          </a:p>
          <a:p xmlns:a="http://schemas.openxmlformats.org/drawingml/2006/main">
            <a:r>
              <a:t>sues200,sues200_uav_200m_to_satellite,3,visual,4000,15,0,0.9333333333333333,1,null,null,0,0.4126500910408795,1c63f0c6b60ebe4da0355b53ff295adff78f798586c3e712f31f03804171e221,033b6eaea71b3084ca043902f6ba03b6487bf1762a9180963357103097d172cc</a:t>
            </a:r>
          </a:p>
          <a:p xmlns:a="http://schemas.openxmlformats.org/drawingml/2006/main">
            <a:r>
              <a:t>sues200,sues200_uav_200m_to_satellite,3,full,4000,1,3285,0,0.06666666666666667,0.29923896499238967,0.02451147119567093,0.22561995428055528,0.3132790594510734,1c63f0c6b60ebe4da0355b53ff295adff78f798586c3e712f31f03804171e221,033b6eaea71b3084ca043902f6ba03b6487bf1762a9180963357103097d172cc</a:t>
            </a:r>
          </a:p>
          <a:p xmlns:a="http://schemas.openxmlformats.org/drawingml/2006/main">
            <a:r>
              <a:t>sues200,sues200_uav_200m_to_satellite,3,full,4000,2,682,0.06666666666666667,0.13333333333333333,0.5953079178885631,0.09087944651279281,0.08600505436956885,0.3132790594510734,1c63f0c6b60ebe4da0355b53ff295adff78f798586c3e712f31f03804171e221,033b6eaea71b3084ca043902f6ba03b6487bf1762a9180963357103097d172cc</a:t>
            </a:r>
          </a:p>
          <a:p xmlns:a="http://schemas.openxmlformats.org/drawingml/2006/main">
            <a:r>
              <a:t>sues200,sues200_uav_200m_to_satellite,3,full,4000,3,32,0.13333333333333333,0.2,0.34375,0.14350810600444674,0.0016019351519644261,0.3132790594510734,1c63f0c6b60ebe4da0355b53ff295adff78f798586c3e712f31f03804171e221,033b6eaea71b3084ca043902f6ba03b6487bf1762a9180963357103097d172cc</a:t>
            </a:r>
          </a:p>
          <a:p xmlns:a="http://schemas.openxmlformats.org/drawingml/2006/main">
            <a:r>
              <a:t>sues200,sues200_uav_200m_to_satellite,3,full,4000,4,1,0.2,0.26666666666666666,0,0.20846259593963623,0.00005211564898490906,0.3132790594510734,1c63f0c6b60ebe4da0355b53ff295adff78f798586c3e712f31f03804171e221,033b6eaea71b3084ca043902f6ba03b6487bf1762a9180963357103097d172cc</a:t>
            </a:r>
          </a:p>
          <a:p xmlns:a="http://schemas.openxmlformats.org/drawingml/2006/main">
            <a:r>
              <a:t>sues200,sues200_uav_200m_to_satellite,3,full,4000,5,0,0.26666666666666666,0.3333333333333333,null,null,0,0.3132790594510734,1c63f0c6b60ebe4da0355b53ff295adff78f798586c3e712f31f03804171e221,033b6eaea71b3084ca043902f6ba03b6487bf1762a9180963357103097d172cc</a:t>
            </a:r>
          </a:p>
          <a:p xmlns:a="http://schemas.openxmlformats.org/drawingml/2006/main">
            <a:r>
              <a:t>sues200,sues200_uav_200m_to_satellite,3,full,4000,6,0,0.3333333333333333,0.4,null,null,0,0.3132790594510734,1c63f0c6b60ebe4da0355b53ff295adff78f798586c3e712f31f03804171e221,033b6eaea71b3084ca043902f6ba03b6487bf1762a9180963357103097d172cc</a:t>
            </a:r>
          </a:p>
          <a:p xmlns:a="http://schemas.openxmlformats.org/drawingml/2006/main">
            <a:r>
              <a:t>sues200,sues200_uav_200m_to_satellite,3,full,4000,7,0,0.4,0.4666666666666667,null,null,0,0.3132790594510734,1c63f0c6b60ebe4da0355b53ff295adff78f798586c3e712f31f03804171e221,033b6eaea71b3084ca043902f6ba03b6487bf1762a9180963357103097d172cc</a:t>
            </a:r>
          </a:p>
          <a:p xmlns:a="http://schemas.openxmlformats.org/drawingml/2006/main">
            <a:r>
              <a:t>sues200,sues200_uav_200m_to_satellite,3,full,4000,8,0,0.4666666666666667,0.5333333333333333,null,null,0,0.3132790594510734,1c63f0c6b60ebe4da0355b53ff295adff78f798586c3e712f31f03804171e221,033b6eaea71b3084ca043902f6ba03b6487bf1762a9180963357103097d172cc</a:t>
            </a:r>
          </a:p>
          <a:p xmlns:a="http://schemas.openxmlformats.org/drawingml/2006/main">
            <a:r>
              <a:t>sues200,sues200_uav_200m_to_satellite,3,full,4000,9,0,0.5333333333333333,0.6,null,null,0,0.3132790594510734,1c63f0c6b60ebe4da0355b53ff295adff78f798586c3e712f31f03804171e221,033b6eaea71b3084ca043902f6ba03b6487bf1762a9180963357103097d172cc</a:t>
            </a:r>
          </a:p>
          <a:p xmlns:a="http://schemas.openxmlformats.org/drawingml/2006/main">
            <a:r>
              <a:t>sues200,sues200_uav_200m_to_satellite,3,full,4000,10,0,0.6,0.6666666666666666,null,null,0,0.3132790594510734,1c63f0c6b60ebe4da0355b53ff295adff78f798586c3e712f31f03804171e221,033b6eaea71b3084ca043902f6ba03b6487bf1762a9180963357103097d172cc</a:t>
            </a:r>
          </a:p>
          <a:p xmlns:a="http://schemas.openxmlformats.org/drawingml/2006/main">
            <a:r>
              <a:t>sues200,sues200_uav_200m_to_satellite,3,full,4000,11,0,0.6666666666666666,0.7333333333333333,null,null,0,0.3132790594510734,1c63f0c6b60ebe4da0355b53ff295adff78f798586c3e712f31f03804171e221,033b6eaea71b3084ca043902f6ba03b6487bf1762a9180963357103097d172cc</a:t>
            </a:r>
          </a:p>
          <a:p xmlns:a="http://schemas.openxmlformats.org/drawingml/2006/main">
            <a:r>
              <a:t>sues200,sues200_uav_200m_to_satellite,3,full,4000,12,0,0.7333333333333333,0.8,null,null,0,0.3132790594510734,1c63f0c6b60ebe4da0355b53ff295adff78f798586c3e712f31f03804171e221,033b6eaea71b3084ca043902f6ba03b6487bf1762a9180963357103097d172cc</a:t>
            </a:r>
          </a:p>
          <a:p xmlns:a="http://schemas.openxmlformats.org/drawingml/2006/main">
            <a:r>
              <a:t>sues200,sues200_uav_200m_to_satellite,3,full,4000,13,0,0.8,0.8666666666666667,null,null,0,0.3132790594510734,1c63f0c6b60ebe4da0355b53ff295adff78f798586c3e712f31f03804171e221,033b6eaea71b3084ca043902f6ba03b6487bf1762a9180963357103097d172cc</a:t>
            </a:r>
          </a:p>
          <a:p xmlns:a="http://schemas.openxmlformats.org/drawingml/2006/main">
            <a:r>
              <a:t>sues200,sues200_uav_200m_to_satellite,3,full,4000,14,0,0.8666666666666667,0.9333333333333333,null,null,0,0.3132790594510734,1c63f0c6b60ebe4da0355b53ff295adff78f798586c3e712f31f03804171e221,033b6eaea71b3084ca043902f6ba03b6487bf1762a9180963357103097d172cc</a:t>
            </a:r>
          </a:p>
          <a:p xmlns:a="http://schemas.openxmlformats.org/drawingml/2006/main">
            <a:r>
              <a:t>sues200,sues200_uav_200m_to_satellite,3,full,4000,15,0,0.9333333333333333,1,null,null,0,0.3132790594510734,1c63f0c6b60ebe4da0355b53ff295adff78f798586c3e712f31f03804171e221,033b6eaea71b3084ca043902f6ba03b6487bf1762a9180963357103097d172cc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200 m.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sues200,sues200_satellite_to_uav_200m,1,visual,80,1,80,0,0.06666666666666667,0.6125,0.006601838022470474,0.6058981619775295,0.6058981619775295,a0024554fabfdcd03efe8d46da3c80414baa16d26cf6a40d05e521ce55eeaddc,033b6eaea71b3084ca043902f6ba03b6487bf1762a9180963357103097d172cc</a:t>
            </a:r>
          </a:p>
          <a:p xmlns:a="http://schemas.openxmlformats.org/drawingml/2006/main">
            <a:r>
              <a:t>sues200,sues200_satellite_to_uav_200m,1,visual,80,2,0,0.06666666666666667,0.13333333333333333,null,null,0,0.6058981619775295,a0024554fabfdcd03efe8d46da3c80414baa16d26cf6a40d05e521ce55eeaddc,033b6eaea71b3084ca043902f6ba03b6487bf1762a9180963357103097d172cc</a:t>
            </a:r>
          </a:p>
          <a:p xmlns:a="http://schemas.openxmlformats.org/drawingml/2006/main">
            <a:r>
              <a:t>sues200,sues200_satellite_to_uav_200m,1,visual,80,3,0,0.13333333333333333,0.2,null,null,0,0.6058981619775295,a0024554fabfdcd03efe8d46da3c80414baa16d26cf6a40d05e521ce55eeaddc,033b6eaea71b3084ca043902f6ba03b6487bf1762a9180963357103097d172cc</a:t>
            </a:r>
          </a:p>
          <a:p xmlns:a="http://schemas.openxmlformats.org/drawingml/2006/main">
            <a:r>
              <a:t>sues200,sues200_satellite_to_uav_200m,1,visual,80,4,0,0.2,0.26666666666666666,null,null,0,0.6058981619775295,a0024554fabfdcd03efe8d46da3c80414baa16d26cf6a40d05e521ce55eeaddc,033b6eaea71b3084ca043902f6ba03b6487bf1762a9180963357103097d172cc</a:t>
            </a:r>
          </a:p>
          <a:p xmlns:a="http://schemas.openxmlformats.org/drawingml/2006/main">
            <a:r>
              <a:t>sues200,sues200_satellite_to_uav_200m,1,visual,80,5,0,0.26666666666666666,0.3333333333333333,null,null,0,0.6058981619775295,a0024554fabfdcd03efe8d46da3c80414baa16d26cf6a40d05e521ce55eeaddc,033b6eaea71b3084ca043902f6ba03b6487bf1762a9180963357103097d172cc</a:t>
            </a:r>
          </a:p>
          <a:p xmlns:a="http://schemas.openxmlformats.org/drawingml/2006/main">
            <a:r>
              <a:t>sues200,sues200_satellite_to_uav_200m,1,visual,80,6,0,0.3333333333333333,0.4,null,null,0,0.6058981619775295,a0024554fabfdcd03efe8d46da3c80414baa16d26cf6a40d05e521ce55eeaddc,033b6eaea71b3084ca043902f6ba03b6487bf1762a9180963357103097d172cc</a:t>
            </a:r>
          </a:p>
          <a:p xmlns:a="http://schemas.openxmlformats.org/drawingml/2006/main">
            <a:r>
              <a:t>sues200,sues200_satellite_to_uav_200m,1,visual,80,7,0,0.4,0.4666666666666667,null,null,0,0.6058981619775295,a0024554fabfdcd03efe8d46da3c80414baa16d26cf6a40d05e521ce55eeaddc,033b6eaea71b3084ca043902f6ba03b6487bf1762a9180963357103097d172cc</a:t>
            </a:r>
          </a:p>
          <a:p xmlns:a="http://schemas.openxmlformats.org/drawingml/2006/main">
            <a:r>
              <a:t>sues200,sues200_satellite_to_uav_200m,1,visual,80,8,0,0.4666666666666667,0.5333333333333333,null,null,0,0.6058981619775295,a0024554fabfdcd03efe8d46da3c80414baa16d26cf6a40d05e521ce55eeaddc,033b6eaea71b3084ca043902f6ba03b6487bf1762a9180963357103097d172cc</a:t>
            </a:r>
          </a:p>
          <a:p xmlns:a="http://schemas.openxmlformats.org/drawingml/2006/main">
            <a:r>
              <a:t>sues200,sues200_satellite_to_uav_200m,1,visual,80,9,0,0.5333333333333333,0.6,null,null,0,0.6058981619775295,a0024554fabfdcd03efe8d46da3c80414baa16d26cf6a40d05e521ce55eeaddc,033b6eaea71b3084ca043902f6ba03b6487bf1762a9180963357103097d172cc</a:t>
            </a:r>
          </a:p>
          <a:p xmlns:a="http://schemas.openxmlformats.org/drawingml/2006/main">
            <a:r>
              <a:t>sues200,sues200_satellite_to_uav_200m,1,visual,80,10,0,0.6,0.6666666666666666,null,null,0,0.6058981619775295,a0024554fabfdcd03efe8d46da3c80414baa16d26cf6a40d05e521ce55eeaddc,033b6eaea71b3084ca043902f6ba03b6487bf1762a9180963357103097d172cc</a:t>
            </a:r>
          </a:p>
          <a:p xmlns:a="http://schemas.openxmlformats.org/drawingml/2006/main">
            <a:r>
              <a:t>sues200,sues200_satellite_to_uav_200m,1,visual,80,11,0,0.6666666666666666,0.7333333333333333,null,null,0,0.6058981619775295,a0024554fabfdcd03efe8d46da3c80414baa16d26cf6a40d05e521ce55eeaddc,033b6eaea71b3084ca043902f6ba03b6487bf1762a9180963357103097d172cc</a:t>
            </a:r>
          </a:p>
          <a:p xmlns:a="http://schemas.openxmlformats.org/drawingml/2006/main">
            <a:r>
              <a:t>sues200,sues200_satellite_to_uav_200m,1,visual,80,12,0,0.7333333333333333,0.8,null,null,0,0.6058981619775295,a0024554fabfdcd03efe8d46da3c80414baa16d26cf6a40d05e521ce55eeaddc,033b6eaea71b3084ca043902f6ba03b6487bf1762a9180963357103097d172cc</a:t>
            </a:r>
          </a:p>
          <a:p xmlns:a="http://schemas.openxmlformats.org/drawingml/2006/main">
            <a:r>
              <a:t>sues200,sues200_satellite_to_uav_200m,1,visual,80,13,0,0.8,0.8666666666666667,null,null,0,0.6058981619775295,a0024554fabfdcd03efe8d46da3c80414baa16d26cf6a40d05e521ce55eeaddc,033b6eaea71b3084ca043902f6ba03b6487bf1762a9180963357103097d172cc</a:t>
            </a:r>
          </a:p>
          <a:p xmlns:a="http://schemas.openxmlformats.org/drawingml/2006/main">
            <a:r>
              <a:t>sues200,sues200_satellite_to_uav_200m,1,visual,80,14,0,0.8666666666666667,0.9333333333333333,null,null,0,0.6058981619775295,a0024554fabfdcd03efe8d46da3c80414baa16d26cf6a40d05e521ce55eeaddc,033b6eaea71b3084ca043902f6ba03b6487bf1762a9180963357103097d172cc</a:t>
            </a:r>
          </a:p>
          <a:p xmlns:a="http://schemas.openxmlformats.org/drawingml/2006/main">
            <a:r>
              <a:t>sues200,sues200_satellite_to_uav_200m,1,visual,80,15,0,0.9333333333333333,1,null,null,0,0.6058981619775295,a0024554fabfdcd03efe8d46da3c80414baa16d26cf6a40d05e521ce55eeaddc,033b6eaea71b3084ca043902f6ba03b6487bf1762a9180963357103097d172cc</a:t>
            </a:r>
          </a:p>
          <a:p xmlns:a="http://schemas.openxmlformats.org/drawingml/2006/main">
            <a:r>
              <a:t>sues200,sues200_satellite_to_uav_200m,1,full,80,1,80,0,0.06666666666666667,0.6125,0.005689159408211708,0.6068108405917884,0.6068108405917884,a0024554fabfdcd03efe8d46da3c80414baa16d26cf6a40d05e521ce55eeaddc,033b6eaea71b3084ca043902f6ba03b6487bf1762a9180963357103097d172cc</a:t>
            </a:r>
          </a:p>
          <a:p xmlns:a="http://schemas.openxmlformats.org/drawingml/2006/main">
            <a:r>
              <a:t>sues200,sues200_satellite_to_uav_200m,1,full,80,2,0,0.06666666666666667,0.13333333333333333,null,null,0,0.6068108405917884,a0024554fabfdcd03efe8d46da3c80414baa16d26cf6a40d05e521ce55eeaddc,033b6eaea71b3084ca043902f6ba03b6487bf1762a9180963357103097d172cc</a:t>
            </a:r>
          </a:p>
          <a:p xmlns:a="http://schemas.openxmlformats.org/drawingml/2006/main">
            <a:r>
              <a:t>sues200,sues200_satellite_to_uav_200m,1,full,80,3,0,0.13333333333333333,0.2,null,null,0,0.6068108405917884,a0024554fabfdcd03efe8d46da3c80414baa16d26cf6a40d05e521ce55eeaddc,033b6eaea71b3084ca043902f6ba03b6487bf1762a9180963357103097d172cc</a:t>
            </a:r>
          </a:p>
          <a:p xmlns:a="http://schemas.openxmlformats.org/drawingml/2006/main">
            <a:r>
              <a:t>sues200,sues200_satellite_to_uav_200m,1,full,80,4,0,0.2,0.26666666666666666,null,null,0,0.6068108405917884,a0024554fabfdcd03efe8d46da3c80414baa16d26cf6a40d05e521ce55eeaddc,033b6eaea71b3084ca043902f6ba03b6487bf1762a9180963357103097d172cc</a:t>
            </a:r>
          </a:p>
          <a:p xmlns:a="http://schemas.openxmlformats.org/drawingml/2006/main">
            <a:r>
              <a:t>sues200,sues200_satellite_to_uav_200m,1,full,80,5,0,0.26666666666666666,0.3333333333333333,null,null,0,0.6068108405917884,a0024554fabfdcd03efe8d46da3c80414baa16d26cf6a40d05e521ce55eeaddc,033b6eaea71b3084ca043902f6ba03b6487bf1762a9180963357103097d172cc</a:t>
            </a:r>
          </a:p>
          <a:p xmlns:a="http://schemas.openxmlformats.org/drawingml/2006/main">
            <a:r>
              <a:t>sues200,sues200_satellite_to_uav_200m,1,full,80,6,0,0.3333333333333333,0.4,null,null,0,0.6068108405917884,a0024554fabfdcd03efe8d46da3c80414baa16d26cf6a40d05e521ce55eeaddc,033b6eaea71b3084ca043902f6ba03b6487bf1762a9180963357103097d172cc</a:t>
            </a:r>
          </a:p>
          <a:p xmlns:a="http://schemas.openxmlformats.org/drawingml/2006/main">
            <a:r>
              <a:t>sues200,sues200_satellite_to_uav_200m,1,full,80,7,0,0.4,0.4666666666666667,null,null,0,0.6068108405917884,a0024554fabfdcd03efe8d46da3c80414baa16d26cf6a40d05e521ce55eeaddc,033b6eaea71b3084ca043902f6ba03b6487bf1762a9180963357103097d172cc</a:t>
            </a:r>
          </a:p>
          <a:p xmlns:a="http://schemas.openxmlformats.org/drawingml/2006/main">
            <a:r>
              <a:t>sues200,sues200_satellite_to_uav_200m,1,full,80,8,0,0.4666666666666667,0.5333333333333333,null,null,0,0.6068108405917884,a0024554fabfdcd03efe8d46da3c80414baa16d26cf6a40d05e521ce55eeaddc,033b6eaea71b3084ca043902f6ba03b6487bf1762a9180963357103097d172cc</a:t>
            </a:r>
          </a:p>
          <a:p xmlns:a="http://schemas.openxmlformats.org/drawingml/2006/main">
            <a:r>
              <a:t>sues200,sues200_satellite_to_uav_200m,1,full,80,9,0,0.5333333333333333,0.6,null,null,0,0.6068108405917884,a0024554fabfdcd03efe8d46da3c80414baa16d26cf6a40d05e521ce55eeaddc,033b6eaea71b3084ca043902f6ba03b6487bf1762a9180963357103097d172cc</a:t>
            </a:r>
          </a:p>
          <a:p xmlns:a="http://schemas.openxmlformats.org/drawingml/2006/main">
            <a:r>
              <a:t>sues200,sues200_satellite_to_uav_200m,1,full,80,10,0,0.6,0.6666666666666666,null,null,0,0.6068108405917884,a0024554fabfdcd03efe8d46da3c80414baa16d26cf6a40d05e521ce55eeaddc,033b6eaea71b3084ca043902f6ba03b6487bf1762a9180963357103097d172cc</a:t>
            </a:r>
          </a:p>
          <a:p xmlns:a="http://schemas.openxmlformats.org/drawingml/2006/main">
            <a:r>
              <a:t>sues200,sues200_satellite_to_uav_200m,1,full,80,11,0,0.6666666666666666,0.7333333333333333,null,null,0,0.6068108405917884,a0024554fabfdcd03efe8d46da3c80414baa16d26cf6a40d05e521ce55eeaddc,033b6eaea71b3084ca043902f6ba03b6487bf1762a9180963357103097d172cc</a:t>
            </a:r>
          </a:p>
          <a:p xmlns:a="http://schemas.openxmlformats.org/drawingml/2006/main">
            <a:r>
              <a:t>sues200,sues200_satellite_to_uav_200m,1,full,80,12,0,0.7333333333333333,0.8,null,null,0,0.6068108405917884,a0024554fabfdcd03efe8d46da3c80414baa16d26cf6a40d05e521ce55eeaddc,033b6eaea71b3084ca043902f6ba03b6487bf1762a9180963357103097d172cc</a:t>
            </a:r>
          </a:p>
          <a:p xmlns:a="http://schemas.openxmlformats.org/drawingml/2006/main">
            <a:r>
              <a:t>sues200,sues200_satellite_to_uav_200m,1,full,80,13,0,0.8,0.8666666666666667,null,null,0,0.6068108405917884,a0024554fabfdcd03efe8d46da3c80414baa16d26cf6a40d05e521ce55eeaddc,033b6eaea71b3084ca043902f6ba03b6487bf1762a9180963357103097d172cc</a:t>
            </a:r>
          </a:p>
          <a:p xmlns:a="http://schemas.openxmlformats.org/drawingml/2006/main">
            <a:r>
              <a:t>sues200,sues200_satellite_to_uav_200m,1,full,80,14,0,0.8666666666666667,0.9333333333333333,null,null,0,0.6068108405917884,a0024554fabfdcd03efe8d46da3c80414baa16d26cf6a40d05e521ce55eeaddc,033b6eaea71b3084ca043902f6ba03b6487bf1762a9180963357103097d172cc</a:t>
            </a:r>
          </a:p>
          <a:p xmlns:a="http://schemas.openxmlformats.org/drawingml/2006/main">
            <a:r>
              <a:t>sues200,sues200_satellite_to_uav_200m,1,full,80,15,0,0.9333333333333333,1,null,null,0,0.6068108405917884,a0024554fabfdcd03efe8d46da3c80414baa16d26cf6a40d05e521ce55eeaddc,033b6eaea71b3084ca043902f6ba03b6487bf1762a9180963357103097d172cc</a:t>
            </a:r>
          </a:p>
          <a:p xmlns:a="http://schemas.openxmlformats.org/drawingml/2006/main">
            <a:r>
              <a:t>sues200,sues200_satellite_to_uav_200m,2,visual,80,1,80,0,0.06666666666666667,0.6625,0.005964690074324608,0.6565353099256753,0.6565353099256753,a0024554fabfdcd03efe8d46da3c80414baa16d26cf6a40d05e521ce55eeaddc,033b6eaea71b3084ca043902f6ba03b6487bf1762a9180963357103097d172cc</a:t>
            </a:r>
          </a:p>
          <a:p xmlns:a="http://schemas.openxmlformats.org/drawingml/2006/main">
            <a:r>
              <a:t>sues200,sues200_satellite_to_uav_200m,2,visual,80,2,0,0.06666666666666667,0.13333333333333333,null,null,0,0.6565353099256753,a0024554fabfdcd03efe8d46da3c80414baa16d26cf6a40d05e521ce55eeaddc,033b6eaea71b3084ca043902f6ba03b6487bf1762a9180963357103097d172cc</a:t>
            </a:r>
          </a:p>
          <a:p xmlns:a="http://schemas.openxmlformats.org/drawingml/2006/main">
            <a:r>
              <a:t>sues200,sues200_satellite_to_uav_200m,2,visual,80,3,0,0.13333333333333333,0.2,null,null,0,0.6565353099256753,a0024554fabfdcd03efe8d46da3c80414baa16d26cf6a40d05e521ce55eeaddc,033b6eaea71b3084ca043902f6ba03b6487bf1762a9180963357103097d172cc</a:t>
            </a:r>
          </a:p>
          <a:p xmlns:a="http://schemas.openxmlformats.org/drawingml/2006/main">
            <a:r>
              <a:t>sues200,sues200_satellite_to_uav_200m,2,visual,80,4,0,0.2,0.26666666666666666,null,null,0,0.6565353099256753,a0024554fabfdcd03efe8d46da3c80414baa16d26cf6a40d05e521ce55eeaddc,033b6eaea71b3084ca043902f6ba03b6487bf1762a9180963357103097d172cc</a:t>
            </a:r>
          </a:p>
          <a:p xmlns:a="http://schemas.openxmlformats.org/drawingml/2006/main">
            <a:r>
              <a:t>sues200,sues200_satellite_to_uav_200m,2,visual,80,5,0,0.26666666666666666,0.3333333333333333,null,null,0,0.6565353099256753,a0024554fabfdcd03efe8d46da3c80414baa16d26cf6a40d05e521ce55eeaddc,033b6eaea71b3084ca043902f6ba03b6487bf1762a9180963357103097d172cc</a:t>
            </a:r>
          </a:p>
          <a:p xmlns:a="http://schemas.openxmlformats.org/drawingml/2006/main">
            <a:r>
              <a:t>sues200,sues200_satellite_to_uav_200m,2,visual,80,6,0,0.3333333333333333,0.4,null,null,0,0.6565353099256753,a0024554fabfdcd03efe8d46da3c80414baa16d26cf6a40d05e521ce55eeaddc,033b6eaea71b3084ca043902f6ba03b6487bf1762a9180963357103097d172cc</a:t>
            </a:r>
          </a:p>
          <a:p xmlns:a="http://schemas.openxmlformats.org/drawingml/2006/main">
            <a:r>
              <a:t>sues200,sues200_satellite_to_uav_200m,2,visual,80,7,0,0.4,0.4666666666666667,null,null,0,0.6565353099256753,a0024554fabfdcd03efe8d46da3c80414baa16d26cf6a40d05e521ce55eeaddc,033b6eaea71b3084ca043902f6ba03b6487bf1762a9180963357103097d172cc</a:t>
            </a:r>
          </a:p>
          <a:p xmlns:a="http://schemas.openxmlformats.org/drawingml/2006/main">
            <a:r>
              <a:t>sues200,sues200_satellite_to_uav_200m,2,visual,80,8,0,0.4666666666666667,0.5333333333333333,null,null,0,0.6565353099256753,a0024554fabfdcd03efe8d46da3c80414baa16d26cf6a40d05e521ce55eeaddc,033b6eaea71b3084ca043902f6ba03b6487bf1762a9180963357103097d172cc</a:t>
            </a:r>
          </a:p>
          <a:p xmlns:a="http://schemas.openxmlformats.org/drawingml/2006/main">
            <a:r>
              <a:t>sues200,sues200_satellite_to_uav_200m,2,visual,80,9,0,0.5333333333333333,0.6,null,null,0,0.6565353099256753,a0024554fabfdcd03efe8d46da3c80414baa16d26cf6a40d05e521ce55eeaddc,033b6eaea71b3084ca043902f6ba03b6487bf1762a9180963357103097d172cc</a:t>
            </a:r>
          </a:p>
          <a:p xmlns:a="http://schemas.openxmlformats.org/drawingml/2006/main">
            <a:r>
              <a:t>sues200,sues200_satellite_to_uav_200m,2,visual,80,10,0,0.6,0.6666666666666666,null,null,0,0.6565353099256753,a0024554fabfdcd03efe8d46da3c80414baa16d26cf6a40d05e521ce55eeaddc,033b6eaea71b3084ca043902f6ba03b6487bf1762a9180963357103097d172cc</a:t>
            </a:r>
          </a:p>
          <a:p xmlns:a="http://schemas.openxmlformats.org/drawingml/2006/main">
            <a:r>
              <a:t>sues200,sues200_satellite_to_uav_200m,2,visual,80,11,0,0.6666666666666666,0.7333333333333333,null,null,0,0.6565353099256753,a0024554fabfdcd03efe8d46da3c80414baa16d26cf6a40d05e521ce55eeaddc,033b6eaea71b3084ca043902f6ba03b6487bf1762a9180963357103097d172cc</a:t>
            </a:r>
          </a:p>
          <a:p xmlns:a="http://schemas.openxmlformats.org/drawingml/2006/main">
            <a:r>
              <a:t>sues200,sues200_satellite_to_uav_200m,2,visual,80,12,0,0.7333333333333333,0.8,null,null,0,0.6565353099256753,a0024554fabfdcd03efe8d46da3c80414baa16d26cf6a40d05e521ce55eeaddc,033b6eaea71b3084ca043902f6ba03b6487bf1762a9180963357103097d172cc</a:t>
            </a:r>
          </a:p>
          <a:p xmlns:a="http://schemas.openxmlformats.org/drawingml/2006/main">
            <a:r>
              <a:t>sues200,sues200_satellite_to_uav_200m,2,visual,80,13,0,0.8,0.8666666666666667,null,null,0,0.6565353099256753,a0024554fabfdcd03efe8d46da3c80414baa16d26cf6a40d05e521ce55eeaddc,033b6eaea71b3084ca043902f6ba03b6487bf1762a9180963357103097d172cc</a:t>
            </a:r>
          </a:p>
          <a:p xmlns:a="http://schemas.openxmlformats.org/drawingml/2006/main">
            <a:r>
              <a:t>sues200,sues200_satellite_to_uav_200m,2,visual,80,14,0,0.8666666666666667,0.9333333333333333,null,null,0,0.6565353099256753,a0024554fabfdcd03efe8d46da3c80414baa16d26cf6a40d05e521ce55eeaddc,033b6eaea71b3084ca043902f6ba03b6487bf1762a9180963357103097d172cc</a:t>
            </a:r>
          </a:p>
          <a:p xmlns:a="http://schemas.openxmlformats.org/drawingml/2006/main">
            <a:r>
              <a:t>sues200,sues200_satellite_to_uav_200m,2,visual,80,15,0,0.9333333333333333,1,null,null,0,0.6565353099256753,a0024554fabfdcd03efe8d46da3c80414baa16d26cf6a40d05e521ce55eeaddc,033b6eaea71b3084ca043902f6ba03b6487bf1762a9180963357103097d172cc</a:t>
            </a:r>
          </a:p>
          <a:p xmlns:a="http://schemas.openxmlformats.org/drawingml/2006/main">
            <a:r>
              <a:t>sues200,sues200_satellite_to_uav_200m,2,full,80,1,80,0,0.06666666666666667,0.525,0.005963219702243805,0.5190367802977562,0.5190367802977562,a0024554fabfdcd03efe8d46da3c80414baa16d26cf6a40d05e521ce55eeaddc,033b6eaea71b3084ca043902f6ba03b6487bf1762a9180963357103097d172cc</a:t>
            </a:r>
          </a:p>
          <a:p xmlns:a="http://schemas.openxmlformats.org/drawingml/2006/main">
            <a:r>
              <a:t>sues200,sues200_satellite_to_uav_200m,2,full,80,2,0,0.06666666666666667,0.13333333333333333,null,null,0,0.5190367802977562,a0024554fabfdcd03efe8d46da3c80414baa16d26cf6a40d05e521ce55eeaddc,033b6eaea71b3084ca043902f6ba03b6487bf1762a9180963357103097d172cc</a:t>
            </a:r>
          </a:p>
          <a:p xmlns:a="http://schemas.openxmlformats.org/drawingml/2006/main">
            <a:r>
              <a:t>sues200,sues200_satellite_to_uav_200m,2,full,80,3,0,0.13333333333333333,0.2,null,null,0,0.5190367802977562,a0024554fabfdcd03efe8d46da3c80414baa16d26cf6a40d05e521ce55eeaddc,033b6eaea71b3084ca043902f6ba03b6487bf1762a9180963357103097d172cc</a:t>
            </a:r>
          </a:p>
          <a:p xmlns:a="http://schemas.openxmlformats.org/drawingml/2006/main">
            <a:r>
              <a:t>sues200,sues200_satellite_to_uav_200m,2,full,80,4,0,0.2,0.26666666666666666,null,null,0,0.5190367802977562,a0024554fabfdcd03efe8d46da3c80414baa16d26cf6a40d05e521ce55eeaddc,033b6eaea71b3084ca043902f6ba03b6487bf1762a9180963357103097d172cc</a:t>
            </a:r>
          </a:p>
          <a:p xmlns:a="http://schemas.openxmlformats.org/drawingml/2006/main">
            <a:r>
              <a:t>sues200,sues200_satellite_to_uav_200m,2,full,80,5,0,0.26666666666666666,0.3333333333333333,null,null,0,0.5190367802977562,a0024554fabfdcd03efe8d46da3c80414baa16d26cf6a40d05e521ce55eeaddc,033b6eaea71b3084ca043902f6ba03b6487bf1762a9180963357103097d172cc</a:t>
            </a:r>
          </a:p>
          <a:p xmlns:a="http://schemas.openxmlformats.org/drawingml/2006/main">
            <a:r>
              <a:t>sues200,sues200_satellite_to_uav_200m,2,full,80,6,0,0.3333333333333333,0.4,null,null,0,0.5190367802977562,a0024554fabfdcd03efe8d46da3c80414baa16d26cf6a40d05e521ce55eeaddc,033b6eaea71b3084ca043902f6ba03b6487bf1762a9180963357103097d172cc</a:t>
            </a:r>
          </a:p>
          <a:p xmlns:a="http://schemas.openxmlformats.org/drawingml/2006/main">
            <a:r>
              <a:t>sues200,sues200_satellite_to_uav_200m,2,full,80,7,0,0.4,0.4666666666666667,null,null,0,0.5190367802977562,a0024554fabfdcd03efe8d46da3c80414baa16d26cf6a40d05e521ce55eeaddc,033b6eaea71b3084ca043902f6ba03b6487bf1762a9180963357103097d172cc</a:t>
            </a:r>
          </a:p>
          <a:p xmlns:a="http://schemas.openxmlformats.org/drawingml/2006/main">
            <a:r>
              <a:t>sues200,sues200_satellite_to_uav_200m,2,full,80,8,0,0.4666666666666667,0.5333333333333333,null,null,0,0.5190367802977562,a0024554fabfdcd03efe8d46da3c80414baa16d26cf6a40d05e521ce55eeaddc,033b6eaea71b3084ca043902f6ba03b6487bf1762a9180963357103097d172cc</a:t>
            </a:r>
          </a:p>
          <a:p xmlns:a="http://schemas.openxmlformats.org/drawingml/2006/main">
            <a:r>
              <a:t>sues200,sues200_satellite_to_uav_200m,2,full,80,9,0,0.5333333333333333,0.6,null,null,0,0.5190367802977562,a0024554fabfdcd03efe8d46da3c80414baa16d26cf6a40d05e521ce55eeaddc,033b6eaea71b3084ca043902f6ba03b6487bf1762a9180963357103097d172cc</a:t>
            </a:r>
          </a:p>
          <a:p xmlns:a="http://schemas.openxmlformats.org/drawingml/2006/main">
            <a:r>
              <a:t>sues200,sues200_satellite_to_uav_200m,2,full,80,10,0,0.6,0.6666666666666666,null,null,0,0.5190367802977562,a0024554fabfdcd03efe8d46da3c80414baa16d26cf6a40d05e521ce55eeaddc,033b6eaea71b3084ca043902f6ba03b6487bf1762a9180963357103097d172cc</a:t>
            </a:r>
          </a:p>
          <a:p xmlns:a="http://schemas.openxmlformats.org/drawingml/2006/main">
            <a:r>
              <a:t>sues200,sues200_satellite_to_uav_200m,2,full,80,11,0,0.6666666666666666,0.7333333333333333,null,null,0,0.5190367802977562,a0024554fabfdcd03efe8d46da3c80414baa16d26cf6a40d05e521ce55eeaddc,033b6eaea71b3084ca043902f6ba03b6487bf1762a9180963357103097d172cc</a:t>
            </a:r>
          </a:p>
          <a:p xmlns:a="http://schemas.openxmlformats.org/drawingml/2006/main">
            <a:r>
              <a:t>sues200,sues200_satellite_to_uav_200m,2,full,80,12,0,0.7333333333333333,0.8,null,null,0,0.5190367802977562,a0024554fabfdcd03efe8d46da3c80414baa16d26cf6a40d05e521ce55eeaddc,033b6eaea71b3084ca043902f6ba03b6487bf1762a9180963357103097d172cc</a:t>
            </a:r>
          </a:p>
          <a:p xmlns:a="http://schemas.openxmlformats.org/drawingml/2006/main">
            <a:r>
              <a:t>sues200,sues200_satellite_to_uav_200m,2,full,80,13,0,0.8,0.8666666666666667,null,null,0,0.5190367802977562,a0024554fabfdcd03efe8d46da3c80414baa16d26cf6a40d05e521ce55eeaddc,033b6eaea71b3084ca043902f6ba03b6487bf1762a9180963357103097d172cc</a:t>
            </a:r>
          </a:p>
          <a:p xmlns:a="http://schemas.openxmlformats.org/drawingml/2006/main">
            <a:r>
              <a:t>sues200,sues200_satellite_to_uav_200m,2,full,80,14,0,0.8666666666666667,0.9333333333333333,null,null,0,0.5190367802977562,a0024554fabfdcd03efe8d46da3c80414baa16d26cf6a40d05e521ce55eeaddc,033b6eaea71b3084ca043902f6ba03b6487bf1762a9180963357103097d172cc</a:t>
            </a:r>
          </a:p>
          <a:p xmlns:a="http://schemas.openxmlformats.org/drawingml/2006/main">
            <a:r>
              <a:t>sues200,sues200_satellite_to_uav_200m,2,full,80,15,0,0.9333333333333333,1,null,null,0,0.5190367802977562,a0024554fabfdcd03efe8d46da3c80414baa16d26cf6a40d05e521ce55eeaddc,033b6eaea71b3084ca043902f6ba03b6487bf1762a9180963357103097d172cc</a:t>
            </a:r>
          </a:p>
          <a:p xmlns:a="http://schemas.openxmlformats.org/drawingml/2006/main">
            <a:r>
              <a:t>sues200,sues200_satellite_to_uav_200m,3,visual,80,1,80,0,0.06666666666666667,0.625,0.005936166271567345,0.6190638337284327,0.6190638337284327,a0024554fabfdcd03efe8d46da3c80414baa16d26cf6a40d05e521ce55eeaddc,033b6eaea71b3084ca043902f6ba03b6487bf1762a9180963357103097d172cc</a:t>
            </a:r>
          </a:p>
          <a:p xmlns:a="http://schemas.openxmlformats.org/drawingml/2006/main">
            <a:r>
              <a:t>sues200,sues200_satellite_to_uav_200m,3,visual,80,2,0,0.06666666666666667,0.13333333333333333,null,null,0,0.6190638337284327,a0024554fabfdcd03efe8d46da3c80414baa16d26cf6a40d05e521ce55eeaddc,033b6eaea71b3084ca043902f6ba03b6487bf1762a9180963357103097d172cc</a:t>
            </a:r>
          </a:p>
          <a:p xmlns:a="http://schemas.openxmlformats.org/drawingml/2006/main">
            <a:r>
              <a:t>sues200,sues200_satellite_to_uav_200m,3,visual,80,3,0,0.13333333333333333,0.2,null,null,0,0.6190638337284327,a0024554fabfdcd03efe8d46da3c80414baa16d26cf6a40d05e521ce55eeaddc,033b6eaea71b3084ca043902f6ba03b6487bf1762a9180963357103097d172cc</a:t>
            </a:r>
          </a:p>
          <a:p xmlns:a="http://schemas.openxmlformats.org/drawingml/2006/main">
            <a:r>
              <a:t>sues200,sues200_satellite_to_uav_200m,3,visual,80,4,0,0.2,0.26666666666666666,null,null,0,0.6190638337284327,a0024554fabfdcd03efe8d46da3c80414baa16d26cf6a40d05e521ce55eeaddc,033b6eaea71b3084ca043902f6ba03b6487bf1762a9180963357103097d172cc</a:t>
            </a:r>
          </a:p>
          <a:p xmlns:a="http://schemas.openxmlformats.org/drawingml/2006/main">
            <a:r>
              <a:t>sues200,sues200_satellite_to_uav_200m,3,visual,80,5,0,0.26666666666666666,0.3333333333333333,null,null,0,0.6190638337284327,a0024554fabfdcd03efe8d46da3c80414baa16d26cf6a40d05e521ce55eeaddc,033b6eaea71b3084ca043902f6ba03b6487bf1762a9180963357103097d172cc</a:t>
            </a:r>
          </a:p>
          <a:p xmlns:a="http://schemas.openxmlformats.org/drawingml/2006/main">
            <a:r>
              <a:t>sues200,sues200_satellite_to_uav_200m,3,visual,80,6,0,0.3333333333333333,0.4,null,null,0,0.6190638337284327,a0024554fabfdcd03efe8d46da3c80414baa16d26cf6a40d05e521ce55eeaddc,033b6eaea71b3084ca043902f6ba03b6487bf1762a9180963357103097d172cc</a:t>
            </a:r>
          </a:p>
          <a:p xmlns:a="http://schemas.openxmlformats.org/drawingml/2006/main">
            <a:r>
              <a:t>sues200,sues200_satellite_to_uav_200m,3,visual,80,7,0,0.4,0.4666666666666667,null,null,0,0.6190638337284327,a0024554fabfdcd03efe8d46da3c80414baa16d26cf6a40d05e521ce55eeaddc,033b6eaea71b3084ca043902f6ba03b6487bf1762a9180963357103097d172cc</a:t>
            </a:r>
          </a:p>
          <a:p xmlns:a="http://schemas.openxmlformats.org/drawingml/2006/main">
            <a:r>
              <a:t>sues200,sues200_satellite_to_uav_200m,3,visual,80,8,0,0.4666666666666667,0.5333333333333333,null,null,0,0.6190638337284327,a0024554fabfdcd03efe8d46da3c80414baa16d26cf6a40d05e521ce55eeaddc,033b6eaea71b3084ca043902f6ba03b6487bf1762a9180963357103097d172cc</a:t>
            </a:r>
          </a:p>
          <a:p xmlns:a="http://schemas.openxmlformats.org/drawingml/2006/main">
            <a:r>
              <a:t>sues200,sues200_satellite_to_uav_200m,3,visual,80,9,0,0.5333333333333333,0.6,null,null,0,0.6190638337284327,a0024554fabfdcd03efe8d46da3c80414baa16d26cf6a40d05e521ce55eeaddc,033b6eaea71b3084ca043902f6ba03b6487bf1762a9180963357103097d172cc</a:t>
            </a:r>
          </a:p>
          <a:p xmlns:a="http://schemas.openxmlformats.org/drawingml/2006/main">
            <a:r>
              <a:t>sues200,sues200_satellite_to_uav_200m,3,visual,80,10,0,0.6,0.6666666666666666,null,null,0,0.6190638337284327,a0024554fabfdcd03efe8d46da3c80414baa16d26cf6a40d05e521ce55eeaddc,033b6eaea71b3084ca043902f6ba03b6487bf1762a9180963357103097d172cc</a:t>
            </a:r>
          </a:p>
          <a:p xmlns:a="http://schemas.openxmlformats.org/drawingml/2006/main">
            <a:r>
              <a:t>sues200,sues200_satellite_to_uav_200m,3,visual,80,11,0,0.6666666666666666,0.7333333333333333,null,null,0,0.6190638337284327,a0024554fabfdcd03efe8d46da3c80414baa16d26cf6a40d05e521ce55eeaddc,033b6eaea71b3084ca043902f6ba03b6487bf1762a9180963357103097d172cc</a:t>
            </a:r>
          </a:p>
          <a:p xmlns:a="http://schemas.openxmlformats.org/drawingml/2006/main">
            <a:r>
              <a:t>sues200,sues200_satellite_to_uav_200m,3,visual,80,12,0,0.7333333333333333,0.8,null,null,0,0.6190638337284327,a0024554fabfdcd03efe8d46da3c80414baa16d26cf6a40d05e521ce55eeaddc,033b6eaea71b3084ca043902f6ba03b6487bf1762a9180963357103097d172cc</a:t>
            </a:r>
          </a:p>
          <a:p xmlns:a="http://schemas.openxmlformats.org/drawingml/2006/main">
            <a:r>
              <a:t>sues200,sues200_satellite_to_uav_200m,3,visual,80,13,0,0.8,0.8666666666666667,null,null,0,0.6190638337284327,a0024554fabfdcd03efe8d46da3c80414baa16d26cf6a40d05e521ce55eeaddc,033b6eaea71b3084ca043902f6ba03b6487bf1762a9180963357103097d172cc</a:t>
            </a:r>
          </a:p>
          <a:p xmlns:a="http://schemas.openxmlformats.org/drawingml/2006/main">
            <a:r>
              <a:t>sues200,sues200_satellite_to_uav_200m,3,visual,80,14,0,0.8666666666666667,0.9333333333333333,null,null,0,0.6190638337284327,a0024554fabfdcd03efe8d46da3c80414baa16d26cf6a40d05e521ce55eeaddc,033b6eaea71b3084ca043902f6ba03b6487bf1762a9180963357103097d172cc</a:t>
            </a:r>
          </a:p>
          <a:p xmlns:a="http://schemas.openxmlformats.org/drawingml/2006/main">
            <a:r>
              <a:t>sues200,sues200_satellite_to_uav_200m,3,visual,80,15,0,0.9333333333333333,1,null,null,0,0.6190638337284327,a0024554fabfdcd03efe8d46da3c80414baa16d26cf6a40d05e521ce55eeaddc,033b6eaea71b3084ca043902f6ba03b6487bf1762a9180963357103097d172cc</a:t>
            </a:r>
          </a:p>
          <a:p xmlns:a="http://schemas.openxmlformats.org/drawingml/2006/main">
            <a:r>
              <a:t>sues200,sues200_satellite_to_uav_200m,3,full,80,1,80,0,0.06666666666666667,0.5125,0.006750384718179703,0.5057496152818203,0.5057496152818203,a0024554fabfdcd03efe8d46da3c80414baa16d26cf6a40d05e521ce55eeaddc,033b6eaea71b3084ca043902f6ba03b6487bf1762a9180963357103097d172cc</a:t>
            </a:r>
          </a:p>
          <a:p xmlns:a="http://schemas.openxmlformats.org/drawingml/2006/main">
            <a:r>
              <a:t>sues200,sues200_satellite_to_uav_200m,3,full,80,2,0,0.06666666666666667,0.13333333333333333,null,null,0,0.5057496152818203,a0024554fabfdcd03efe8d46da3c80414baa16d26cf6a40d05e521ce55eeaddc,033b6eaea71b3084ca043902f6ba03b6487bf1762a9180963357103097d172cc</a:t>
            </a:r>
          </a:p>
          <a:p xmlns:a="http://schemas.openxmlformats.org/drawingml/2006/main">
            <a:r>
              <a:t>sues200,sues200_satellite_to_uav_200m,3,full,80,3,0,0.13333333333333333,0.2,null,null,0,0.5057496152818203,a0024554fabfdcd03efe8d46da3c80414baa16d26cf6a40d05e521ce55eeaddc,033b6eaea71b3084ca043902f6ba03b6487bf1762a9180963357103097d172cc</a:t>
            </a:r>
          </a:p>
          <a:p xmlns:a="http://schemas.openxmlformats.org/drawingml/2006/main">
            <a:r>
              <a:t>sues200,sues200_satellite_to_uav_200m,3,full,80,4,0,0.2,0.26666666666666666,null,null,0,0.5057496152818203,a0024554fabfdcd03efe8d46da3c80414baa16d26cf6a40d05e521ce55eeaddc,033b6eaea71b3084ca043902f6ba03b6487bf1762a9180963357103097d172cc</a:t>
            </a:r>
          </a:p>
          <a:p xmlns:a="http://schemas.openxmlformats.org/drawingml/2006/main">
            <a:r>
              <a:t>sues200,sues200_satellite_to_uav_200m,3,full,80,5,0,0.26666666666666666,0.3333333333333333,null,null,0,0.5057496152818203,a0024554fabfdcd03efe8d46da3c80414baa16d26cf6a40d05e521ce55eeaddc,033b6eaea71b3084ca043902f6ba03b6487bf1762a9180963357103097d172cc</a:t>
            </a:r>
          </a:p>
          <a:p xmlns:a="http://schemas.openxmlformats.org/drawingml/2006/main">
            <a:r>
              <a:t>sues200,sues200_satellite_to_uav_200m,3,full,80,6,0,0.3333333333333333,0.4,null,null,0,0.5057496152818203,a0024554fabfdcd03efe8d46da3c80414baa16d26cf6a40d05e521ce55eeaddc,033b6eaea71b3084ca043902f6ba03b6487bf1762a9180963357103097d172cc</a:t>
            </a:r>
          </a:p>
          <a:p xmlns:a="http://schemas.openxmlformats.org/drawingml/2006/main">
            <a:r>
              <a:t>sues200,sues200_satellite_to_uav_200m,3,full,80,7,0,0.4,0.4666666666666667,null,null,0,0.5057496152818203,a0024554fabfdcd03efe8d46da3c80414baa16d26cf6a40d05e521ce55eeaddc,033b6eaea71b3084ca043902f6ba03b6487bf1762a9180963357103097d172cc</a:t>
            </a:r>
          </a:p>
          <a:p xmlns:a="http://schemas.openxmlformats.org/drawingml/2006/main">
            <a:r>
              <a:t>sues200,sues200_satellite_to_uav_200m,3,full,80,8,0,0.4666666666666667,0.5333333333333333,null,null,0,0.5057496152818203,a0024554fabfdcd03efe8d46da3c80414baa16d26cf6a40d05e521ce55eeaddc,033b6eaea71b3084ca043902f6ba03b6487bf1762a9180963357103097d172cc</a:t>
            </a:r>
          </a:p>
          <a:p xmlns:a="http://schemas.openxmlformats.org/drawingml/2006/main">
            <a:r>
              <a:t>sues200,sues200_satellite_to_uav_200m,3,full,80,9,0,0.5333333333333333,0.6,null,null,0,0.5057496152818203,a0024554fabfdcd03efe8d46da3c80414baa16d26cf6a40d05e521ce55eeaddc,033b6eaea71b3084ca043902f6ba03b6487bf1762a9180963357103097d172cc</a:t>
            </a:r>
          </a:p>
          <a:p xmlns:a="http://schemas.openxmlformats.org/drawingml/2006/main">
            <a:r>
              <a:t>sues200,sues200_satellite_to_uav_200m,3,full,80,10,0,0.6,0.6666666666666666,null,null,0,0.5057496152818203,a0024554fabfdcd03efe8d46da3c80414baa16d26cf6a40d05e521ce55eeaddc,033b6eaea71b3084ca043902f6ba03b6487bf1762a9180963357103097d172cc</a:t>
            </a:r>
          </a:p>
          <a:p xmlns:a="http://schemas.openxmlformats.org/drawingml/2006/main">
            <a:r>
              <a:t>sues200,sues200_satellite_to_uav_200m,3,full,80,11,0,0.6666666666666666,0.7333333333333333,null,null,0,0.5057496152818203,a0024554fabfdcd03efe8d46da3c80414baa16d26cf6a40d05e521ce55eeaddc,033b6eaea71b3084ca043902f6ba03b6487bf1762a9180963357103097d172cc</a:t>
            </a:r>
          </a:p>
          <a:p xmlns:a="http://schemas.openxmlformats.org/drawingml/2006/main">
            <a:r>
              <a:t>sues200,sues200_satellite_to_uav_200m,3,full,80,12,0,0.7333333333333333,0.8,null,null,0,0.5057496152818203,a0024554fabfdcd03efe8d46da3c80414baa16d26cf6a40d05e521ce55eeaddc,033b6eaea71b3084ca043902f6ba03b6487bf1762a9180963357103097d172cc</a:t>
            </a:r>
          </a:p>
          <a:p xmlns:a="http://schemas.openxmlformats.org/drawingml/2006/main">
            <a:r>
              <a:t>sues200,sues200_satellite_to_uav_200m,3,full,80,13,0,0.8,0.8666666666666667,null,null,0,0.5057496152818203,a0024554fabfdcd03efe8d46da3c80414baa16d26cf6a40d05e521ce55eeaddc,033b6eaea71b3084ca043902f6ba03b6487bf1762a9180963357103097d172cc</a:t>
            </a:r>
          </a:p>
          <a:p xmlns:a="http://schemas.openxmlformats.org/drawingml/2006/main">
            <a:r>
              <a:t>sues200,sues200_satellite_to_uav_200m,3,full,80,14,0,0.8666666666666667,0.9333333333333333,null,null,0,0.5057496152818203,a0024554fabfdcd03efe8d46da3c80414baa16d26cf6a40d05e521ce55eeaddc,033b6eaea71b3084ca043902f6ba03b6487bf1762a9180963357103097d172cc</a:t>
            </a:r>
          </a:p>
          <a:p xmlns:a="http://schemas.openxmlformats.org/drawingml/2006/main">
            <a:r>
              <a:t>sues200,sues200_satellite_to_uav_200m,3,full,80,15,0,0.9333333333333333,1,null,null,0,0.5057496152818203,a0024554fabfdcd03efe8d46da3c80414baa16d26cf6a40d05e521ce55eeaddc,033b6eaea71b3084ca043902f6ba03b6487bf1762a9180963357103097d172cc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250 m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uav_250m_to_satellite,1,visual,4000,1,3338,0,0.06666666666666667,0.43708807669263033,0.025769285196990864,0.34324553150311116,0.44457502365112306,df64ad73d2ea80e1dd0b23fc8074aecd3cbd909b0f4363e60e11a61eb4ffbff8,033b6eaea71b3084ca043902f6ba03b6487bf1762a9180963357103097d172cc</a:t>
            </a:r>
          </a:p>
          <a:p xmlns:a="http://schemas.openxmlformats.org/drawingml/2006/main">
            <a:r>
              <a:t>sues200,sues200_uav_250m_to_satellite,1,visual,4000,2,627,0.06666666666666667,0.13333333333333333,0.7065390749601276,0.08664112971825273,0.09716900291666387,0.44457502365112306,df64ad73d2ea80e1dd0b23fc8074aecd3cbd909b0f4363e60e11a61eb4ffbff8,033b6eaea71b3084ca043902f6ba03b6487bf1762a9180963357103097d172cc</a:t>
            </a:r>
          </a:p>
          <a:p xmlns:a="http://schemas.openxmlformats.org/drawingml/2006/main">
            <a:r>
              <a:t>sues200,sues200_uav_250m_to_satellite,1,visual,4000,3,35,0.13333333333333333,0.2,0.6285714285714286,0.1530869449887957,0.004160489231348038,0.44457502365112306,df64ad73d2ea80e1dd0b23fc8074aecd3cbd909b0f4363e60e11a61eb4ffbff8,033b6eaea71b3084ca043902f6ba03b6487bf1762a9180963357103097d172cc</a:t>
            </a:r>
          </a:p>
          <a:p xmlns:a="http://schemas.openxmlformats.org/drawingml/2006/main">
            <a:r>
              <a:t>sues200,sues200_uav_250m_to_satellite,1,visual,4000,4,0,0.2,0.26666666666666666,null,null,0,0.44457502365112306,df64ad73d2ea80e1dd0b23fc8074aecd3cbd909b0f4363e60e11a61eb4ffbff8,033b6eaea71b3084ca043902f6ba03b6487bf1762a9180963357103097d172cc</a:t>
            </a:r>
          </a:p>
          <a:p xmlns:a="http://schemas.openxmlformats.org/drawingml/2006/main">
            <a:r>
              <a:t>sues200,sues200_uav_250m_to_satellite,1,visual,4000,5,0,0.26666666666666666,0.3333333333333333,null,null,0,0.44457502365112306,df64ad73d2ea80e1dd0b23fc8074aecd3cbd909b0f4363e60e11a61eb4ffbff8,033b6eaea71b3084ca043902f6ba03b6487bf1762a9180963357103097d172cc</a:t>
            </a:r>
          </a:p>
          <a:p xmlns:a="http://schemas.openxmlformats.org/drawingml/2006/main">
            <a:r>
              <a:t>sues200,sues200_uav_250m_to_satellite,1,visual,4000,6,0,0.3333333333333333,0.4,null,null,0,0.44457502365112306,df64ad73d2ea80e1dd0b23fc8074aecd3cbd909b0f4363e60e11a61eb4ffbff8,033b6eaea71b3084ca043902f6ba03b6487bf1762a9180963357103097d172cc</a:t>
            </a:r>
          </a:p>
          <a:p xmlns:a="http://schemas.openxmlformats.org/drawingml/2006/main">
            <a:r>
              <a:t>sues200,sues200_uav_250m_to_satellite,1,visual,4000,7,0,0.4,0.4666666666666667,null,null,0,0.44457502365112306,df64ad73d2ea80e1dd0b23fc8074aecd3cbd909b0f4363e60e11a61eb4ffbff8,033b6eaea71b3084ca043902f6ba03b6487bf1762a9180963357103097d172cc</a:t>
            </a:r>
          </a:p>
          <a:p xmlns:a="http://schemas.openxmlformats.org/drawingml/2006/main">
            <a:r>
              <a:t>sues200,sues200_uav_250m_to_satellite,1,visual,4000,8,0,0.4666666666666667,0.5333333333333333,null,null,0,0.44457502365112306,df64ad73d2ea80e1dd0b23fc8074aecd3cbd909b0f4363e60e11a61eb4ffbff8,033b6eaea71b3084ca043902f6ba03b6487bf1762a9180963357103097d172cc</a:t>
            </a:r>
          </a:p>
          <a:p xmlns:a="http://schemas.openxmlformats.org/drawingml/2006/main">
            <a:r>
              <a:t>sues200,sues200_uav_250m_to_satellite,1,visual,4000,9,0,0.5333333333333333,0.6,null,null,0,0.44457502365112306,df64ad73d2ea80e1dd0b23fc8074aecd3cbd909b0f4363e60e11a61eb4ffbff8,033b6eaea71b3084ca043902f6ba03b6487bf1762a9180963357103097d172cc</a:t>
            </a:r>
          </a:p>
          <a:p xmlns:a="http://schemas.openxmlformats.org/drawingml/2006/main">
            <a:r>
              <a:t>sues200,sues200_uav_250m_to_satellite,1,visual,4000,10,0,0.6,0.6666666666666666,null,null,0,0.44457502365112306,df64ad73d2ea80e1dd0b23fc8074aecd3cbd909b0f4363e60e11a61eb4ffbff8,033b6eaea71b3084ca043902f6ba03b6487bf1762a9180963357103097d172cc</a:t>
            </a:r>
          </a:p>
          <a:p xmlns:a="http://schemas.openxmlformats.org/drawingml/2006/main">
            <a:r>
              <a:t>sues200,sues200_uav_250m_to_satellite,1,visual,4000,11,0,0.6666666666666666,0.7333333333333333,null,null,0,0.44457502365112306,df64ad73d2ea80e1dd0b23fc8074aecd3cbd909b0f4363e60e11a61eb4ffbff8,033b6eaea71b3084ca043902f6ba03b6487bf1762a9180963357103097d172cc</a:t>
            </a:r>
          </a:p>
          <a:p xmlns:a="http://schemas.openxmlformats.org/drawingml/2006/main">
            <a:r>
              <a:t>sues200,sues200_uav_250m_to_satellite,1,visual,4000,12,0,0.7333333333333333,0.8,null,null,0,0.44457502365112306,df64ad73d2ea80e1dd0b23fc8074aecd3cbd909b0f4363e60e11a61eb4ffbff8,033b6eaea71b3084ca043902f6ba03b6487bf1762a9180963357103097d172cc</a:t>
            </a:r>
          </a:p>
          <a:p xmlns:a="http://schemas.openxmlformats.org/drawingml/2006/main">
            <a:r>
              <a:t>sues200,sues200_uav_250m_to_satellite,1,visual,4000,13,0,0.8,0.8666666666666667,null,null,0,0.44457502365112306,df64ad73d2ea80e1dd0b23fc8074aecd3cbd909b0f4363e60e11a61eb4ffbff8,033b6eaea71b3084ca043902f6ba03b6487bf1762a9180963357103097d172cc</a:t>
            </a:r>
          </a:p>
          <a:p xmlns:a="http://schemas.openxmlformats.org/drawingml/2006/main">
            <a:r>
              <a:t>sues200,sues200_uav_250m_to_satellite,1,visual,4000,14,0,0.8666666666666667,0.9333333333333333,null,null,0,0.44457502365112306,df64ad73d2ea80e1dd0b23fc8074aecd3cbd909b0f4363e60e11a61eb4ffbff8,033b6eaea71b3084ca043902f6ba03b6487bf1762a9180963357103097d172cc</a:t>
            </a:r>
          </a:p>
          <a:p xmlns:a="http://schemas.openxmlformats.org/drawingml/2006/main">
            <a:r>
              <a:t>sues200,sues200_uav_250m_to_satellite,1,visual,4000,15,0,0.9333333333333333,1,null,null,0,0.44457502365112306,df64ad73d2ea80e1dd0b23fc8074aecd3cbd909b0f4363e60e11a61eb4ffbff8,033b6eaea71b3084ca043902f6ba03b6487bf1762a9180963357103097d172cc</a:t>
            </a:r>
          </a:p>
          <a:p xmlns:a="http://schemas.openxmlformats.org/drawingml/2006/main">
            <a:r>
              <a:t>sues200,sues200_uav_250m_to_satellite,1,full,4000,1,3515,0,0.06666666666666667,0.3368421052631579,0.024687598783464555,0.27430577256903055,0.32734987830370665,df64ad73d2ea80e1dd0b23fc8074aecd3cbd909b0f4363e60e11a61eb4ffbff8,033b6eaea71b3084ca043902f6ba03b6487bf1762a9180963357103097d172cc</a:t>
            </a:r>
          </a:p>
          <a:p xmlns:a="http://schemas.openxmlformats.org/drawingml/2006/main">
            <a:r>
              <a:t>sues200,sues200_uav_250m_to_satellite,1,full,4000,2,474,0.06666666666666667,0.13333333333333333,0.5316455696202531,0.08671589286895744,0.05272416669502854,0.32734987830370665,df64ad73d2ea80e1dd0b23fc8074aecd3cbd909b0f4363e60e11a61eb4ffbff8,033b6eaea71b3084ca043902f6ba03b6487bf1762a9180963357103097d172cc</a:t>
            </a:r>
          </a:p>
          <a:p xmlns:a="http://schemas.openxmlformats.org/drawingml/2006/main">
            <a:r>
              <a:t>sues200,sues200_uav_250m_to_satellite,1,full,4000,3,11,0.13333333333333333,0.2,0.2727272727272727,0.15638580376451666,0.0003199390396475791,0.32734987830370665,df64ad73d2ea80e1dd0b23fc8074aecd3cbd909b0f4363e60e11a61eb4ffbff8,033b6eaea71b3084ca043902f6ba03b6487bf1762a9180963357103097d172cc</a:t>
            </a:r>
          </a:p>
          <a:p xmlns:a="http://schemas.openxmlformats.org/drawingml/2006/main">
            <a:r>
              <a:t>sues200,sues200_uav_250m_to_satellite,1,full,4000,4,0,0.2,0.26666666666666666,null,null,0,0.32734987830370665,df64ad73d2ea80e1dd0b23fc8074aecd3cbd909b0f4363e60e11a61eb4ffbff8,033b6eaea71b3084ca043902f6ba03b6487bf1762a9180963357103097d172cc</a:t>
            </a:r>
          </a:p>
          <a:p xmlns:a="http://schemas.openxmlformats.org/drawingml/2006/main">
            <a:r>
              <a:t>sues200,sues200_uav_250m_to_satellite,1,full,4000,5,0,0.26666666666666666,0.3333333333333333,null,null,0,0.32734987830370665,df64ad73d2ea80e1dd0b23fc8074aecd3cbd909b0f4363e60e11a61eb4ffbff8,033b6eaea71b3084ca043902f6ba03b6487bf1762a9180963357103097d172cc</a:t>
            </a:r>
          </a:p>
          <a:p xmlns:a="http://schemas.openxmlformats.org/drawingml/2006/main">
            <a:r>
              <a:t>sues200,sues200_uav_250m_to_satellite,1,full,4000,6,0,0.3333333333333333,0.4,null,null,0,0.32734987830370665,df64ad73d2ea80e1dd0b23fc8074aecd3cbd909b0f4363e60e11a61eb4ffbff8,033b6eaea71b3084ca043902f6ba03b6487bf1762a9180963357103097d172cc</a:t>
            </a:r>
          </a:p>
          <a:p xmlns:a="http://schemas.openxmlformats.org/drawingml/2006/main">
            <a:r>
              <a:t>sues200,sues200_uav_250m_to_satellite,1,full,4000,7,0,0.4,0.4666666666666667,null,null,0,0.32734987830370665,df64ad73d2ea80e1dd0b23fc8074aecd3cbd909b0f4363e60e11a61eb4ffbff8,033b6eaea71b3084ca043902f6ba03b6487bf1762a9180963357103097d172cc</a:t>
            </a:r>
          </a:p>
          <a:p xmlns:a="http://schemas.openxmlformats.org/drawingml/2006/main">
            <a:r>
              <a:t>sues200,sues200_uav_250m_to_satellite,1,full,4000,8,0,0.4666666666666667,0.5333333333333333,null,null,0,0.32734987830370665,df64ad73d2ea80e1dd0b23fc8074aecd3cbd909b0f4363e60e11a61eb4ffbff8,033b6eaea71b3084ca043902f6ba03b6487bf1762a9180963357103097d172cc</a:t>
            </a:r>
          </a:p>
          <a:p xmlns:a="http://schemas.openxmlformats.org/drawingml/2006/main">
            <a:r>
              <a:t>sues200,sues200_uav_250m_to_satellite,1,full,4000,9,0,0.5333333333333333,0.6,null,null,0,0.32734987830370665,df64ad73d2ea80e1dd0b23fc8074aecd3cbd909b0f4363e60e11a61eb4ffbff8,033b6eaea71b3084ca043902f6ba03b6487bf1762a9180963357103097d172cc</a:t>
            </a:r>
          </a:p>
          <a:p xmlns:a="http://schemas.openxmlformats.org/drawingml/2006/main">
            <a:r>
              <a:t>sues200,sues200_uav_250m_to_satellite,1,full,4000,10,0,0.6,0.6666666666666666,null,null,0,0.32734987830370665,df64ad73d2ea80e1dd0b23fc8074aecd3cbd909b0f4363e60e11a61eb4ffbff8,033b6eaea71b3084ca043902f6ba03b6487bf1762a9180963357103097d172cc</a:t>
            </a:r>
          </a:p>
          <a:p xmlns:a="http://schemas.openxmlformats.org/drawingml/2006/main">
            <a:r>
              <a:t>sues200,sues200_uav_250m_to_satellite,1,full,4000,11,0,0.6666666666666666,0.7333333333333333,null,null,0,0.32734987830370665,df64ad73d2ea80e1dd0b23fc8074aecd3cbd909b0f4363e60e11a61eb4ffbff8,033b6eaea71b3084ca043902f6ba03b6487bf1762a9180963357103097d172cc</a:t>
            </a:r>
          </a:p>
          <a:p xmlns:a="http://schemas.openxmlformats.org/drawingml/2006/main">
            <a:r>
              <a:t>sues200,sues200_uav_250m_to_satellite,1,full,4000,12,0,0.7333333333333333,0.8,null,null,0,0.32734987830370665,df64ad73d2ea80e1dd0b23fc8074aecd3cbd909b0f4363e60e11a61eb4ffbff8,033b6eaea71b3084ca043902f6ba03b6487bf1762a9180963357103097d172cc</a:t>
            </a:r>
          </a:p>
          <a:p xmlns:a="http://schemas.openxmlformats.org/drawingml/2006/main">
            <a:r>
              <a:t>sues200,sues200_uav_250m_to_satellite,1,full,4000,13,0,0.8,0.8666666666666667,null,null,0,0.32734987830370665,df64ad73d2ea80e1dd0b23fc8074aecd3cbd909b0f4363e60e11a61eb4ffbff8,033b6eaea71b3084ca043902f6ba03b6487bf1762a9180963357103097d172cc</a:t>
            </a:r>
          </a:p>
          <a:p xmlns:a="http://schemas.openxmlformats.org/drawingml/2006/main">
            <a:r>
              <a:t>sues200,sues200_uav_250m_to_satellite,1,full,4000,14,0,0.8666666666666667,0.9333333333333333,null,null,0,0.32734987830370665,df64ad73d2ea80e1dd0b23fc8074aecd3cbd909b0f4363e60e11a61eb4ffbff8,033b6eaea71b3084ca043902f6ba03b6487bf1762a9180963357103097d172cc</a:t>
            </a:r>
          </a:p>
          <a:p xmlns:a="http://schemas.openxmlformats.org/drawingml/2006/main">
            <a:r>
              <a:t>sues200,sues200_uav_250m_to_satellite,1,full,4000,15,0,0.9333333333333333,1,null,null,0,0.32734987830370665,df64ad73d2ea80e1dd0b23fc8074aecd3cbd909b0f4363e60e11a61eb4ffbff8,033b6eaea71b3084ca043902f6ba03b6487bf1762a9180963357103097d172cc</a:t>
            </a:r>
          </a:p>
          <a:p xmlns:a="http://schemas.openxmlformats.org/drawingml/2006/main">
            <a:r>
              <a:t>sues200,sues200_uav_250m_to_satellite,2,visual,4000,1,3320,0,0.06666666666666667,0.3966867469879518,0.025822658522660472,0.3078171934261918,0.41773691623285414,df64ad73d2ea80e1dd0b23fc8074aecd3cbd909b0f4363e60e11a61eb4ffbff8,033b6eaea71b3084ca043902f6ba03b6487bf1762a9180963357103097d172cc</a:t>
            </a:r>
          </a:p>
          <a:p xmlns:a="http://schemas.openxmlformats.org/drawingml/2006/main">
            <a:r>
              <a:t>sues200,sues200_uav_250m_to_satellite,2,visual,4000,2,643,0.06666666666666667,0.13333333333333333,0.7402799377916018,0.087462822395387,0.10494035129994153,0.41773691623285414,df64ad73d2ea80e1dd0b23fc8074aecd3cbd909b0f4363e60e11a61eb4ffbff8,033b6eaea71b3084ca043902f6ba03b6487bf1762a9180963357103097d172cc</a:t>
            </a:r>
          </a:p>
          <a:p xmlns:a="http://schemas.openxmlformats.org/drawingml/2006/main">
            <a:r>
              <a:t>sues200,sues200_uav_250m_to_satellite,2,visual,4000,3,36,0.13333333333333333,0.2,0.6944444444444444,0.14676298408044708,0.004929133143275976,0.41773691623285414,df64ad73d2ea80e1dd0b23fc8074aecd3cbd909b0f4363e60e11a61eb4ffbff8,033b6eaea71b3084ca043902f6ba03b6487bf1762a9180963357103097d172cc</a:t>
            </a:r>
          </a:p>
          <a:p xmlns:a="http://schemas.openxmlformats.org/drawingml/2006/main">
            <a:r>
              <a:t>sues200,sues200_uav_250m_to_satellite,2,visual,4000,4,1,0.2,0.26666666666666666,0,0.20095345377922058,0.000050238363444805145,0.41773691623285414,df64ad73d2ea80e1dd0b23fc8074aecd3cbd909b0f4363e60e11a61eb4ffbff8,033b6eaea71b3084ca043902f6ba03b6487bf1762a9180963357103097d172cc</a:t>
            </a:r>
          </a:p>
          <a:p xmlns:a="http://schemas.openxmlformats.org/drawingml/2006/main">
            <a:r>
              <a:t>sues200,sues200_uav_250m_to_satellite,2,visual,4000,5,0,0.26666666666666666,0.3333333333333333,null,null,0,0.41773691623285414,df64ad73d2ea80e1dd0b23fc8074aecd3cbd909b0f4363e60e11a61eb4ffbff8,033b6eaea71b3084ca043902f6ba03b6487bf1762a9180963357103097d172cc</a:t>
            </a:r>
          </a:p>
          <a:p xmlns:a="http://schemas.openxmlformats.org/drawingml/2006/main">
            <a:r>
              <a:t>sues200,sues200_uav_250m_to_satellite,2,visual,4000,6,0,0.3333333333333333,0.4,null,null,0,0.41773691623285414,df64ad73d2ea80e1dd0b23fc8074aecd3cbd909b0f4363e60e11a61eb4ffbff8,033b6eaea71b3084ca043902f6ba03b6487bf1762a9180963357103097d172cc</a:t>
            </a:r>
          </a:p>
          <a:p xmlns:a="http://schemas.openxmlformats.org/drawingml/2006/main">
            <a:r>
              <a:t>sues200,sues200_uav_250m_to_satellite,2,visual,4000,7,0,0.4,0.4666666666666667,null,null,0,0.41773691623285414,df64ad73d2ea80e1dd0b23fc8074aecd3cbd909b0f4363e60e11a61eb4ffbff8,033b6eaea71b3084ca043902f6ba03b6487bf1762a9180963357103097d172cc</a:t>
            </a:r>
          </a:p>
          <a:p xmlns:a="http://schemas.openxmlformats.org/drawingml/2006/main">
            <a:r>
              <a:t>sues200,sues200_uav_250m_to_satellite,2,visual,4000,8,0,0.4666666666666667,0.5333333333333333,null,null,0,0.41773691623285414,df64ad73d2ea80e1dd0b23fc8074aecd3cbd909b0f4363e60e11a61eb4ffbff8,033b6eaea71b3084ca043902f6ba03b6487bf1762a9180963357103097d172cc</a:t>
            </a:r>
          </a:p>
          <a:p xmlns:a="http://schemas.openxmlformats.org/drawingml/2006/main">
            <a:r>
              <a:t>sues200,sues200_uav_250m_to_satellite,2,visual,4000,9,0,0.5333333333333333,0.6,null,null,0,0.41773691623285414,df64ad73d2ea80e1dd0b23fc8074aecd3cbd909b0f4363e60e11a61eb4ffbff8,033b6eaea71b3084ca043902f6ba03b6487bf1762a9180963357103097d172cc</a:t>
            </a:r>
          </a:p>
          <a:p xmlns:a="http://schemas.openxmlformats.org/drawingml/2006/main">
            <a:r>
              <a:t>sues200,sues200_uav_250m_to_satellite,2,visual,4000,10,0,0.6,0.6666666666666666,null,null,0,0.41773691623285414,df64ad73d2ea80e1dd0b23fc8074aecd3cbd909b0f4363e60e11a61eb4ffbff8,033b6eaea71b3084ca043902f6ba03b6487bf1762a9180963357103097d172cc</a:t>
            </a:r>
          </a:p>
          <a:p xmlns:a="http://schemas.openxmlformats.org/drawingml/2006/main">
            <a:r>
              <a:t>sues200,sues200_uav_250m_to_satellite,2,visual,4000,11,0,0.6666666666666666,0.7333333333333333,null,null,0,0.41773691623285414,df64ad73d2ea80e1dd0b23fc8074aecd3cbd909b0f4363e60e11a61eb4ffbff8,033b6eaea71b3084ca043902f6ba03b6487bf1762a9180963357103097d172cc</a:t>
            </a:r>
          </a:p>
          <a:p xmlns:a="http://schemas.openxmlformats.org/drawingml/2006/main">
            <a:r>
              <a:t>sues200,sues200_uav_250m_to_satellite,2,visual,4000,12,0,0.7333333333333333,0.8,null,null,0,0.41773691623285414,df64ad73d2ea80e1dd0b23fc8074aecd3cbd909b0f4363e60e11a61eb4ffbff8,033b6eaea71b3084ca043902f6ba03b6487bf1762a9180963357103097d172cc</a:t>
            </a:r>
          </a:p>
          <a:p xmlns:a="http://schemas.openxmlformats.org/drawingml/2006/main">
            <a:r>
              <a:t>sues200,sues200_uav_250m_to_satellite,2,visual,4000,13,0,0.8,0.8666666666666667,null,null,0,0.41773691623285414,df64ad73d2ea80e1dd0b23fc8074aecd3cbd909b0f4363e60e11a61eb4ffbff8,033b6eaea71b3084ca043902f6ba03b6487bf1762a9180963357103097d172cc</a:t>
            </a:r>
          </a:p>
          <a:p xmlns:a="http://schemas.openxmlformats.org/drawingml/2006/main">
            <a:r>
              <a:t>sues200,sues200_uav_250m_to_satellite,2,visual,4000,14,0,0.8666666666666667,0.9333333333333333,null,null,0,0.41773691623285414,df64ad73d2ea80e1dd0b23fc8074aecd3cbd909b0f4363e60e11a61eb4ffbff8,033b6eaea71b3084ca043902f6ba03b6487bf1762a9180963357103097d172cc</a:t>
            </a:r>
          </a:p>
          <a:p xmlns:a="http://schemas.openxmlformats.org/drawingml/2006/main">
            <a:r>
              <a:t>sues200,sues200_uav_250m_to_satellite,2,visual,4000,15,0,0.9333333333333333,1,null,null,0,0.41773691623285414,df64ad73d2ea80e1dd0b23fc8074aecd3cbd909b0f4363e60e11a61eb4ffbff8,033b6eaea71b3084ca043902f6ba03b6487bf1762a9180963357103097d172cc</a:t>
            </a:r>
          </a:p>
          <a:p xmlns:a="http://schemas.openxmlformats.org/drawingml/2006/main">
            <a:r>
              <a:t>sues200,sues200_uav_250m_to_satellite,2,full,4000,1,3436,0,0.06666666666666667,0.3518626309662398,0.025418916168569547,0.28041515101119874,0.35110212594270707,df64ad73d2ea80e1dd0b23fc8074aecd3cbd909b0f4363e60e11a61eb4ffbff8,033b6eaea71b3084ca043902f6ba03b6487bf1762a9180963357103097d172cc</a:t>
            </a:r>
          </a:p>
          <a:p xmlns:a="http://schemas.openxmlformats.org/drawingml/2006/main">
            <a:r>
              <a:t>sues200,sues200_uav_250m_to_satellite,2,full,4000,2,546,0.06666666666666667,0.13333333333333333,0.5970695970695971,0.08873673400162777,0.06938743580877782,0.35110212594270707,df64ad73d2ea80e1dd0b23fc8074aecd3cbd909b0f4363e60e11a61eb4ffbff8,033b6eaea71b3084ca043902f6ba03b6487bf1762a9180963357103097d172cc</a:t>
            </a:r>
          </a:p>
          <a:p xmlns:a="http://schemas.openxmlformats.org/drawingml/2006/main">
            <a:r>
              <a:t>sues200,sues200_uav_250m_to_satellite,2,full,4000,3,18,0.13333333333333333,0.2,0.4444444444444444,0.155657972726557,0.0012995391227304932,0.35110212594270707,df64ad73d2ea80e1dd0b23fc8074aecd3cbd909b0f4363e60e11a61eb4ffbff8,033b6eaea71b3084ca043902f6ba03b6487bf1762a9180963357103097d172cc</a:t>
            </a:r>
          </a:p>
          <a:p xmlns:a="http://schemas.openxmlformats.org/drawingml/2006/main">
            <a:r>
              <a:t>sues200,sues200_uav_250m_to_satellite,2,full,4000,4,0,0.2,0.26666666666666666,null,null,0,0.35110212594270707,df64ad73d2ea80e1dd0b23fc8074aecd3cbd909b0f4363e60e11a61eb4ffbff8,033b6eaea71b3084ca043902f6ba03b6487bf1762a9180963357103097d172cc</a:t>
            </a:r>
          </a:p>
          <a:p xmlns:a="http://schemas.openxmlformats.org/drawingml/2006/main">
            <a:r>
              <a:t>sues200,sues200_uav_250m_to_satellite,2,full,4000,5,0,0.26666666666666666,0.3333333333333333,null,null,0,0.35110212594270707,df64ad73d2ea80e1dd0b23fc8074aecd3cbd909b0f4363e60e11a61eb4ffbff8,033b6eaea71b3084ca043902f6ba03b6487bf1762a9180963357103097d172cc</a:t>
            </a:r>
          </a:p>
          <a:p xmlns:a="http://schemas.openxmlformats.org/drawingml/2006/main">
            <a:r>
              <a:t>sues200,sues200_uav_250m_to_satellite,2,full,4000,6,0,0.3333333333333333,0.4,null,null,0,0.35110212594270707,df64ad73d2ea80e1dd0b23fc8074aecd3cbd909b0f4363e60e11a61eb4ffbff8,033b6eaea71b3084ca043902f6ba03b6487bf1762a9180963357103097d172cc</a:t>
            </a:r>
          </a:p>
          <a:p xmlns:a="http://schemas.openxmlformats.org/drawingml/2006/main">
            <a:r>
              <a:t>sues200,sues200_uav_250m_to_satellite,2,full,4000,7,0,0.4,0.4666666666666667,null,null,0,0.35110212594270707,df64ad73d2ea80e1dd0b23fc8074aecd3cbd909b0f4363e60e11a61eb4ffbff8,033b6eaea71b3084ca043902f6ba03b6487bf1762a9180963357103097d172cc</a:t>
            </a:r>
          </a:p>
          <a:p xmlns:a="http://schemas.openxmlformats.org/drawingml/2006/main">
            <a:r>
              <a:t>sues200,sues200_uav_250m_to_satellite,2,full,4000,8,0,0.4666666666666667,0.5333333333333333,null,null,0,0.35110212594270707,df64ad73d2ea80e1dd0b23fc8074aecd3cbd909b0f4363e60e11a61eb4ffbff8,033b6eaea71b3084ca043902f6ba03b6487bf1762a9180963357103097d172cc</a:t>
            </a:r>
          </a:p>
          <a:p xmlns:a="http://schemas.openxmlformats.org/drawingml/2006/main">
            <a:r>
              <a:t>sues200,sues200_uav_250m_to_satellite,2,full,4000,9,0,0.5333333333333333,0.6,null,null,0,0.35110212594270707,df64ad73d2ea80e1dd0b23fc8074aecd3cbd909b0f4363e60e11a61eb4ffbff8,033b6eaea71b3084ca043902f6ba03b6487bf1762a9180963357103097d172cc</a:t>
            </a:r>
          </a:p>
          <a:p xmlns:a="http://schemas.openxmlformats.org/drawingml/2006/main">
            <a:r>
              <a:t>sues200,sues200_uav_250m_to_satellite,2,full,4000,10,0,0.6,0.6666666666666666,null,null,0,0.35110212594270707,df64ad73d2ea80e1dd0b23fc8074aecd3cbd909b0f4363e60e11a61eb4ffbff8,033b6eaea71b3084ca043902f6ba03b6487bf1762a9180963357103097d172cc</a:t>
            </a:r>
          </a:p>
          <a:p xmlns:a="http://schemas.openxmlformats.org/drawingml/2006/main">
            <a:r>
              <a:t>sues200,sues200_uav_250m_to_satellite,2,full,4000,11,0,0.6666666666666666,0.7333333333333333,null,null,0,0.35110212594270707,df64ad73d2ea80e1dd0b23fc8074aecd3cbd909b0f4363e60e11a61eb4ffbff8,033b6eaea71b3084ca043902f6ba03b6487bf1762a9180963357103097d172cc</a:t>
            </a:r>
          </a:p>
          <a:p xmlns:a="http://schemas.openxmlformats.org/drawingml/2006/main">
            <a:r>
              <a:t>sues200,sues200_uav_250m_to_satellite,2,full,4000,12,0,0.7333333333333333,0.8,null,null,0,0.35110212594270707,df64ad73d2ea80e1dd0b23fc8074aecd3cbd909b0f4363e60e11a61eb4ffbff8,033b6eaea71b3084ca043902f6ba03b6487bf1762a9180963357103097d172cc</a:t>
            </a:r>
          </a:p>
          <a:p xmlns:a="http://schemas.openxmlformats.org/drawingml/2006/main">
            <a:r>
              <a:t>sues200,sues200_uav_250m_to_satellite,2,full,4000,13,0,0.8,0.8666666666666667,null,null,0,0.35110212594270707,df64ad73d2ea80e1dd0b23fc8074aecd3cbd909b0f4363e60e11a61eb4ffbff8,033b6eaea71b3084ca043902f6ba03b6487bf1762a9180963357103097d172cc</a:t>
            </a:r>
          </a:p>
          <a:p xmlns:a="http://schemas.openxmlformats.org/drawingml/2006/main">
            <a:r>
              <a:t>sues200,sues200_uav_250m_to_satellite,2,full,4000,14,0,0.8666666666666667,0.9333333333333333,null,null,0,0.35110212594270707,df64ad73d2ea80e1dd0b23fc8074aecd3cbd909b0f4363e60e11a61eb4ffbff8,033b6eaea71b3084ca043902f6ba03b6487bf1762a9180963357103097d172cc</a:t>
            </a:r>
          </a:p>
          <a:p xmlns:a="http://schemas.openxmlformats.org/drawingml/2006/main">
            <a:r>
              <a:t>sues200,sues200_uav_250m_to_satellite,2,full,4000,15,0,0.9333333333333333,1,null,null,0,0.35110212594270707,df64ad73d2ea80e1dd0b23fc8074aecd3cbd909b0f4363e60e11a61eb4ffbff8,033b6eaea71b3084ca043902f6ba03b6487bf1762a9180963357103097d172cc</a:t>
            </a:r>
          </a:p>
          <a:p xmlns:a="http://schemas.openxmlformats.org/drawingml/2006/main">
            <a:r>
              <a:t>sues200,sues200_uav_250m_to_satellite,3,visual,4000,1,3276,0,0.06666666666666667,0.405982905982906,0.025009828077240306,0.3120169508047402,0.43612923680618404,df64ad73d2ea80e1dd0b23fc8074aecd3cbd909b0f4363e60e11a61eb4ffbff8,033b6eaea71b3084ca043902f6ba03b6487bf1762a9180963357103097d172cc</a:t>
            </a:r>
          </a:p>
          <a:p xmlns:a="http://schemas.openxmlformats.org/drawingml/2006/main">
            <a:r>
              <a:t>sues200,sues200_uav_250m_to_satellite,3,visual,4000,2,695,0.06666666666666667,0.13333333333333333,0.7683453237410072,0.0896626062744813,0.11792112215980886,0.43612923680618404,df64ad73d2ea80e1dd0b23fc8074aecd3cbd909b0f4363e60e11a61eb4ffbff8,033b6eaea71b3084ca043902f6ba03b6487bf1762a9180963357103097d172cc</a:t>
            </a:r>
          </a:p>
          <a:p xmlns:a="http://schemas.openxmlformats.org/drawingml/2006/main">
            <a:r>
              <a:t>sues200,sues200_uav_250m_to_satellite,3,visual,4000,3,29,0.13333333333333333,0.2,1,0.14604636667103604,0.006191163841634989,0.43612923680618404,df64ad73d2ea80e1dd0b23fc8074aecd3cbd909b0f4363e60e11a61eb4ffbff8,033b6eaea71b3084ca043902f6ba03b6487bf1762a9180963357103097d172cc</a:t>
            </a:r>
          </a:p>
          <a:p xmlns:a="http://schemas.openxmlformats.org/drawingml/2006/main">
            <a:r>
              <a:t>sues200,sues200_uav_250m_to_satellite,3,visual,4000,4,0,0.2,0.26666666666666666,null,null,0,0.43612923680618404,df64ad73d2ea80e1dd0b23fc8074aecd3cbd909b0f4363e60e11a61eb4ffbff8,033b6eaea71b3084ca043902f6ba03b6487bf1762a9180963357103097d172cc</a:t>
            </a:r>
          </a:p>
          <a:p xmlns:a="http://schemas.openxmlformats.org/drawingml/2006/main">
            <a:r>
              <a:t>sues200,sues200_uav_250m_to_satellite,3,visual,4000,5,0,0.26666666666666666,0.3333333333333333,null,null,0,0.43612923680618404,df64ad73d2ea80e1dd0b23fc8074aecd3cbd909b0f4363e60e11a61eb4ffbff8,033b6eaea71b3084ca043902f6ba03b6487bf1762a9180963357103097d172cc</a:t>
            </a:r>
          </a:p>
          <a:p xmlns:a="http://schemas.openxmlformats.org/drawingml/2006/main">
            <a:r>
              <a:t>sues200,sues200_uav_250m_to_satellite,3,visual,4000,6,0,0.3333333333333333,0.4,null,null,0,0.43612923680618404,df64ad73d2ea80e1dd0b23fc8074aecd3cbd909b0f4363e60e11a61eb4ffbff8,033b6eaea71b3084ca043902f6ba03b6487bf1762a9180963357103097d172cc</a:t>
            </a:r>
          </a:p>
          <a:p xmlns:a="http://schemas.openxmlformats.org/drawingml/2006/main">
            <a:r>
              <a:t>sues200,sues200_uav_250m_to_satellite,3,visual,4000,7,0,0.4,0.4666666666666667,null,null,0,0.43612923680618404,df64ad73d2ea80e1dd0b23fc8074aecd3cbd909b0f4363e60e11a61eb4ffbff8,033b6eaea71b3084ca043902f6ba03b6487bf1762a9180963357103097d172cc</a:t>
            </a:r>
          </a:p>
          <a:p xmlns:a="http://schemas.openxmlformats.org/drawingml/2006/main">
            <a:r>
              <a:t>sues200,sues200_uav_250m_to_satellite,3,visual,4000,8,0,0.4666666666666667,0.5333333333333333,null,null,0,0.43612923680618404,df64ad73d2ea80e1dd0b23fc8074aecd3cbd909b0f4363e60e11a61eb4ffbff8,033b6eaea71b3084ca043902f6ba03b6487bf1762a9180963357103097d172cc</a:t>
            </a:r>
          </a:p>
          <a:p xmlns:a="http://schemas.openxmlformats.org/drawingml/2006/main">
            <a:r>
              <a:t>sues200,sues200_uav_250m_to_satellite,3,visual,4000,9,0,0.5333333333333333,0.6,null,null,0,0.43612923680618404,df64ad73d2ea80e1dd0b23fc8074aecd3cbd909b0f4363e60e11a61eb4ffbff8,033b6eaea71b3084ca043902f6ba03b6487bf1762a9180963357103097d172cc</a:t>
            </a:r>
          </a:p>
          <a:p xmlns:a="http://schemas.openxmlformats.org/drawingml/2006/main">
            <a:r>
              <a:t>sues200,sues200_uav_250m_to_satellite,3,visual,4000,10,0,0.6,0.6666666666666666,null,null,0,0.43612923680618404,df64ad73d2ea80e1dd0b23fc8074aecd3cbd909b0f4363e60e11a61eb4ffbff8,033b6eaea71b3084ca043902f6ba03b6487bf1762a9180963357103097d172cc</a:t>
            </a:r>
          </a:p>
          <a:p xmlns:a="http://schemas.openxmlformats.org/drawingml/2006/main">
            <a:r>
              <a:t>sues200,sues200_uav_250m_to_satellite,3,visual,4000,11,0,0.6666666666666666,0.7333333333333333,null,null,0,0.43612923680618404,df64ad73d2ea80e1dd0b23fc8074aecd3cbd909b0f4363e60e11a61eb4ffbff8,033b6eaea71b3084ca043902f6ba03b6487bf1762a9180963357103097d172cc</a:t>
            </a:r>
          </a:p>
          <a:p xmlns:a="http://schemas.openxmlformats.org/drawingml/2006/main">
            <a:r>
              <a:t>sues200,sues200_uav_250m_to_satellite,3,visual,4000,12,0,0.7333333333333333,0.8,null,null,0,0.43612923680618404,df64ad73d2ea80e1dd0b23fc8074aecd3cbd909b0f4363e60e11a61eb4ffbff8,033b6eaea71b3084ca043902f6ba03b6487bf1762a9180963357103097d172cc</a:t>
            </a:r>
          </a:p>
          <a:p xmlns:a="http://schemas.openxmlformats.org/drawingml/2006/main">
            <a:r>
              <a:t>sues200,sues200_uav_250m_to_satellite,3,visual,4000,13,0,0.8,0.8666666666666667,null,null,0,0.43612923680618404,df64ad73d2ea80e1dd0b23fc8074aecd3cbd909b0f4363e60e11a61eb4ffbff8,033b6eaea71b3084ca043902f6ba03b6487bf1762a9180963357103097d172cc</a:t>
            </a:r>
          </a:p>
          <a:p xmlns:a="http://schemas.openxmlformats.org/drawingml/2006/main">
            <a:r>
              <a:t>sues200,sues200_uav_250m_to_satellite,3,visual,4000,14,0,0.8666666666666667,0.9333333333333333,null,null,0,0.43612923680618404,df64ad73d2ea80e1dd0b23fc8074aecd3cbd909b0f4363e60e11a61eb4ffbff8,033b6eaea71b3084ca043902f6ba03b6487bf1762a9180963357103097d172cc</a:t>
            </a:r>
          </a:p>
          <a:p xmlns:a="http://schemas.openxmlformats.org/drawingml/2006/main">
            <a:r>
              <a:t>sues200,sues200_uav_250m_to_satellite,3,visual,4000,15,0,0.9333333333333333,1,null,null,0,0.43612923680618404,df64ad73d2ea80e1dd0b23fc8074aecd3cbd909b0f4363e60e11a61eb4ffbff8,033b6eaea71b3084ca043902f6ba03b6487bf1762a9180963357103097d172cc</a:t>
            </a:r>
          </a:p>
          <a:p xmlns:a="http://schemas.openxmlformats.org/drawingml/2006/main">
            <a:r>
              <a:t>sues200,sues200_uav_250m_to_satellite,3,full,4000,1,3212,0,0.06666666666666667,0.29140722291407223,0.024608969883262593,0.21423899718374015,0.3170860600322485,df64ad73d2ea80e1dd0b23fc8074aecd3cbd909b0f4363e60e11a61eb4ffbff8,033b6eaea71b3084ca043902f6ba03b6487bf1762a9180963357103097d172cc</a:t>
            </a:r>
          </a:p>
          <a:p xmlns:a="http://schemas.openxmlformats.org/drawingml/2006/main">
            <a:r>
              <a:t>sues200,sues200_uav_250m_to_satellite,3,full,4000,2,748,0.06666666666666667,0.13333333333333333,0.6377005347593583,0.0904949871813231,0.10232743739709257,0.3170860600322485,df64ad73d2ea80e1dd0b23fc8074aecd3cbd909b0f4363e60e11a61eb4ffbff8,033b6eaea71b3084ca043902f6ba03b6487bf1762a9180963357103097d172cc</a:t>
            </a:r>
          </a:p>
          <a:p xmlns:a="http://schemas.openxmlformats.org/drawingml/2006/main">
            <a:r>
              <a:t>sues200,sues200_uav_250m_to_satellite,3,full,4000,3,40,0.13333333333333333,0.2,0.2,0.1480374548584223,0.0005196254514157772,0.3170860600322485,df64ad73d2ea80e1dd0b23fc8074aecd3cbd909b0f4363e60e11a61eb4ffbff8,033b6eaea71b3084ca043902f6ba03b6487bf1762a9180963357103097d172cc</a:t>
            </a:r>
          </a:p>
          <a:p xmlns:a="http://schemas.openxmlformats.org/drawingml/2006/main">
            <a:r>
              <a:t>sues200,sues200_uav_250m_to_satellite,3,full,4000,4,0,0.2,0.26666666666666666,null,null,0,0.3170860600322485,df64ad73d2ea80e1dd0b23fc8074aecd3cbd909b0f4363e60e11a61eb4ffbff8,033b6eaea71b3084ca043902f6ba03b6487bf1762a9180963357103097d172cc</a:t>
            </a:r>
          </a:p>
          <a:p xmlns:a="http://schemas.openxmlformats.org/drawingml/2006/main">
            <a:r>
              <a:t>sues200,sues200_uav_250m_to_satellite,3,full,4000,5,0,0.26666666666666666,0.3333333333333333,null,null,0,0.3170860600322485,df64ad73d2ea80e1dd0b23fc8074aecd3cbd909b0f4363e60e11a61eb4ffbff8,033b6eaea71b3084ca043902f6ba03b6487bf1762a9180963357103097d172cc</a:t>
            </a:r>
          </a:p>
          <a:p xmlns:a="http://schemas.openxmlformats.org/drawingml/2006/main">
            <a:r>
              <a:t>sues200,sues200_uav_250m_to_satellite,3,full,4000,6,0,0.3333333333333333,0.4,null,null,0,0.3170860600322485,df64ad73d2ea80e1dd0b23fc8074aecd3cbd909b0f4363e60e11a61eb4ffbff8,033b6eaea71b3084ca043902f6ba03b6487bf1762a9180963357103097d172cc</a:t>
            </a:r>
          </a:p>
          <a:p xmlns:a="http://schemas.openxmlformats.org/drawingml/2006/main">
            <a:r>
              <a:t>sues200,sues200_uav_250m_to_satellite,3,full,4000,7,0,0.4,0.4666666666666667,null,null,0,0.3170860600322485,df64ad73d2ea80e1dd0b23fc8074aecd3cbd909b0f4363e60e11a61eb4ffbff8,033b6eaea71b3084ca043902f6ba03b6487bf1762a9180963357103097d172cc</a:t>
            </a:r>
          </a:p>
          <a:p xmlns:a="http://schemas.openxmlformats.org/drawingml/2006/main">
            <a:r>
              <a:t>sues200,sues200_uav_250m_to_satellite,3,full,4000,8,0,0.4666666666666667,0.5333333333333333,null,null,0,0.3170860600322485,df64ad73d2ea80e1dd0b23fc8074aecd3cbd909b0f4363e60e11a61eb4ffbff8,033b6eaea71b3084ca043902f6ba03b6487bf1762a9180963357103097d172cc</a:t>
            </a:r>
          </a:p>
          <a:p xmlns:a="http://schemas.openxmlformats.org/drawingml/2006/main">
            <a:r>
              <a:t>sues200,sues200_uav_250m_to_satellite,3,full,4000,9,0,0.5333333333333333,0.6,null,null,0,0.3170860600322485,df64ad73d2ea80e1dd0b23fc8074aecd3cbd909b0f4363e60e11a61eb4ffbff8,033b6eaea71b3084ca043902f6ba03b6487bf1762a9180963357103097d172cc</a:t>
            </a:r>
          </a:p>
          <a:p xmlns:a="http://schemas.openxmlformats.org/drawingml/2006/main">
            <a:r>
              <a:t>sues200,sues200_uav_250m_to_satellite,3,full,4000,10,0,0.6,0.6666666666666666,null,null,0,0.3170860600322485,df64ad73d2ea80e1dd0b23fc8074aecd3cbd909b0f4363e60e11a61eb4ffbff8,033b6eaea71b3084ca043902f6ba03b6487bf1762a9180963357103097d172cc</a:t>
            </a:r>
          </a:p>
          <a:p xmlns:a="http://schemas.openxmlformats.org/drawingml/2006/main">
            <a:r>
              <a:t>sues200,sues200_uav_250m_to_satellite,3,full,4000,11,0,0.6666666666666666,0.7333333333333333,null,null,0,0.3170860600322485,df64ad73d2ea80e1dd0b23fc8074aecd3cbd909b0f4363e60e11a61eb4ffbff8,033b6eaea71b3084ca043902f6ba03b6487bf1762a9180963357103097d172cc</a:t>
            </a:r>
          </a:p>
          <a:p xmlns:a="http://schemas.openxmlformats.org/drawingml/2006/main">
            <a:r>
              <a:t>sues200,sues200_uav_250m_to_satellite,3,full,4000,12,0,0.7333333333333333,0.8,null,null,0,0.3170860600322485,df64ad73d2ea80e1dd0b23fc8074aecd3cbd909b0f4363e60e11a61eb4ffbff8,033b6eaea71b3084ca043902f6ba03b6487bf1762a9180963357103097d172cc</a:t>
            </a:r>
          </a:p>
          <a:p xmlns:a="http://schemas.openxmlformats.org/drawingml/2006/main">
            <a:r>
              <a:t>sues200,sues200_uav_250m_to_satellite,3,full,4000,13,0,0.8,0.8666666666666667,null,null,0,0.3170860600322485,df64ad73d2ea80e1dd0b23fc8074aecd3cbd909b0f4363e60e11a61eb4ffbff8,033b6eaea71b3084ca043902f6ba03b6487bf1762a9180963357103097d172cc</a:t>
            </a:r>
          </a:p>
          <a:p xmlns:a="http://schemas.openxmlformats.org/drawingml/2006/main">
            <a:r>
              <a:t>sues200,sues200_uav_250m_to_satellite,3,full,4000,14,0,0.8666666666666667,0.9333333333333333,null,null,0,0.3170860600322485,df64ad73d2ea80e1dd0b23fc8074aecd3cbd909b0f4363e60e11a61eb4ffbff8,033b6eaea71b3084ca043902f6ba03b6487bf1762a9180963357103097d172cc</a:t>
            </a:r>
          </a:p>
          <a:p xmlns:a="http://schemas.openxmlformats.org/drawingml/2006/main">
            <a:r>
              <a:t>sues200,sues200_uav_250m_to_satellite,3,full,4000,15,0,0.9333333333333333,1,null,null,0,0.3170860600322485,df64ad73d2ea80e1dd0b23fc8074aecd3cbd909b0f4363e60e11a61eb4ffbff8,033b6eaea71b3084ca043902f6ba03b6487bf1762a9180963357103097d172cc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250 m.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sues200,sues200_satellite_to_uav_250m,1,visual,80,1,80,0,0.06666666666666667,0.6875,0.005780602246522904,0.6817193977534771,0.6817193977534771,a0024554fabfdcd03efe8d46da3c80414baa16d26cf6a40d05e521ce55eeaddc,033b6eaea71b3084ca043902f6ba03b6487bf1762a9180963357103097d172cc</a:t>
            </a:r>
          </a:p>
          <a:p xmlns:a="http://schemas.openxmlformats.org/drawingml/2006/main">
            <a:r>
              <a:t>sues200,sues200_satellite_to_uav_250m,1,visual,80,2,0,0.06666666666666667,0.13333333333333333,null,null,0,0.6817193977534771,a0024554fabfdcd03efe8d46da3c80414baa16d26cf6a40d05e521ce55eeaddc,033b6eaea71b3084ca043902f6ba03b6487bf1762a9180963357103097d172cc</a:t>
            </a:r>
          </a:p>
          <a:p xmlns:a="http://schemas.openxmlformats.org/drawingml/2006/main">
            <a:r>
              <a:t>sues200,sues200_satellite_to_uav_250m,1,visual,80,3,0,0.13333333333333333,0.2,null,null,0,0.6817193977534771,a0024554fabfdcd03efe8d46da3c80414baa16d26cf6a40d05e521ce55eeaddc,033b6eaea71b3084ca043902f6ba03b6487bf1762a9180963357103097d172cc</a:t>
            </a:r>
          </a:p>
          <a:p xmlns:a="http://schemas.openxmlformats.org/drawingml/2006/main">
            <a:r>
              <a:t>sues200,sues200_satellite_to_uav_250m,1,visual,80,4,0,0.2,0.26666666666666666,null,null,0,0.6817193977534771,a0024554fabfdcd03efe8d46da3c80414baa16d26cf6a40d05e521ce55eeaddc,033b6eaea71b3084ca043902f6ba03b6487bf1762a9180963357103097d172cc</a:t>
            </a:r>
          </a:p>
          <a:p xmlns:a="http://schemas.openxmlformats.org/drawingml/2006/main">
            <a:r>
              <a:t>sues200,sues200_satellite_to_uav_250m,1,visual,80,5,0,0.26666666666666666,0.3333333333333333,null,null,0,0.6817193977534771,a0024554fabfdcd03efe8d46da3c80414baa16d26cf6a40d05e521ce55eeaddc,033b6eaea71b3084ca043902f6ba03b6487bf1762a9180963357103097d172cc</a:t>
            </a:r>
          </a:p>
          <a:p xmlns:a="http://schemas.openxmlformats.org/drawingml/2006/main">
            <a:r>
              <a:t>sues200,sues200_satellite_to_uav_250m,1,visual,80,6,0,0.3333333333333333,0.4,null,null,0,0.6817193977534771,a0024554fabfdcd03efe8d46da3c80414baa16d26cf6a40d05e521ce55eeaddc,033b6eaea71b3084ca043902f6ba03b6487bf1762a9180963357103097d172cc</a:t>
            </a:r>
          </a:p>
          <a:p xmlns:a="http://schemas.openxmlformats.org/drawingml/2006/main">
            <a:r>
              <a:t>sues200,sues200_satellite_to_uav_250m,1,visual,80,7,0,0.4,0.4666666666666667,null,null,0,0.6817193977534771,a0024554fabfdcd03efe8d46da3c80414baa16d26cf6a40d05e521ce55eeaddc,033b6eaea71b3084ca043902f6ba03b6487bf1762a9180963357103097d172cc</a:t>
            </a:r>
          </a:p>
          <a:p xmlns:a="http://schemas.openxmlformats.org/drawingml/2006/main">
            <a:r>
              <a:t>sues200,sues200_satellite_to_uav_250m,1,visual,80,8,0,0.4666666666666667,0.5333333333333333,null,null,0,0.6817193977534771,a0024554fabfdcd03efe8d46da3c80414baa16d26cf6a40d05e521ce55eeaddc,033b6eaea71b3084ca043902f6ba03b6487bf1762a9180963357103097d172cc</a:t>
            </a:r>
          </a:p>
          <a:p xmlns:a="http://schemas.openxmlformats.org/drawingml/2006/main">
            <a:r>
              <a:t>sues200,sues200_satellite_to_uav_250m,1,visual,80,9,0,0.5333333333333333,0.6,null,null,0,0.6817193977534771,a0024554fabfdcd03efe8d46da3c80414baa16d26cf6a40d05e521ce55eeaddc,033b6eaea71b3084ca043902f6ba03b6487bf1762a9180963357103097d172cc</a:t>
            </a:r>
          </a:p>
          <a:p xmlns:a="http://schemas.openxmlformats.org/drawingml/2006/main">
            <a:r>
              <a:t>sues200,sues200_satellite_to_uav_250m,1,visual,80,10,0,0.6,0.6666666666666666,null,null,0,0.6817193977534771,a0024554fabfdcd03efe8d46da3c80414baa16d26cf6a40d05e521ce55eeaddc,033b6eaea71b3084ca043902f6ba03b6487bf1762a9180963357103097d172cc</a:t>
            </a:r>
          </a:p>
          <a:p xmlns:a="http://schemas.openxmlformats.org/drawingml/2006/main">
            <a:r>
              <a:t>sues200,sues200_satellite_to_uav_250m,1,visual,80,11,0,0.6666666666666666,0.7333333333333333,null,null,0,0.6817193977534771,a0024554fabfdcd03efe8d46da3c80414baa16d26cf6a40d05e521ce55eeaddc,033b6eaea71b3084ca043902f6ba03b6487bf1762a9180963357103097d172cc</a:t>
            </a:r>
          </a:p>
          <a:p xmlns:a="http://schemas.openxmlformats.org/drawingml/2006/main">
            <a:r>
              <a:t>sues200,sues200_satellite_to_uav_250m,1,visual,80,12,0,0.7333333333333333,0.8,null,null,0,0.6817193977534771,a0024554fabfdcd03efe8d46da3c80414baa16d26cf6a40d05e521ce55eeaddc,033b6eaea71b3084ca043902f6ba03b6487bf1762a9180963357103097d172cc</a:t>
            </a:r>
          </a:p>
          <a:p xmlns:a="http://schemas.openxmlformats.org/drawingml/2006/main">
            <a:r>
              <a:t>sues200,sues200_satellite_to_uav_250m,1,visual,80,13,0,0.8,0.8666666666666667,null,null,0,0.6817193977534771,a0024554fabfdcd03efe8d46da3c80414baa16d26cf6a40d05e521ce55eeaddc,033b6eaea71b3084ca043902f6ba03b6487bf1762a9180963357103097d172cc</a:t>
            </a:r>
          </a:p>
          <a:p xmlns:a="http://schemas.openxmlformats.org/drawingml/2006/main">
            <a:r>
              <a:t>sues200,sues200_satellite_to_uav_250m,1,visual,80,14,0,0.8666666666666667,0.9333333333333333,null,null,0,0.6817193977534771,a0024554fabfdcd03efe8d46da3c80414baa16d26cf6a40d05e521ce55eeaddc,033b6eaea71b3084ca043902f6ba03b6487bf1762a9180963357103097d172cc</a:t>
            </a:r>
          </a:p>
          <a:p xmlns:a="http://schemas.openxmlformats.org/drawingml/2006/main">
            <a:r>
              <a:t>sues200,sues200_satellite_to_uav_250m,1,visual,80,15,0,0.9333333333333333,1,null,null,0,0.6817193977534771,a0024554fabfdcd03efe8d46da3c80414baa16d26cf6a40d05e521ce55eeaddc,033b6eaea71b3084ca043902f6ba03b6487bf1762a9180963357103097d172cc</a:t>
            </a:r>
          </a:p>
          <a:p xmlns:a="http://schemas.openxmlformats.org/drawingml/2006/main">
            <a:r>
              <a:t>sues200,sues200_satellite_to_uav_250m,1,full,80,1,80,0,0.06666666666666667,0.6,0.005759105458855629,0.5942408945411444,0.5942408945411444,a0024554fabfdcd03efe8d46da3c80414baa16d26cf6a40d05e521ce55eeaddc,033b6eaea71b3084ca043902f6ba03b6487bf1762a9180963357103097d172cc</a:t>
            </a:r>
          </a:p>
          <a:p xmlns:a="http://schemas.openxmlformats.org/drawingml/2006/main">
            <a:r>
              <a:t>sues200,sues200_satellite_to_uav_250m,1,full,80,2,0,0.06666666666666667,0.13333333333333333,null,null,0,0.5942408945411444,a0024554fabfdcd03efe8d46da3c80414baa16d26cf6a40d05e521ce55eeaddc,033b6eaea71b3084ca043902f6ba03b6487bf1762a9180963357103097d172cc</a:t>
            </a:r>
          </a:p>
          <a:p xmlns:a="http://schemas.openxmlformats.org/drawingml/2006/main">
            <a:r>
              <a:t>sues200,sues200_satellite_to_uav_250m,1,full,80,3,0,0.13333333333333333,0.2,null,null,0,0.5942408945411444,a0024554fabfdcd03efe8d46da3c80414baa16d26cf6a40d05e521ce55eeaddc,033b6eaea71b3084ca043902f6ba03b6487bf1762a9180963357103097d172cc</a:t>
            </a:r>
          </a:p>
          <a:p xmlns:a="http://schemas.openxmlformats.org/drawingml/2006/main">
            <a:r>
              <a:t>sues200,sues200_satellite_to_uav_250m,1,full,80,4,0,0.2,0.26666666666666666,null,null,0,0.5942408945411444,a0024554fabfdcd03efe8d46da3c80414baa16d26cf6a40d05e521ce55eeaddc,033b6eaea71b3084ca043902f6ba03b6487bf1762a9180963357103097d172cc</a:t>
            </a:r>
          </a:p>
          <a:p xmlns:a="http://schemas.openxmlformats.org/drawingml/2006/main">
            <a:r>
              <a:t>sues200,sues200_satellite_to_uav_250m,1,full,80,5,0,0.26666666666666666,0.3333333333333333,null,null,0,0.5942408945411444,a0024554fabfdcd03efe8d46da3c80414baa16d26cf6a40d05e521ce55eeaddc,033b6eaea71b3084ca043902f6ba03b6487bf1762a9180963357103097d172cc</a:t>
            </a:r>
          </a:p>
          <a:p xmlns:a="http://schemas.openxmlformats.org/drawingml/2006/main">
            <a:r>
              <a:t>sues200,sues200_satellite_to_uav_250m,1,full,80,6,0,0.3333333333333333,0.4,null,null,0,0.5942408945411444,a0024554fabfdcd03efe8d46da3c80414baa16d26cf6a40d05e521ce55eeaddc,033b6eaea71b3084ca043902f6ba03b6487bf1762a9180963357103097d172cc</a:t>
            </a:r>
          </a:p>
          <a:p xmlns:a="http://schemas.openxmlformats.org/drawingml/2006/main">
            <a:r>
              <a:t>sues200,sues200_satellite_to_uav_250m,1,full,80,7,0,0.4,0.4666666666666667,null,null,0,0.5942408945411444,a0024554fabfdcd03efe8d46da3c80414baa16d26cf6a40d05e521ce55eeaddc,033b6eaea71b3084ca043902f6ba03b6487bf1762a9180963357103097d172cc</a:t>
            </a:r>
          </a:p>
          <a:p xmlns:a="http://schemas.openxmlformats.org/drawingml/2006/main">
            <a:r>
              <a:t>sues200,sues200_satellite_to_uav_250m,1,full,80,8,0,0.4666666666666667,0.5333333333333333,null,null,0,0.5942408945411444,a0024554fabfdcd03efe8d46da3c80414baa16d26cf6a40d05e521ce55eeaddc,033b6eaea71b3084ca043902f6ba03b6487bf1762a9180963357103097d172cc</a:t>
            </a:r>
          </a:p>
          <a:p xmlns:a="http://schemas.openxmlformats.org/drawingml/2006/main">
            <a:r>
              <a:t>sues200,sues200_satellite_to_uav_250m,1,full,80,9,0,0.5333333333333333,0.6,null,null,0,0.5942408945411444,a0024554fabfdcd03efe8d46da3c80414baa16d26cf6a40d05e521ce55eeaddc,033b6eaea71b3084ca043902f6ba03b6487bf1762a9180963357103097d172cc</a:t>
            </a:r>
          </a:p>
          <a:p xmlns:a="http://schemas.openxmlformats.org/drawingml/2006/main">
            <a:r>
              <a:t>sues200,sues200_satellite_to_uav_250m,1,full,80,10,0,0.6,0.6666666666666666,null,null,0,0.5942408945411444,a0024554fabfdcd03efe8d46da3c80414baa16d26cf6a40d05e521ce55eeaddc,033b6eaea71b3084ca043902f6ba03b6487bf1762a9180963357103097d172cc</a:t>
            </a:r>
          </a:p>
          <a:p xmlns:a="http://schemas.openxmlformats.org/drawingml/2006/main">
            <a:r>
              <a:t>sues200,sues200_satellite_to_uav_250m,1,full,80,11,0,0.6666666666666666,0.7333333333333333,null,null,0,0.5942408945411444,a0024554fabfdcd03efe8d46da3c80414baa16d26cf6a40d05e521ce55eeaddc,033b6eaea71b3084ca043902f6ba03b6487bf1762a9180963357103097d172cc</a:t>
            </a:r>
          </a:p>
          <a:p xmlns:a="http://schemas.openxmlformats.org/drawingml/2006/main">
            <a:r>
              <a:t>sues200,sues200_satellite_to_uav_250m,1,full,80,12,0,0.7333333333333333,0.8,null,null,0,0.5942408945411444,a0024554fabfdcd03efe8d46da3c80414baa16d26cf6a40d05e521ce55eeaddc,033b6eaea71b3084ca043902f6ba03b6487bf1762a9180963357103097d172cc</a:t>
            </a:r>
          </a:p>
          <a:p xmlns:a="http://schemas.openxmlformats.org/drawingml/2006/main">
            <a:r>
              <a:t>sues200,sues200_satellite_to_uav_250m,1,full,80,13,0,0.8,0.8666666666666667,null,null,0,0.5942408945411444,a0024554fabfdcd03efe8d46da3c80414baa16d26cf6a40d05e521ce55eeaddc,033b6eaea71b3084ca043902f6ba03b6487bf1762a9180963357103097d172cc</a:t>
            </a:r>
          </a:p>
          <a:p xmlns:a="http://schemas.openxmlformats.org/drawingml/2006/main">
            <a:r>
              <a:t>sues200,sues200_satellite_to_uav_250m,1,full,80,14,0,0.8666666666666667,0.9333333333333333,null,null,0,0.5942408945411444,a0024554fabfdcd03efe8d46da3c80414baa16d26cf6a40d05e521ce55eeaddc,033b6eaea71b3084ca043902f6ba03b6487bf1762a9180963357103097d172cc</a:t>
            </a:r>
          </a:p>
          <a:p xmlns:a="http://schemas.openxmlformats.org/drawingml/2006/main">
            <a:r>
              <a:t>sues200,sues200_satellite_to_uav_250m,1,full,80,15,0,0.9333333333333333,1,null,null,0,0.5942408945411444,a0024554fabfdcd03efe8d46da3c80414baa16d26cf6a40d05e521ce55eeaddc,033b6eaea71b3084ca043902f6ba03b6487bf1762a9180963357103097d172cc</a:t>
            </a:r>
          </a:p>
          <a:p xmlns:a="http://schemas.openxmlformats.org/drawingml/2006/main">
            <a:r>
              <a:t>sues200,sues200_satellite_to_uav_250m,2,visual,80,1,80,0,0.06666666666666667,0.6625,0.006056821346282959,0.656443178653717,0.656443178653717,a0024554fabfdcd03efe8d46da3c80414baa16d26cf6a40d05e521ce55eeaddc,033b6eaea71b3084ca043902f6ba03b6487bf1762a9180963357103097d172cc</a:t>
            </a:r>
          </a:p>
          <a:p xmlns:a="http://schemas.openxmlformats.org/drawingml/2006/main">
            <a:r>
              <a:t>sues200,sues200_satellite_to_uav_250m,2,visual,80,2,0,0.06666666666666667,0.13333333333333333,null,null,0,0.656443178653717,a0024554fabfdcd03efe8d46da3c80414baa16d26cf6a40d05e521ce55eeaddc,033b6eaea71b3084ca043902f6ba03b6487bf1762a9180963357103097d172cc</a:t>
            </a:r>
          </a:p>
          <a:p xmlns:a="http://schemas.openxmlformats.org/drawingml/2006/main">
            <a:r>
              <a:t>sues200,sues200_satellite_to_uav_250m,2,visual,80,3,0,0.13333333333333333,0.2,null,null,0,0.656443178653717,a0024554fabfdcd03efe8d46da3c80414baa16d26cf6a40d05e521ce55eeaddc,033b6eaea71b3084ca043902f6ba03b6487bf1762a9180963357103097d172cc</a:t>
            </a:r>
          </a:p>
          <a:p xmlns:a="http://schemas.openxmlformats.org/drawingml/2006/main">
            <a:r>
              <a:t>sues200,sues200_satellite_to_uav_250m,2,visual,80,4,0,0.2,0.26666666666666666,null,null,0,0.656443178653717,a0024554fabfdcd03efe8d46da3c80414baa16d26cf6a40d05e521ce55eeaddc,033b6eaea71b3084ca043902f6ba03b6487bf1762a9180963357103097d172cc</a:t>
            </a:r>
          </a:p>
          <a:p xmlns:a="http://schemas.openxmlformats.org/drawingml/2006/main">
            <a:r>
              <a:t>sues200,sues200_satellite_to_uav_250m,2,visual,80,5,0,0.26666666666666666,0.3333333333333333,null,null,0,0.656443178653717,a0024554fabfdcd03efe8d46da3c80414baa16d26cf6a40d05e521ce55eeaddc,033b6eaea71b3084ca043902f6ba03b6487bf1762a9180963357103097d172cc</a:t>
            </a:r>
          </a:p>
          <a:p xmlns:a="http://schemas.openxmlformats.org/drawingml/2006/main">
            <a:r>
              <a:t>sues200,sues200_satellite_to_uav_250m,2,visual,80,6,0,0.3333333333333333,0.4,null,null,0,0.656443178653717,a0024554fabfdcd03efe8d46da3c80414baa16d26cf6a40d05e521ce55eeaddc,033b6eaea71b3084ca043902f6ba03b6487bf1762a9180963357103097d172cc</a:t>
            </a:r>
          </a:p>
          <a:p xmlns:a="http://schemas.openxmlformats.org/drawingml/2006/main">
            <a:r>
              <a:t>sues200,sues200_satellite_to_uav_250m,2,visual,80,7,0,0.4,0.4666666666666667,null,null,0,0.656443178653717,a0024554fabfdcd03efe8d46da3c80414baa16d26cf6a40d05e521ce55eeaddc,033b6eaea71b3084ca043902f6ba03b6487bf1762a9180963357103097d172cc</a:t>
            </a:r>
          </a:p>
          <a:p xmlns:a="http://schemas.openxmlformats.org/drawingml/2006/main">
            <a:r>
              <a:t>sues200,sues200_satellite_to_uav_250m,2,visual,80,8,0,0.4666666666666667,0.5333333333333333,null,null,0,0.656443178653717,a0024554fabfdcd03efe8d46da3c80414baa16d26cf6a40d05e521ce55eeaddc,033b6eaea71b3084ca043902f6ba03b6487bf1762a9180963357103097d172cc</a:t>
            </a:r>
          </a:p>
          <a:p xmlns:a="http://schemas.openxmlformats.org/drawingml/2006/main">
            <a:r>
              <a:t>sues200,sues200_satellite_to_uav_250m,2,visual,80,9,0,0.5333333333333333,0.6,null,null,0,0.656443178653717,a0024554fabfdcd03efe8d46da3c80414baa16d26cf6a40d05e521ce55eeaddc,033b6eaea71b3084ca043902f6ba03b6487bf1762a9180963357103097d172cc</a:t>
            </a:r>
          </a:p>
          <a:p xmlns:a="http://schemas.openxmlformats.org/drawingml/2006/main">
            <a:r>
              <a:t>sues200,sues200_satellite_to_uav_250m,2,visual,80,10,0,0.6,0.6666666666666666,null,null,0,0.656443178653717,a0024554fabfdcd03efe8d46da3c80414baa16d26cf6a40d05e521ce55eeaddc,033b6eaea71b3084ca043902f6ba03b6487bf1762a9180963357103097d172cc</a:t>
            </a:r>
          </a:p>
          <a:p xmlns:a="http://schemas.openxmlformats.org/drawingml/2006/main">
            <a:r>
              <a:t>sues200,sues200_satellite_to_uav_250m,2,visual,80,11,0,0.6666666666666666,0.7333333333333333,null,null,0,0.656443178653717,a0024554fabfdcd03efe8d46da3c80414baa16d26cf6a40d05e521ce55eeaddc,033b6eaea71b3084ca043902f6ba03b6487bf1762a9180963357103097d172cc</a:t>
            </a:r>
          </a:p>
          <a:p xmlns:a="http://schemas.openxmlformats.org/drawingml/2006/main">
            <a:r>
              <a:t>sues200,sues200_satellite_to_uav_250m,2,visual,80,12,0,0.7333333333333333,0.8,null,null,0,0.656443178653717,a0024554fabfdcd03efe8d46da3c80414baa16d26cf6a40d05e521ce55eeaddc,033b6eaea71b3084ca043902f6ba03b6487bf1762a9180963357103097d172cc</a:t>
            </a:r>
          </a:p>
          <a:p xmlns:a="http://schemas.openxmlformats.org/drawingml/2006/main">
            <a:r>
              <a:t>sues200,sues200_satellite_to_uav_250m,2,visual,80,13,0,0.8,0.8666666666666667,null,null,0,0.656443178653717,a0024554fabfdcd03efe8d46da3c80414baa16d26cf6a40d05e521ce55eeaddc,033b6eaea71b3084ca043902f6ba03b6487bf1762a9180963357103097d172cc</a:t>
            </a:r>
          </a:p>
          <a:p xmlns:a="http://schemas.openxmlformats.org/drawingml/2006/main">
            <a:r>
              <a:t>sues200,sues200_satellite_to_uav_250m,2,visual,80,14,0,0.8666666666666667,0.9333333333333333,null,null,0,0.656443178653717,a0024554fabfdcd03efe8d46da3c80414baa16d26cf6a40d05e521ce55eeaddc,033b6eaea71b3084ca043902f6ba03b6487bf1762a9180963357103097d172cc</a:t>
            </a:r>
          </a:p>
          <a:p xmlns:a="http://schemas.openxmlformats.org/drawingml/2006/main">
            <a:r>
              <a:t>sues200,sues200_satellite_to_uav_250m,2,visual,80,15,0,0.9333333333333333,1,null,null,0,0.656443178653717,a0024554fabfdcd03efe8d46da3c80414baa16d26cf6a40d05e521ce55eeaddc,033b6eaea71b3084ca043902f6ba03b6487bf1762a9180963357103097d172cc</a:t>
            </a:r>
          </a:p>
          <a:p xmlns:a="http://schemas.openxmlformats.org/drawingml/2006/main">
            <a:r>
              <a:t>sues200,sues200_satellite_to_uav_250m,2,full,80,1,80,0,0.06666666666666667,0.5875,0.006676151975989341,0.5808238480240107,0.5808238480240107,a0024554fabfdcd03efe8d46da3c80414baa16d26cf6a40d05e521ce55eeaddc,033b6eaea71b3084ca043902f6ba03b6487bf1762a9180963357103097d172cc</a:t>
            </a:r>
          </a:p>
          <a:p xmlns:a="http://schemas.openxmlformats.org/drawingml/2006/main">
            <a:r>
              <a:t>sues200,sues200_satellite_to_uav_250m,2,full,80,2,0,0.06666666666666667,0.13333333333333333,null,null,0,0.5808238480240107,a0024554fabfdcd03efe8d46da3c80414baa16d26cf6a40d05e521ce55eeaddc,033b6eaea71b3084ca043902f6ba03b6487bf1762a9180963357103097d172cc</a:t>
            </a:r>
          </a:p>
          <a:p xmlns:a="http://schemas.openxmlformats.org/drawingml/2006/main">
            <a:r>
              <a:t>sues200,sues200_satellite_to_uav_250m,2,full,80,3,0,0.13333333333333333,0.2,null,null,0,0.5808238480240107,a0024554fabfdcd03efe8d46da3c80414baa16d26cf6a40d05e521ce55eeaddc,033b6eaea71b3084ca043902f6ba03b6487bf1762a9180963357103097d172cc</a:t>
            </a:r>
          </a:p>
          <a:p xmlns:a="http://schemas.openxmlformats.org/drawingml/2006/main">
            <a:r>
              <a:t>sues200,sues200_satellite_to_uav_250m,2,full,80,4,0,0.2,0.26666666666666666,null,null,0,0.5808238480240107,a0024554fabfdcd03efe8d46da3c80414baa16d26cf6a40d05e521ce55eeaddc,033b6eaea71b3084ca043902f6ba03b6487bf1762a9180963357103097d172cc</a:t>
            </a:r>
          </a:p>
          <a:p xmlns:a="http://schemas.openxmlformats.org/drawingml/2006/main">
            <a:r>
              <a:t>sues200,sues200_satellite_to_uav_250m,2,full,80,5,0,0.26666666666666666,0.3333333333333333,null,null,0,0.5808238480240107,a0024554fabfdcd03efe8d46da3c80414baa16d26cf6a40d05e521ce55eeaddc,033b6eaea71b3084ca043902f6ba03b6487bf1762a9180963357103097d172cc</a:t>
            </a:r>
          </a:p>
          <a:p xmlns:a="http://schemas.openxmlformats.org/drawingml/2006/main">
            <a:r>
              <a:t>sues200,sues200_satellite_to_uav_250m,2,full,80,6,0,0.3333333333333333,0.4,null,null,0,0.5808238480240107,a0024554fabfdcd03efe8d46da3c80414baa16d26cf6a40d05e521ce55eeaddc,033b6eaea71b3084ca043902f6ba03b6487bf1762a9180963357103097d172cc</a:t>
            </a:r>
          </a:p>
          <a:p xmlns:a="http://schemas.openxmlformats.org/drawingml/2006/main">
            <a:r>
              <a:t>sues200,sues200_satellite_to_uav_250m,2,full,80,7,0,0.4,0.4666666666666667,null,null,0,0.5808238480240107,a0024554fabfdcd03efe8d46da3c80414baa16d26cf6a40d05e521ce55eeaddc,033b6eaea71b3084ca043902f6ba03b6487bf1762a9180963357103097d172cc</a:t>
            </a:r>
          </a:p>
          <a:p xmlns:a="http://schemas.openxmlformats.org/drawingml/2006/main">
            <a:r>
              <a:t>sues200,sues200_satellite_to_uav_250m,2,full,80,8,0,0.4666666666666667,0.5333333333333333,null,null,0,0.5808238480240107,a0024554fabfdcd03efe8d46da3c80414baa16d26cf6a40d05e521ce55eeaddc,033b6eaea71b3084ca043902f6ba03b6487bf1762a9180963357103097d172cc</a:t>
            </a:r>
          </a:p>
          <a:p xmlns:a="http://schemas.openxmlformats.org/drawingml/2006/main">
            <a:r>
              <a:t>sues200,sues200_satellite_to_uav_250m,2,full,80,9,0,0.5333333333333333,0.6,null,null,0,0.5808238480240107,a0024554fabfdcd03efe8d46da3c80414baa16d26cf6a40d05e521ce55eeaddc,033b6eaea71b3084ca043902f6ba03b6487bf1762a9180963357103097d172cc</a:t>
            </a:r>
          </a:p>
          <a:p xmlns:a="http://schemas.openxmlformats.org/drawingml/2006/main">
            <a:r>
              <a:t>sues200,sues200_satellite_to_uav_250m,2,full,80,10,0,0.6,0.6666666666666666,null,null,0,0.5808238480240107,a0024554fabfdcd03efe8d46da3c80414baa16d26cf6a40d05e521ce55eeaddc,033b6eaea71b3084ca043902f6ba03b6487bf1762a9180963357103097d172cc</a:t>
            </a:r>
          </a:p>
          <a:p xmlns:a="http://schemas.openxmlformats.org/drawingml/2006/main">
            <a:r>
              <a:t>sues200,sues200_satellite_to_uav_250m,2,full,80,11,0,0.6666666666666666,0.7333333333333333,null,null,0,0.5808238480240107,a0024554fabfdcd03efe8d46da3c80414baa16d26cf6a40d05e521ce55eeaddc,033b6eaea71b3084ca043902f6ba03b6487bf1762a9180963357103097d172cc</a:t>
            </a:r>
          </a:p>
          <a:p xmlns:a="http://schemas.openxmlformats.org/drawingml/2006/main">
            <a:r>
              <a:t>sues200,sues200_satellite_to_uav_250m,2,full,80,12,0,0.7333333333333333,0.8,null,null,0,0.5808238480240107,a0024554fabfdcd03efe8d46da3c80414baa16d26cf6a40d05e521ce55eeaddc,033b6eaea71b3084ca043902f6ba03b6487bf1762a9180963357103097d172cc</a:t>
            </a:r>
          </a:p>
          <a:p xmlns:a="http://schemas.openxmlformats.org/drawingml/2006/main">
            <a:r>
              <a:t>sues200,sues200_satellite_to_uav_250m,2,full,80,13,0,0.8,0.8666666666666667,null,null,0,0.5808238480240107,a0024554fabfdcd03efe8d46da3c80414baa16d26cf6a40d05e521ce55eeaddc,033b6eaea71b3084ca043902f6ba03b6487bf1762a9180963357103097d172cc</a:t>
            </a:r>
          </a:p>
          <a:p xmlns:a="http://schemas.openxmlformats.org/drawingml/2006/main">
            <a:r>
              <a:t>sues200,sues200_satellite_to_uav_250m,2,full,80,14,0,0.8666666666666667,0.9333333333333333,null,null,0,0.5808238480240107,a0024554fabfdcd03efe8d46da3c80414baa16d26cf6a40d05e521ce55eeaddc,033b6eaea71b3084ca043902f6ba03b6487bf1762a9180963357103097d172cc</a:t>
            </a:r>
          </a:p>
          <a:p xmlns:a="http://schemas.openxmlformats.org/drawingml/2006/main">
            <a:r>
              <a:t>sues200,sues200_satellite_to_uav_250m,2,full,80,15,0,0.9333333333333333,1,null,null,0,0.5808238480240107,a0024554fabfdcd03efe8d46da3c80414baa16d26cf6a40d05e521ce55eeaddc,033b6eaea71b3084ca043902f6ba03b6487bf1762a9180963357103097d172cc</a:t>
            </a:r>
          </a:p>
          <a:p xmlns:a="http://schemas.openxmlformats.org/drawingml/2006/main">
            <a:r>
              <a:t>sues200,sues200_satellite_to_uav_250m,3,visual,80,1,80,0,0.06666666666666667,0.725,0.006150952354073524,0.7188490476459265,0.7188490476459265,a0024554fabfdcd03efe8d46da3c80414baa16d26cf6a40d05e521ce55eeaddc,033b6eaea71b3084ca043902f6ba03b6487bf1762a9180963357103097d172cc</a:t>
            </a:r>
          </a:p>
          <a:p xmlns:a="http://schemas.openxmlformats.org/drawingml/2006/main">
            <a:r>
              <a:t>sues200,sues200_satellite_to_uav_250m,3,visual,80,2,0,0.06666666666666667,0.13333333333333333,null,null,0,0.7188490476459265,a0024554fabfdcd03efe8d46da3c80414baa16d26cf6a40d05e521ce55eeaddc,033b6eaea71b3084ca043902f6ba03b6487bf1762a9180963357103097d172cc</a:t>
            </a:r>
          </a:p>
          <a:p xmlns:a="http://schemas.openxmlformats.org/drawingml/2006/main">
            <a:r>
              <a:t>sues200,sues200_satellite_to_uav_250m,3,visual,80,3,0,0.13333333333333333,0.2,null,null,0,0.7188490476459265,a0024554fabfdcd03efe8d46da3c80414baa16d26cf6a40d05e521ce55eeaddc,033b6eaea71b3084ca043902f6ba03b6487bf1762a9180963357103097d172cc</a:t>
            </a:r>
          </a:p>
          <a:p xmlns:a="http://schemas.openxmlformats.org/drawingml/2006/main">
            <a:r>
              <a:t>sues200,sues200_satellite_to_uav_250m,3,visual,80,4,0,0.2,0.26666666666666666,null,null,0,0.7188490476459265,a0024554fabfdcd03efe8d46da3c80414baa16d26cf6a40d05e521ce55eeaddc,033b6eaea71b3084ca043902f6ba03b6487bf1762a9180963357103097d172cc</a:t>
            </a:r>
          </a:p>
          <a:p xmlns:a="http://schemas.openxmlformats.org/drawingml/2006/main">
            <a:r>
              <a:t>sues200,sues200_satellite_to_uav_250m,3,visual,80,5,0,0.26666666666666666,0.3333333333333333,null,null,0,0.7188490476459265,a0024554fabfdcd03efe8d46da3c80414baa16d26cf6a40d05e521ce55eeaddc,033b6eaea71b3084ca043902f6ba03b6487bf1762a9180963357103097d172cc</a:t>
            </a:r>
          </a:p>
          <a:p xmlns:a="http://schemas.openxmlformats.org/drawingml/2006/main">
            <a:r>
              <a:t>sues200,sues200_satellite_to_uav_250m,3,visual,80,6,0,0.3333333333333333,0.4,null,null,0,0.7188490476459265,a0024554fabfdcd03efe8d46da3c80414baa16d26cf6a40d05e521ce55eeaddc,033b6eaea71b3084ca043902f6ba03b6487bf1762a9180963357103097d172cc</a:t>
            </a:r>
          </a:p>
          <a:p xmlns:a="http://schemas.openxmlformats.org/drawingml/2006/main">
            <a:r>
              <a:t>sues200,sues200_satellite_to_uav_250m,3,visual,80,7,0,0.4,0.4666666666666667,null,null,0,0.7188490476459265,a0024554fabfdcd03efe8d46da3c80414baa16d26cf6a40d05e521ce55eeaddc,033b6eaea71b3084ca043902f6ba03b6487bf1762a9180963357103097d172cc</a:t>
            </a:r>
          </a:p>
          <a:p xmlns:a="http://schemas.openxmlformats.org/drawingml/2006/main">
            <a:r>
              <a:t>sues200,sues200_satellite_to_uav_250m,3,visual,80,8,0,0.4666666666666667,0.5333333333333333,null,null,0,0.7188490476459265,a0024554fabfdcd03efe8d46da3c80414baa16d26cf6a40d05e521ce55eeaddc,033b6eaea71b3084ca043902f6ba03b6487bf1762a9180963357103097d172cc</a:t>
            </a:r>
          </a:p>
          <a:p xmlns:a="http://schemas.openxmlformats.org/drawingml/2006/main">
            <a:r>
              <a:t>sues200,sues200_satellite_to_uav_250m,3,visual,80,9,0,0.5333333333333333,0.6,null,null,0,0.7188490476459265,a0024554fabfdcd03efe8d46da3c80414baa16d26cf6a40d05e521ce55eeaddc,033b6eaea71b3084ca043902f6ba03b6487bf1762a9180963357103097d172cc</a:t>
            </a:r>
          </a:p>
          <a:p xmlns:a="http://schemas.openxmlformats.org/drawingml/2006/main">
            <a:r>
              <a:t>sues200,sues200_satellite_to_uav_250m,3,visual,80,10,0,0.6,0.6666666666666666,null,null,0,0.7188490476459265,a0024554fabfdcd03efe8d46da3c80414baa16d26cf6a40d05e521ce55eeaddc,033b6eaea71b3084ca043902f6ba03b6487bf1762a9180963357103097d172cc</a:t>
            </a:r>
          </a:p>
          <a:p xmlns:a="http://schemas.openxmlformats.org/drawingml/2006/main">
            <a:r>
              <a:t>sues200,sues200_satellite_to_uav_250m,3,visual,80,11,0,0.6666666666666666,0.7333333333333333,null,null,0,0.7188490476459265,a0024554fabfdcd03efe8d46da3c80414baa16d26cf6a40d05e521ce55eeaddc,033b6eaea71b3084ca043902f6ba03b6487bf1762a9180963357103097d172cc</a:t>
            </a:r>
          </a:p>
          <a:p xmlns:a="http://schemas.openxmlformats.org/drawingml/2006/main">
            <a:r>
              <a:t>sues200,sues200_satellite_to_uav_250m,3,visual,80,12,0,0.7333333333333333,0.8,null,null,0,0.7188490476459265,a0024554fabfdcd03efe8d46da3c80414baa16d26cf6a40d05e521ce55eeaddc,033b6eaea71b3084ca043902f6ba03b6487bf1762a9180963357103097d172cc</a:t>
            </a:r>
          </a:p>
          <a:p xmlns:a="http://schemas.openxmlformats.org/drawingml/2006/main">
            <a:r>
              <a:t>sues200,sues200_satellite_to_uav_250m,3,visual,80,13,0,0.8,0.8666666666666667,null,null,0,0.7188490476459265,a0024554fabfdcd03efe8d46da3c80414baa16d26cf6a40d05e521ce55eeaddc,033b6eaea71b3084ca043902f6ba03b6487bf1762a9180963357103097d172cc</a:t>
            </a:r>
          </a:p>
          <a:p xmlns:a="http://schemas.openxmlformats.org/drawingml/2006/main">
            <a:r>
              <a:t>sues200,sues200_satellite_to_uav_250m,3,visual,80,14,0,0.8666666666666667,0.9333333333333333,null,null,0,0.7188490476459265,a0024554fabfdcd03efe8d46da3c80414baa16d26cf6a40d05e521ce55eeaddc,033b6eaea71b3084ca043902f6ba03b6487bf1762a9180963357103097d172cc</a:t>
            </a:r>
          </a:p>
          <a:p xmlns:a="http://schemas.openxmlformats.org/drawingml/2006/main">
            <a:r>
              <a:t>sues200,sues200_satellite_to_uav_250m,3,visual,80,15,0,0.9333333333333333,1,null,null,0,0.7188490476459265,a0024554fabfdcd03efe8d46da3c80414baa16d26cf6a40d05e521ce55eeaddc,033b6eaea71b3084ca043902f6ba03b6487bf1762a9180963357103097d172cc</a:t>
            </a:r>
          </a:p>
          <a:p xmlns:a="http://schemas.openxmlformats.org/drawingml/2006/main">
            <a:r>
              <a:t>sues200,sues200_satellite_to_uav_250m,3,full,80,1,80,0,0.06666666666666667,0.525,0.005430728197097778,0.5195692718029022,0.5195692718029022,a0024554fabfdcd03efe8d46da3c80414baa16d26cf6a40d05e521ce55eeaddc,033b6eaea71b3084ca043902f6ba03b6487bf1762a9180963357103097d172cc</a:t>
            </a:r>
          </a:p>
          <a:p xmlns:a="http://schemas.openxmlformats.org/drawingml/2006/main">
            <a:r>
              <a:t>sues200,sues200_satellite_to_uav_250m,3,full,80,2,0,0.06666666666666667,0.13333333333333333,null,null,0,0.5195692718029022,a0024554fabfdcd03efe8d46da3c80414baa16d26cf6a40d05e521ce55eeaddc,033b6eaea71b3084ca043902f6ba03b6487bf1762a9180963357103097d172cc</a:t>
            </a:r>
          </a:p>
          <a:p xmlns:a="http://schemas.openxmlformats.org/drawingml/2006/main">
            <a:r>
              <a:t>sues200,sues200_satellite_to_uav_250m,3,full,80,3,0,0.13333333333333333,0.2,null,null,0,0.5195692718029022,a0024554fabfdcd03efe8d46da3c80414baa16d26cf6a40d05e521ce55eeaddc,033b6eaea71b3084ca043902f6ba03b6487bf1762a9180963357103097d172cc</a:t>
            </a:r>
          </a:p>
          <a:p xmlns:a="http://schemas.openxmlformats.org/drawingml/2006/main">
            <a:r>
              <a:t>sues200,sues200_satellite_to_uav_250m,3,full,80,4,0,0.2,0.26666666666666666,null,null,0,0.5195692718029022,a0024554fabfdcd03efe8d46da3c80414baa16d26cf6a40d05e521ce55eeaddc,033b6eaea71b3084ca043902f6ba03b6487bf1762a9180963357103097d172cc</a:t>
            </a:r>
          </a:p>
          <a:p xmlns:a="http://schemas.openxmlformats.org/drawingml/2006/main">
            <a:r>
              <a:t>sues200,sues200_satellite_to_uav_250m,3,full,80,5,0,0.26666666666666666,0.3333333333333333,null,null,0,0.5195692718029022,a0024554fabfdcd03efe8d46da3c80414baa16d26cf6a40d05e521ce55eeaddc,033b6eaea71b3084ca043902f6ba03b6487bf1762a9180963357103097d172cc</a:t>
            </a:r>
          </a:p>
          <a:p xmlns:a="http://schemas.openxmlformats.org/drawingml/2006/main">
            <a:r>
              <a:t>sues200,sues200_satellite_to_uav_250m,3,full,80,6,0,0.3333333333333333,0.4,null,null,0,0.5195692718029022,a0024554fabfdcd03efe8d46da3c80414baa16d26cf6a40d05e521ce55eeaddc,033b6eaea71b3084ca043902f6ba03b6487bf1762a9180963357103097d172cc</a:t>
            </a:r>
          </a:p>
          <a:p xmlns:a="http://schemas.openxmlformats.org/drawingml/2006/main">
            <a:r>
              <a:t>sues200,sues200_satellite_to_uav_250m,3,full,80,7,0,0.4,0.4666666666666667,null,null,0,0.5195692718029022,a0024554fabfdcd03efe8d46da3c80414baa16d26cf6a40d05e521ce55eeaddc,033b6eaea71b3084ca043902f6ba03b6487bf1762a9180963357103097d172cc</a:t>
            </a:r>
          </a:p>
          <a:p xmlns:a="http://schemas.openxmlformats.org/drawingml/2006/main">
            <a:r>
              <a:t>sues200,sues200_satellite_to_uav_250m,3,full,80,8,0,0.4666666666666667,0.5333333333333333,null,null,0,0.5195692718029022,a0024554fabfdcd03efe8d46da3c80414baa16d26cf6a40d05e521ce55eeaddc,033b6eaea71b3084ca043902f6ba03b6487bf1762a9180963357103097d172cc</a:t>
            </a:r>
          </a:p>
          <a:p xmlns:a="http://schemas.openxmlformats.org/drawingml/2006/main">
            <a:r>
              <a:t>sues200,sues200_satellite_to_uav_250m,3,full,80,9,0,0.5333333333333333,0.6,null,null,0,0.5195692718029022,a0024554fabfdcd03efe8d46da3c80414baa16d26cf6a40d05e521ce55eeaddc,033b6eaea71b3084ca043902f6ba03b6487bf1762a9180963357103097d172cc</a:t>
            </a:r>
          </a:p>
          <a:p xmlns:a="http://schemas.openxmlformats.org/drawingml/2006/main">
            <a:r>
              <a:t>sues200,sues200_satellite_to_uav_250m,3,full,80,10,0,0.6,0.6666666666666666,null,null,0,0.5195692718029022,a0024554fabfdcd03efe8d46da3c80414baa16d26cf6a40d05e521ce55eeaddc,033b6eaea71b3084ca043902f6ba03b6487bf1762a9180963357103097d172cc</a:t>
            </a:r>
          </a:p>
          <a:p xmlns:a="http://schemas.openxmlformats.org/drawingml/2006/main">
            <a:r>
              <a:t>sues200,sues200_satellite_to_uav_250m,3,full,80,11,0,0.6666666666666666,0.7333333333333333,null,null,0,0.5195692718029022,a0024554fabfdcd03efe8d46da3c80414baa16d26cf6a40d05e521ce55eeaddc,033b6eaea71b3084ca043902f6ba03b6487bf1762a9180963357103097d172cc</a:t>
            </a:r>
          </a:p>
          <a:p xmlns:a="http://schemas.openxmlformats.org/drawingml/2006/main">
            <a:r>
              <a:t>sues200,sues200_satellite_to_uav_250m,3,full,80,12,0,0.7333333333333333,0.8,null,null,0,0.5195692718029022,a0024554fabfdcd03efe8d46da3c80414baa16d26cf6a40d05e521ce55eeaddc,033b6eaea71b3084ca043902f6ba03b6487bf1762a9180963357103097d172cc</a:t>
            </a:r>
          </a:p>
          <a:p xmlns:a="http://schemas.openxmlformats.org/drawingml/2006/main">
            <a:r>
              <a:t>sues200,sues200_satellite_to_uav_250m,3,full,80,13,0,0.8,0.8666666666666667,null,null,0,0.5195692718029022,a0024554fabfdcd03efe8d46da3c80414baa16d26cf6a40d05e521ce55eeaddc,033b6eaea71b3084ca043902f6ba03b6487bf1762a9180963357103097d172cc</a:t>
            </a:r>
          </a:p>
          <a:p xmlns:a="http://schemas.openxmlformats.org/drawingml/2006/main">
            <a:r>
              <a:t>sues200,sues200_satellite_to_uav_250m,3,full,80,14,0,0.8666666666666667,0.9333333333333333,null,null,0,0.5195692718029022,a0024554fabfdcd03efe8d46da3c80414baa16d26cf6a40d05e521ce55eeaddc,033b6eaea71b3084ca043902f6ba03b6487bf1762a9180963357103097d172cc</a:t>
            </a:r>
          </a:p>
          <a:p xmlns:a="http://schemas.openxmlformats.org/drawingml/2006/main">
            <a:r>
              <a:t>sues200,sues200_satellite_to_uav_250m,3,full,80,15,0,0.9333333333333333,1,null,null,0,0.5195692718029022,a0024554fabfdcd03efe8d46da3c80414baa16d26cf6a40d05e521ce55eeaddc,033b6eaea71b3084ca043902f6ba03b6487bf1762a9180963357103097d172cc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300 m → satellite.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uav_300m_to_satellite,1,visual,4000,1,3332,0,0.06666666666666667,0.4330732292917167,0.025526048702781513,0.339486801430583,0.46072292418032884,9ed2f51f15e95d86a8b1b19b92bdfafbe954e6ca69c281ff55a8fd5cdcac0fd0,033b6eaea71b3084ca043902f6ba03b6487bf1762a9180963357103097d172cc</a:t>
            </a:r>
          </a:p>
          <a:p xmlns:a="http://schemas.openxmlformats.org/drawingml/2006/main">
            <a:r>
              <a:t>sues200,sues200_uav_300m_to_satellite,1,visual,4000,2,654,0.06666666666666667,0.13333333333333333,0.8149847094801224,0.08704942075210974,0.11901741970703007,0.46072292418032884,9ed2f51f15e95d86a8b1b19b92bdfafbe954e6ca69c281ff55a8fd5cdcac0fd0,033b6eaea71b3084ca043902f6ba03b6487bf1762a9180963357103097d172cc</a:t>
            </a:r>
          </a:p>
          <a:p xmlns:a="http://schemas.openxmlformats.org/drawingml/2006/main">
            <a:r>
              <a:t>sues200,sues200_uav_300m_to_satellite,1,visual,4000,3,14,0.13333333333333333,0.2,0.7857142857142857,0.15179913065263204,0.0022187030427157878,0.46072292418032884,9ed2f51f15e95d86a8b1b19b92bdfafbe954e6ca69c281ff55a8fd5cdcac0fd0,033b6eaea71b3084ca043902f6ba03b6487bf1762a9180963357103097d172cc</a:t>
            </a:r>
          </a:p>
          <a:p xmlns:a="http://schemas.openxmlformats.org/drawingml/2006/main">
            <a:r>
              <a:t>sues200,sues200_uav_300m_to_satellite,1,visual,4000,4,0,0.2,0.26666666666666666,null,null,0,0.46072292418032884,9ed2f51f15e95d86a8b1b19b92bdfafbe954e6ca69c281ff55a8fd5cdcac0fd0,033b6eaea71b3084ca043902f6ba03b6487bf1762a9180963357103097d172cc</a:t>
            </a:r>
          </a:p>
          <a:p xmlns:a="http://schemas.openxmlformats.org/drawingml/2006/main">
            <a:r>
              <a:t>sues200,sues200_uav_300m_to_satellite,1,visual,4000,5,0,0.26666666666666666,0.3333333333333333,null,null,0,0.46072292418032884,9ed2f51f15e95d86a8b1b19b92bdfafbe954e6ca69c281ff55a8fd5cdcac0fd0,033b6eaea71b3084ca043902f6ba03b6487bf1762a9180963357103097d172cc</a:t>
            </a:r>
          </a:p>
          <a:p xmlns:a="http://schemas.openxmlformats.org/drawingml/2006/main">
            <a:r>
              <a:t>sues200,sues200_uav_300m_to_satellite,1,visual,4000,6,0,0.3333333333333333,0.4,null,null,0,0.46072292418032884,9ed2f51f15e95d86a8b1b19b92bdfafbe954e6ca69c281ff55a8fd5cdcac0fd0,033b6eaea71b3084ca043902f6ba03b6487bf1762a9180963357103097d172cc</a:t>
            </a:r>
          </a:p>
          <a:p xmlns:a="http://schemas.openxmlformats.org/drawingml/2006/main">
            <a:r>
              <a:t>sues200,sues200_uav_300m_to_satellite,1,visual,4000,7,0,0.4,0.4666666666666667,null,null,0,0.46072292418032884,9ed2f51f15e95d86a8b1b19b92bdfafbe954e6ca69c281ff55a8fd5cdcac0fd0,033b6eaea71b3084ca043902f6ba03b6487bf1762a9180963357103097d172cc</a:t>
            </a:r>
          </a:p>
          <a:p xmlns:a="http://schemas.openxmlformats.org/drawingml/2006/main">
            <a:r>
              <a:t>sues200,sues200_uav_300m_to_satellite,1,visual,4000,8,0,0.4666666666666667,0.5333333333333333,null,null,0,0.46072292418032884,9ed2f51f15e95d86a8b1b19b92bdfafbe954e6ca69c281ff55a8fd5cdcac0fd0,033b6eaea71b3084ca043902f6ba03b6487bf1762a9180963357103097d172cc</a:t>
            </a:r>
          </a:p>
          <a:p xmlns:a="http://schemas.openxmlformats.org/drawingml/2006/main">
            <a:r>
              <a:t>sues200,sues200_uav_300m_to_satellite,1,visual,4000,9,0,0.5333333333333333,0.6,null,null,0,0.46072292418032884,9ed2f51f15e95d86a8b1b19b92bdfafbe954e6ca69c281ff55a8fd5cdcac0fd0,033b6eaea71b3084ca043902f6ba03b6487bf1762a9180963357103097d172cc</a:t>
            </a:r>
          </a:p>
          <a:p xmlns:a="http://schemas.openxmlformats.org/drawingml/2006/main">
            <a:r>
              <a:t>sues200,sues200_uav_300m_to_satellite,1,visual,4000,10,0,0.6,0.6666666666666666,null,null,0,0.46072292418032884,9ed2f51f15e95d86a8b1b19b92bdfafbe954e6ca69c281ff55a8fd5cdcac0fd0,033b6eaea71b3084ca043902f6ba03b6487bf1762a9180963357103097d172cc</a:t>
            </a:r>
          </a:p>
          <a:p xmlns:a="http://schemas.openxmlformats.org/drawingml/2006/main">
            <a:r>
              <a:t>sues200,sues200_uav_300m_to_satellite,1,visual,4000,11,0,0.6666666666666666,0.7333333333333333,null,null,0,0.46072292418032884,9ed2f51f15e95d86a8b1b19b92bdfafbe954e6ca69c281ff55a8fd5cdcac0fd0,033b6eaea71b3084ca043902f6ba03b6487bf1762a9180963357103097d172cc</a:t>
            </a:r>
          </a:p>
          <a:p xmlns:a="http://schemas.openxmlformats.org/drawingml/2006/main">
            <a:r>
              <a:t>sues200,sues200_uav_300m_to_satellite,1,visual,4000,12,0,0.7333333333333333,0.8,null,null,0,0.46072292418032884,9ed2f51f15e95d86a8b1b19b92bdfafbe954e6ca69c281ff55a8fd5cdcac0fd0,033b6eaea71b3084ca043902f6ba03b6487bf1762a9180963357103097d172cc</a:t>
            </a:r>
          </a:p>
          <a:p xmlns:a="http://schemas.openxmlformats.org/drawingml/2006/main">
            <a:r>
              <a:t>sues200,sues200_uav_300m_to_satellite,1,visual,4000,13,0,0.8,0.8666666666666667,null,null,0,0.46072292418032884,9ed2f51f15e95d86a8b1b19b92bdfafbe954e6ca69c281ff55a8fd5cdcac0fd0,033b6eaea71b3084ca043902f6ba03b6487bf1762a9180963357103097d172cc</a:t>
            </a:r>
          </a:p>
          <a:p xmlns:a="http://schemas.openxmlformats.org/drawingml/2006/main">
            <a:r>
              <a:t>sues200,sues200_uav_300m_to_satellite,1,visual,4000,14,0,0.8666666666666667,0.9333333333333333,null,null,0,0.46072292418032884,9ed2f51f15e95d86a8b1b19b92bdfafbe954e6ca69c281ff55a8fd5cdcac0fd0,033b6eaea71b3084ca043902f6ba03b6487bf1762a9180963357103097d172cc</a:t>
            </a:r>
          </a:p>
          <a:p xmlns:a="http://schemas.openxmlformats.org/drawingml/2006/main">
            <a:r>
              <a:t>sues200,sues200_uav_300m_to_satellite,1,visual,4000,15,0,0.9333333333333333,1,null,null,0,0.46072292418032884,9ed2f51f15e95d86a8b1b19b92bdfafbe954e6ca69c281ff55a8fd5cdcac0fd0,033b6eaea71b3084ca043902f6ba03b6487bf1762a9180963357103097d172cc</a:t>
            </a:r>
          </a:p>
          <a:p xmlns:a="http://schemas.openxmlformats.org/drawingml/2006/main">
            <a:r>
              <a:t>sues200,sues200_uav_300m_to_satellite,1,full,4000,1,3488,0,0.06666666666666667,0.36009174311926606,0.024046098283671456,0.2930318022966385,0.3560400386117399,9ed2f51f15e95d86a8b1b19b92bdfafbe954e6ca69c281ff55a8fd5cdcac0fd0,033b6eaea71b3084ca043902f6ba03b6487bf1762a9180963357103097d172cc</a:t>
            </a:r>
          </a:p>
          <a:p xmlns:a="http://schemas.openxmlformats.org/drawingml/2006/main">
            <a:r>
              <a:t>sues200,sues200_uav_300m_to_satellite,1,full,4000,2,502,0.06666666666666667,0.13333333333333333,0.5856573705179283,0.08463258714789888,0.06287861031293869,0.3560400386117399,9ed2f51f15e95d86a8b1b19b92bdfafbe954e6ca69c281ff55a8fd5cdcac0fd0,033b6eaea71b3084ca043902f6ba03b6487bf1762a9180963357103097d172cc</a:t>
            </a:r>
          </a:p>
          <a:p xmlns:a="http://schemas.openxmlformats.org/drawingml/2006/main">
            <a:r>
              <a:t>sues200,sues200_uav_300m_to_satellite,1,full,4000,3,10,0.13333333333333333,0.2,0.1,0.15185040086507798,0.00012962600216269495,0.3560400386117399,9ed2f51f15e95d86a8b1b19b92bdfafbe954e6ca69c281ff55a8fd5cdcac0fd0,033b6eaea71b3084ca043902f6ba03b6487bf1762a9180963357103097d172cc</a:t>
            </a:r>
          </a:p>
          <a:p xmlns:a="http://schemas.openxmlformats.org/drawingml/2006/main">
            <a:r>
              <a:t>sues200,sues200_uav_300m_to_satellite,1,full,4000,4,0,0.2,0.26666666666666666,null,null,0,0.3560400386117399,9ed2f51f15e95d86a8b1b19b92bdfafbe954e6ca69c281ff55a8fd5cdcac0fd0,033b6eaea71b3084ca043902f6ba03b6487bf1762a9180963357103097d172cc</a:t>
            </a:r>
          </a:p>
          <a:p xmlns:a="http://schemas.openxmlformats.org/drawingml/2006/main">
            <a:r>
              <a:t>sues200,sues200_uav_300m_to_satellite,1,full,4000,5,0,0.26666666666666666,0.3333333333333333,null,null,0,0.3560400386117399,9ed2f51f15e95d86a8b1b19b92bdfafbe954e6ca69c281ff55a8fd5cdcac0fd0,033b6eaea71b3084ca043902f6ba03b6487bf1762a9180963357103097d172cc</a:t>
            </a:r>
          </a:p>
          <a:p xmlns:a="http://schemas.openxmlformats.org/drawingml/2006/main">
            <a:r>
              <a:t>sues200,sues200_uav_300m_to_satellite,1,full,4000,6,0,0.3333333333333333,0.4,null,null,0,0.3560400386117399,9ed2f51f15e95d86a8b1b19b92bdfafbe954e6ca69c281ff55a8fd5cdcac0fd0,033b6eaea71b3084ca043902f6ba03b6487bf1762a9180963357103097d172cc</a:t>
            </a:r>
          </a:p>
          <a:p xmlns:a="http://schemas.openxmlformats.org/drawingml/2006/main">
            <a:r>
              <a:t>sues200,sues200_uav_300m_to_satellite,1,full,4000,7,0,0.4,0.4666666666666667,null,null,0,0.3560400386117399,9ed2f51f15e95d86a8b1b19b92bdfafbe954e6ca69c281ff55a8fd5cdcac0fd0,033b6eaea71b3084ca043902f6ba03b6487bf1762a9180963357103097d172cc</a:t>
            </a:r>
          </a:p>
          <a:p xmlns:a="http://schemas.openxmlformats.org/drawingml/2006/main">
            <a:r>
              <a:t>sues200,sues200_uav_300m_to_satellite,1,full,4000,8,0,0.4666666666666667,0.5333333333333333,null,null,0,0.3560400386117399,9ed2f51f15e95d86a8b1b19b92bdfafbe954e6ca69c281ff55a8fd5cdcac0fd0,033b6eaea71b3084ca043902f6ba03b6487bf1762a9180963357103097d172cc</a:t>
            </a:r>
          </a:p>
          <a:p xmlns:a="http://schemas.openxmlformats.org/drawingml/2006/main">
            <a:r>
              <a:t>sues200,sues200_uav_300m_to_satellite,1,full,4000,9,0,0.5333333333333333,0.6,null,null,0,0.3560400386117399,9ed2f51f15e95d86a8b1b19b92bdfafbe954e6ca69c281ff55a8fd5cdcac0fd0,033b6eaea71b3084ca043902f6ba03b6487bf1762a9180963357103097d172cc</a:t>
            </a:r>
          </a:p>
          <a:p xmlns:a="http://schemas.openxmlformats.org/drawingml/2006/main">
            <a:r>
              <a:t>sues200,sues200_uav_300m_to_satellite,1,full,4000,10,0,0.6,0.6666666666666666,null,null,0,0.3560400386117399,9ed2f51f15e95d86a8b1b19b92bdfafbe954e6ca69c281ff55a8fd5cdcac0fd0,033b6eaea71b3084ca043902f6ba03b6487bf1762a9180963357103097d172cc</a:t>
            </a:r>
          </a:p>
          <a:p xmlns:a="http://schemas.openxmlformats.org/drawingml/2006/main">
            <a:r>
              <a:t>sues200,sues200_uav_300m_to_satellite,1,full,4000,11,0,0.6666666666666666,0.7333333333333333,null,null,0,0.3560400386117399,9ed2f51f15e95d86a8b1b19b92bdfafbe954e6ca69c281ff55a8fd5cdcac0fd0,033b6eaea71b3084ca043902f6ba03b6487bf1762a9180963357103097d172cc</a:t>
            </a:r>
          </a:p>
          <a:p xmlns:a="http://schemas.openxmlformats.org/drawingml/2006/main">
            <a:r>
              <a:t>sues200,sues200_uav_300m_to_satellite,1,full,4000,12,0,0.7333333333333333,0.8,null,null,0,0.3560400386117399,9ed2f51f15e95d86a8b1b19b92bdfafbe954e6ca69c281ff55a8fd5cdcac0fd0,033b6eaea71b3084ca043902f6ba03b6487bf1762a9180963357103097d172cc</a:t>
            </a:r>
          </a:p>
          <a:p xmlns:a="http://schemas.openxmlformats.org/drawingml/2006/main">
            <a:r>
              <a:t>sues200,sues200_uav_300m_to_satellite,1,full,4000,13,0,0.8,0.8666666666666667,null,null,0,0.3560400386117399,9ed2f51f15e95d86a8b1b19b92bdfafbe954e6ca69c281ff55a8fd5cdcac0fd0,033b6eaea71b3084ca043902f6ba03b6487bf1762a9180963357103097d172cc</a:t>
            </a:r>
          </a:p>
          <a:p xmlns:a="http://schemas.openxmlformats.org/drawingml/2006/main">
            <a:r>
              <a:t>sues200,sues200_uav_300m_to_satellite,1,full,4000,14,0,0.8666666666666667,0.9333333333333333,null,null,0,0.3560400386117399,9ed2f51f15e95d86a8b1b19b92bdfafbe954e6ca69c281ff55a8fd5cdcac0fd0,033b6eaea71b3084ca043902f6ba03b6487bf1762a9180963357103097d172cc</a:t>
            </a:r>
          </a:p>
          <a:p xmlns:a="http://schemas.openxmlformats.org/drawingml/2006/main">
            <a:r>
              <a:t>sues200,sues200_uav_300m_to_satellite,1,full,4000,15,0,0.9333333333333333,1,null,null,0,0.3560400386117399,9ed2f51f15e95d86a8b1b19b92bdfafbe954e6ca69c281ff55a8fd5cdcac0fd0,033b6eaea71b3084ca043902f6ba03b6487bf1762a9180963357103097d172cc</a:t>
            </a:r>
          </a:p>
          <a:p xmlns:a="http://schemas.openxmlformats.org/drawingml/2006/main">
            <a:r>
              <a:t>sues200,sues200_uav_300m_to_satellite,2,visual,4000,1,3320,0,0.06666666666666667,0.4352409638554217,0.026628397019153618,0.33914843047410254,0.4567344088554383,9ed2f51f15e95d86a8b1b19b92bdfafbe954e6ca69c281ff55a8fd5cdcac0fd0,033b6eaea71b3084ca043902f6ba03b6487bf1762a9180963357103097d172cc</a:t>
            </a:r>
          </a:p>
          <a:p xmlns:a="http://schemas.openxmlformats.org/drawingml/2006/main">
            <a:r>
              <a:t>sues200,sues200_uav_300m_to_satellite,2,visual,4000,2,655,0.06666666666666667,0.13333333333333333,0.7847328244274809,0.08713784090435232,0.11423117855191232,0.4567344088554383,9ed2f51f15e95d86a8b1b19b92bdfafbe954e6ca69c281ff55a8fd5cdcac0fd0,033b6eaea71b3084ca043902f6ba03b6487bf1762a9180963357103097d172cc</a:t>
            </a:r>
          </a:p>
          <a:p xmlns:a="http://schemas.openxmlformats.org/drawingml/2006/main">
            <a:r>
              <a:t>sues200,sues200_uav_300m_to_satellite,2,visual,4000,3,25,0.13333333333333333,0.2,0.68,0.1432320272922516,0.003354799829423428,0.4567344088554383,9ed2f51f15e95d86a8b1b19b92bdfafbe954e6ca69c281ff55a8fd5cdcac0fd0,033b6eaea71b3084ca043902f6ba03b6487bf1762a9180963357103097d172cc</a:t>
            </a:r>
          </a:p>
          <a:p xmlns:a="http://schemas.openxmlformats.org/drawingml/2006/main">
            <a:r>
              <a:t>sues200,sues200_uav_300m_to_satellite,2,visual,4000,4,0,0.2,0.26666666666666666,null,null,0,0.4567344088554383,9ed2f51f15e95d86a8b1b19b92bdfafbe954e6ca69c281ff55a8fd5cdcac0fd0,033b6eaea71b3084ca043902f6ba03b6487bf1762a9180963357103097d172cc</a:t>
            </a:r>
          </a:p>
          <a:p xmlns:a="http://schemas.openxmlformats.org/drawingml/2006/main">
            <a:r>
              <a:t>sues200,sues200_uav_300m_to_satellite,2,visual,4000,5,0,0.26666666666666666,0.3333333333333333,null,null,0,0.4567344088554383,9ed2f51f15e95d86a8b1b19b92bdfafbe954e6ca69c281ff55a8fd5cdcac0fd0,033b6eaea71b3084ca043902f6ba03b6487bf1762a9180963357103097d172cc</a:t>
            </a:r>
          </a:p>
          <a:p xmlns:a="http://schemas.openxmlformats.org/drawingml/2006/main">
            <a:r>
              <a:t>sues200,sues200_uav_300m_to_satellite,2,visual,4000,6,0,0.3333333333333333,0.4,null,null,0,0.4567344088554383,9ed2f51f15e95d86a8b1b19b92bdfafbe954e6ca69c281ff55a8fd5cdcac0fd0,033b6eaea71b3084ca043902f6ba03b6487bf1762a9180963357103097d172cc</a:t>
            </a:r>
          </a:p>
          <a:p xmlns:a="http://schemas.openxmlformats.org/drawingml/2006/main">
            <a:r>
              <a:t>sues200,sues200_uav_300m_to_satellite,2,visual,4000,7,0,0.4,0.4666666666666667,null,null,0,0.4567344088554383,9ed2f51f15e95d86a8b1b19b92bdfafbe954e6ca69c281ff55a8fd5cdcac0fd0,033b6eaea71b3084ca043902f6ba03b6487bf1762a9180963357103097d172cc</a:t>
            </a:r>
          </a:p>
          <a:p xmlns:a="http://schemas.openxmlformats.org/drawingml/2006/main">
            <a:r>
              <a:t>sues200,sues200_uav_300m_to_satellite,2,visual,4000,8,0,0.4666666666666667,0.5333333333333333,null,null,0,0.4567344088554383,9ed2f51f15e95d86a8b1b19b92bdfafbe954e6ca69c281ff55a8fd5cdcac0fd0,033b6eaea71b3084ca043902f6ba03b6487bf1762a9180963357103097d172cc</a:t>
            </a:r>
          </a:p>
          <a:p xmlns:a="http://schemas.openxmlformats.org/drawingml/2006/main">
            <a:r>
              <a:t>sues200,sues200_uav_300m_to_satellite,2,visual,4000,9,0,0.5333333333333333,0.6,null,null,0,0.4567344088554383,9ed2f51f15e95d86a8b1b19b92bdfafbe954e6ca69c281ff55a8fd5cdcac0fd0,033b6eaea71b3084ca043902f6ba03b6487bf1762a9180963357103097d172cc</a:t>
            </a:r>
          </a:p>
          <a:p xmlns:a="http://schemas.openxmlformats.org/drawingml/2006/main">
            <a:r>
              <a:t>sues200,sues200_uav_300m_to_satellite,2,visual,4000,10,0,0.6,0.6666666666666666,null,null,0,0.4567344088554383,9ed2f51f15e95d86a8b1b19b92bdfafbe954e6ca69c281ff55a8fd5cdcac0fd0,033b6eaea71b3084ca043902f6ba03b6487bf1762a9180963357103097d172cc</a:t>
            </a:r>
          </a:p>
          <a:p xmlns:a="http://schemas.openxmlformats.org/drawingml/2006/main">
            <a:r>
              <a:t>sues200,sues200_uav_300m_to_satellite,2,visual,4000,11,0,0.6666666666666666,0.7333333333333333,null,null,0,0.4567344088554383,9ed2f51f15e95d86a8b1b19b92bdfafbe954e6ca69c281ff55a8fd5cdcac0fd0,033b6eaea71b3084ca043902f6ba03b6487bf1762a9180963357103097d172cc</a:t>
            </a:r>
          </a:p>
          <a:p xmlns:a="http://schemas.openxmlformats.org/drawingml/2006/main">
            <a:r>
              <a:t>sues200,sues200_uav_300m_to_satellite,2,visual,4000,12,0,0.7333333333333333,0.8,null,null,0,0.4567344088554383,9ed2f51f15e95d86a8b1b19b92bdfafbe954e6ca69c281ff55a8fd5cdcac0fd0,033b6eaea71b3084ca043902f6ba03b6487bf1762a9180963357103097d172cc</a:t>
            </a:r>
          </a:p>
          <a:p xmlns:a="http://schemas.openxmlformats.org/drawingml/2006/main">
            <a:r>
              <a:t>sues200,sues200_uav_300m_to_satellite,2,visual,4000,13,0,0.8,0.8666666666666667,null,null,0,0.4567344088554383,9ed2f51f15e95d86a8b1b19b92bdfafbe954e6ca69c281ff55a8fd5cdcac0fd0,033b6eaea71b3084ca043902f6ba03b6487bf1762a9180963357103097d172cc</a:t>
            </a:r>
          </a:p>
          <a:p xmlns:a="http://schemas.openxmlformats.org/drawingml/2006/main">
            <a:r>
              <a:t>sues200,sues200_uav_300m_to_satellite,2,visual,4000,14,0,0.8666666666666667,0.9333333333333333,null,null,0,0.4567344088554383,9ed2f51f15e95d86a8b1b19b92bdfafbe954e6ca69c281ff55a8fd5cdcac0fd0,033b6eaea71b3084ca043902f6ba03b6487bf1762a9180963357103097d172cc</a:t>
            </a:r>
          </a:p>
          <a:p xmlns:a="http://schemas.openxmlformats.org/drawingml/2006/main">
            <a:r>
              <a:t>sues200,sues200_uav_300m_to_satellite,2,visual,4000,15,0,0.9333333333333333,1,null,null,0,0.4567344088554383,9ed2f51f15e95d86a8b1b19b92bdfafbe954e6ca69c281ff55a8fd5cdcac0fd0,033b6eaea71b3084ca043902f6ba03b6487bf1762a9180963357103097d172cc</a:t>
            </a:r>
          </a:p>
          <a:p xmlns:a="http://schemas.openxmlformats.org/drawingml/2006/main">
            <a:r>
              <a:t>sues200,sues200_uav_300m_to_satellite,2,full,4000,1,3354,0,0.06666666666666667,0.35688729874776387,0.025826475692420896,0.27759450013190506,0.3538763246871531,9ed2f51f15e95d86a8b1b19b92bdfafbe954e6ca69c281ff55a8fd5cdcac0fd0,033b6eaea71b3084ca043902f6ba03b6487bf1762a9180963357103097d172cc</a:t>
            </a:r>
          </a:p>
          <a:p xmlns:a="http://schemas.openxmlformats.org/drawingml/2006/main">
            <a:r>
              <a:t>sues200,sues200_uav_300m_to_satellite,2,full,4000,2,615,0.06666666666666667,0.13333333333333333,0.5707317073170731,0.08889419765976386,0.0740825171098113,0.3538763246871531,9ed2f51f15e95d86a8b1b19b92bdfafbe954e6ca69c281ff55a8fd5cdcac0fd0,033b6eaea71b3084ca043902f6ba03b6487bf1762a9180963357103097d172cc</a:t>
            </a:r>
          </a:p>
          <a:p xmlns:a="http://schemas.openxmlformats.org/drawingml/2006/main">
            <a:r>
              <a:t>sues200,sues200_uav_300m_to_satellite,2,full,4000,3,30,0.13333333333333333,0.2,0.43333333333333335,0.14697818607091903,0.0021476636044681073,0.3538763246871531,9ed2f51f15e95d86a8b1b19b92bdfafbe954e6ca69c281ff55a8fd5cdcac0fd0,033b6eaea71b3084ca043902f6ba03b6487bf1762a9180963357103097d172cc</a:t>
            </a:r>
          </a:p>
          <a:p xmlns:a="http://schemas.openxmlformats.org/drawingml/2006/main">
            <a:r>
              <a:t>sues200,sues200_uav_300m_to_satellite,2,full,4000,4,1,0.2,0.26666666666666666,0,0.20657536387443542,0.00005164384096860886,0.3538763246871531,9ed2f51f15e95d86a8b1b19b92bdfafbe954e6ca69c281ff55a8fd5cdcac0fd0,033b6eaea71b3084ca043902f6ba03b6487bf1762a9180963357103097d172cc</a:t>
            </a:r>
          </a:p>
          <a:p xmlns:a="http://schemas.openxmlformats.org/drawingml/2006/main">
            <a:r>
              <a:t>sues200,sues200_uav_300m_to_satellite,2,full,4000,5,0,0.26666666666666666,0.3333333333333333,null,null,0,0.3538763246871531,9ed2f51f15e95d86a8b1b19b92bdfafbe954e6ca69c281ff55a8fd5cdcac0fd0,033b6eaea71b3084ca043902f6ba03b6487bf1762a9180963357103097d172cc</a:t>
            </a:r>
          </a:p>
          <a:p xmlns:a="http://schemas.openxmlformats.org/drawingml/2006/main">
            <a:r>
              <a:t>sues200,sues200_uav_300m_to_satellite,2,full,4000,6,0,0.3333333333333333,0.4,null,null,0,0.3538763246871531,9ed2f51f15e95d86a8b1b19b92bdfafbe954e6ca69c281ff55a8fd5cdcac0fd0,033b6eaea71b3084ca043902f6ba03b6487bf1762a9180963357103097d172cc</a:t>
            </a:r>
          </a:p>
          <a:p xmlns:a="http://schemas.openxmlformats.org/drawingml/2006/main">
            <a:r>
              <a:t>sues200,sues200_uav_300m_to_satellite,2,full,4000,7,0,0.4,0.4666666666666667,null,null,0,0.3538763246871531,9ed2f51f15e95d86a8b1b19b92bdfafbe954e6ca69c281ff55a8fd5cdcac0fd0,033b6eaea71b3084ca043902f6ba03b6487bf1762a9180963357103097d172cc</a:t>
            </a:r>
          </a:p>
          <a:p xmlns:a="http://schemas.openxmlformats.org/drawingml/2006/main">
            <a:r>
              <a:t>sues200,sues200_uav_300m_to_satellite,2,full,4000,8,0,0.4666666666666667,0.5333333333333333,null,null,0,0.3538763246871531,9ed2f51f15e95d86a8b1b19b92bdfafbe954e6ca69c281ff55a8fd5cdcac0fd0,033b6eaea71b3084ca043902f6ba03b6487bf1762a9180963357103097d172cc</a:t>
            </a:r>
          </a:p>
          <a:p xmlns:a="http://schemas.openxmlformats.org/drawingml/2006/main">
            <a:r>
              <a:t>sues200,sues200_uav_300m_to_satellite,2,full,4000,9,0,0.5333333333333333,0.6,null,null,0,0.3538763246871531,9ed2f51f15e95d86a8b1b19b92bdfafbe954e6ca69c281ff55a8fd5cdcac0fd0,033b6eaea71b3084ca043902f6ba03b6487bf1762a9180963357103097d172cc</a:t>
            </a:r>
          </a:p>
          <a:p xmlns:a="http://schemas.openxmlformats.org/drawingml/2006/main">
            <a:r>
              <a:t>sues200,sues200_uav_300m_to_satellite,2,full,4000,10,0,0.6,0.6666666666666666,null,null,0,0.3538763246871531,9ed2f51f15e95d86a8b1b19b92bdfafbe954e6ca69c281ff55a8fd5cdcac0fd0,033b6eaea71b3084ca043902f6ba03b6487bf1762a9180963357103097d172cc</a:t>
            </a:r>
          </a:p>
          <a:p xmlns:a="http://schemas.openxmlformats.org/drawingml/2006/main">
            <a:r>
              <a:t>sues200,sues200_uav_300m_to_satellite,2,full,4000,11,0,0.6666666666666666,0.7333333333333333,null,null,0,0.3538763246871531,9ed2f51f15e95d86a8b1b19b92bdfafbe954e6ca69c281ff55a8fd5cdcac0fd0,033b6eaea71b3084ca043902f6ba03b6487bf1762a9180963357103097d172cc</a:t>
            </a:r>
          </a:p>
          <a:p xmlns:a="http://schemas.openxmlformats.org/drawingml/2006/main">
            <a:r>
              <a:t>sues200,sues200_uav_300m_to_satellite,2,full,4000,12,0,0.7333333333333333,0.8,null,null,0,0.3538763246871531,9ed2f51f15e95d86a8b1b19b92bdfafbe954e6ca69c281ff55a8fd5cdcac0fd0,033b6eaea71b3084ca043902f6ba03b6487bf1762a9180963357103097d172cc</a:t>
            </a:r>
          </a:p>
          <a:p xmlns:a="http://schemas.openxmlformats.org/drawingml/2006/main">
            <a:r>
              <a:t>sues200,sues200_uav_300m_to_satellite,2,full,4000,13,0,0.8,0.8666666666666667,null,null,0,0.3538763246871531,9ed2f51f15e95d86a8b1b19b92bdfafbe954e6ca69c281ff55a8fd5cdcac0fd0,033b6eaea71b3084ca043902f6ba03b6487bf1762a9180963357103097d172cc</a:t>
            </a:r>
          </a:p>
          <a:p xmlns:a="http://schemas.openxmlformats.org/drawingml/2006/main">
            <a:r>
              <a:t>sues200,sues200_uav_300m_to_satellite,2,full,4000,14,0,0.8666666666666667,0.9333333333333333,null,null,0,0.3538763246871531,9ed2f51f15e95d86a8b1b19b92bdfafbe954e6ca69c281ff55a8fd5cdcac0fd0,033b6eaea71b3084ca043902f6ba03b6487bf1762a9180963357103097d172cc</a:t>
            </a:r>
          </a:p>
          <a:p xmlns:a="http://schemas.openxmlformats.org/drawingml/2006/main">
            <a:r>
              <a:t>sues200,sues200_uav_300m_to_satellite,2,full,4000,15,0,0.9333333333333333,1,null,null,0,0.3538763246871531,9ed2f51f15e95d86a8b1b19b92bdfafbe954e6ca69c281ff55a8fd5cdcac0fd0,033b6eaea71b3084ca043902f6ba03b6487bf1762a9180963357103097d172cc</a:t>
            </a:r>
          </a:p>
          <a:p xmlns:a="http://schemas.openxmlformats.org/drawingml/2006/main">
            <a:r>
              <a:t>sues200,sues200_uav_300m_to_satellite,3,visual,4000,1,3207,0,0.06666666666666667,0.42687870283754287,0.025163877696161296,0.32207486105710265,0.46212687440589073,9ed2f51f15e95d86a8b1b19b92bdfafbe954e6ca69c281ff55a8fd5cdcac0fd0,033b6eaea71b3084ca043902f6ba03b6487bf1762a9180963357103097d172cc</a:t>
            </a:r>
          </a:p>
          <a:p xmlns:a="http://schemas.openxmlformats.org/drawingml/2006/main">
            <a:r>
              <a:t>sues200,sues200_uav_300m_to_satellite,3,visual,4000,2,772,0.06666666666666667,0.13333333333333333,0.7927461139896373,0.09042075050541157,0.13554879515245558,0.46212687440589073,9ed2f51f15e95d86a8b1b19b92bdfafbe954e6ca69c281ff55a8fd5cdcac0fd0,033b6eaea71b3084ca043902f6ba03b6487bf1762a9180963357103097d172cc</a:t>
            </a:r>
          </a:p>
          <a:p xmlns:a="http://schemas.openxmlformats.org/drawingml/2006/main">
            <a:r>
              <a:t>sues200,sues200_uav_300m_to_satellite,3,visual,4000,3,21,0.13333333333333333,0.2,1,0.14224415307953245,0.004503218196332455,0.46212687440589073,9ed2f51f15e95d86a8b1b19b92bdfafbe954e6ca69c281ff55a8fd5cdcac0fd0,033b6eaea71b3084ca043902f6ba03b6487bf1762a9180963357103097d172cc</a:t>
            </a:r>
          </a:p>
          <a:p xmlns:a="http://schemas.openxmlformats.org/drawingml/2006/main">
            <a:r>
              <a:t>sues200,sues200_uav_300m_to_satellite,3,visual,4000,4,0,0.2,0.26666666666666666,null,null,0,0.46212687440589073,9ed2f51f15e95d86a8b1b19b92bdfafbe954e6ca69c281ff55a8fd5cdcac0fd0,033b6eaea71b3084ca043902f6ba03b6487bf1762a9180963357103097d172cc</a:t>
            </a:r>
          </a:p>
          <a:p xmlns:a="http://schemas.openxmlformats.org/drawingml/2006/main">
            <a:r>
              <a:t>sues200,sues200_uav_300m_to_satellite,3,visual,4000,5,0,0.26666666666666666,0.3333333333333333,null,null,0,0.46212687440589073,9ed2f51f15e95d86a8b1b19b92bdfafbe954e6ca69c281ff55a8fd5cdcac0fd0,033b6eaea71b3084ca043902f6ba03b6487bf1762a9180963357103097d172cc</a:t>
            </a:r>
          </a:p>
          <a:p xmlns:a="http://schemas.openxmlformats.org/drawingml/2006/main">
            <a:r>
              <a:t>sues200,sues200_uav_300m_to_satellite,3,visual,4000,6,0,0.3333333333333333,0.4,null,null,0,0.46212687440589073,9ed2f51f15e95d86a8b1b19b92bdfafbe954e6ca69c281ff55a8fd5cdcac0fd0,033b6eaea71b3084ca043902f6ba03b6487bf1762a9180963357103097d172cc</a:t>
            </a:r>
          </a:p>
          <a:p xmlns:a="http://schemas.openxmlformats.org/drawingml/2006/main">
            <a:r>
              <a:t>sues200,sues200_uav_300m_to_satellite,3,visual,4000,7,0,0.4,0.4666666666666667,null,null,0,0.46212687440589073,9ed2f51f15e95d86a8b1b19b92bdfafbe954e6ca69c281ff55a8fd5cdcac0fd0,033b6eaea71b3084ca043902f6ba03b6487bf1762a9180963357103097d172cc</a:t>
            </a:r>
          </a:p>
          <a:p xmlns:a="http://schemas.openxmlformats.org/drawingml/2006/main">
            <a:r>
              <a:t>sues200,sues200_uav_300m_to_satellite,3,visual,4000,8,0,0.4666666666666667,0.5333333333333333,null,null,0,0.46212687440589073,9ed2f51f15e95d86a8b1b19b92bdfafbe954e6ca69c281ff55a8fd5cdcac0fd0,033b6eaea71b3084ca043902f6ba03b6487bf1762a9180963357103097d172cc</a:t>
            </a:r>
          </a:p>
          <a:p xmlns:a="http://schemas.openxmlformats.org/drawingml/2006/main">
            <a:r>
              <a:t>sues200,sues200_uav_300m_to_satellite,3,visual,4000,9,0,0.5333333333333333,0.6,null,null,0,0.46212687440589073,9ed2f51f15e95d86a8b1b19b92bdfafbe954e6ca69c281ff55a8fd5cdcac0fd0,033b6eaea71b3084ca043902f6ba03b6487bf1762a9180963357103097d172cc</a:t>
            </a:r>
          </a:p>
          <a:p xmlns:a="http://schemas.openxmlformats.org/drawingml/2006/main">
            <a:r>
              <a:t>sues200,sues200_uav_300m_to_satellite,3,visual,4000,10,0,0.6,0.6666666666666666,null,null,0,0.46212687440589073,9ed2f51f15e95d86a8b1b19b92bdfafbe954e6ca69c281ff55a8fd5cdcac0fd0,033b6eaea71b3084ca043902f6ba03b6487bf1762a9180963357103097d172cc</a:t>
            </a:r>
          </a:p>
          <a:p xmlns:a="http://schemas.openxmlformats.org/drawingml/2006/main">
            <a:r>
              <a:t>sues200,sues200_uav_300m_to_satellite,3,visual,4000,11,0,0.6666666666666666,0.7333333333333333,null,null,0,0.46212687440589073,9ed2f51f15e95d86a8b1b19b92bdfafbe954e6ca69c281ff55a8fd5cdcac0fd0,033b6eaea71b3084ca043902f6ba03b6487bf1762a9180963357103097d172cc</a:t>
            </a:r>
          </a:p>
          <a:p xmlns:a="http://schemas.openxmlformats.org/drawingml/2006/main">
            <a:r>
              <a:t>sues200,sues200_uav_300m_to_satellite,3,visual,4000,12,0,0.7333333333333333,0.8,null,null,0,0.46212687440589073,9ed2f51f15e95d86a8b1b19b92bdfafbe954e6ca69c281ff55a8fd5cdcac0fd0,033b6eaea71b3084ca043902f6ba03b6487bf1762a9180963357103097d172cc</a:t>
            </a:r>
          </a:p>
          <a:p xmlns:a="http://schemas.openxmlformats.org/drawingml/2006/main">
            <a:r>
              <a:t>sues200,sues200_uav_300m_to_satellite,3,visual,4000,13,0,0.8,0.8666666666666667,null,null,0,0.46212687440589073,9ed2f51f15e95d86a8b1b19b92bdfafbe954e6ca69c281ff55a8fd5cdcac0fd0,033b6eaea71b3084ca043902f6ba03b6487bf1762a9180963357103097d172cc</a:t>
            </a:r>
          </a:p>
          <a:p xmlns:a="http://schemas.openxmlformats.org/drawingml/2006/main">
            <a:r>
              <a:t>sues200,sues200_uav_300m_to_satellite,3,visual,4000,14,0,0.8666666666666667,0.9333333333333333,null,null,0,0.46212687440589073,9ed2f51f15e95d86a8b1b19b92bdfafbe954e6ca69c281ff55a8fd5cdcac0fd0,033b6eaea71b3084ca043902f6ba03b6487bf1762a9180963357103097d172cc</a:t>
            </a:r>
          </a:p>
          <a:p xmlns:a="http://schemas.openxmlformats.org/drawingml/2006/main">
            <a:r>
              <a:t>sues200,sues200_uav_300m_to_satellite,3,visual,4000,15,0,0.9333333333333333,1,null,null,0,0.46212687440589073,9ed2f51f15e95d86a8b1b19b92bdfafbe954e6ca69c281ff55a8fd5cdcac0fd0,033b6eaea71b3084ca043902f6ba03b6487bf1762a9180963357103097d172cc</a:t>
            </a:r>
          </a:p>
          <a:p xmlns:a="http://schemas.openxmlformats.org/drawingml/2006/main">
            <a:r>
              <a:t>sues200,sues200_uav_300m_to_satellite,3,full,4000,1,3229,0,0.06666666666666667,0.30783524310932175,0.024309313668300952,0.22887630654126404,0.3370201065987348,9ed2f51f15e95d86a8b1b19b92bdfafbe954e6ca69c281ff55a8fd5cdcac0fd0,033b6eaea71b3084ca043902f6ba03b6487bf1762a9180963357103097d172cc</a:t>
            </a:r>
          </a:p>
          <a:p xmlns:a="http://schemas.openxmlformats.org/drawingml/2006/main">
            <a:r>
              <a:t>sues200,sues200_uav_300m_to_satellite,3,full,4000,2,720,0.06666666666666667,0.13333333333333333,0.6791666666666667,0.09177073587973912,0.10573126754164695,0.3370201065987348,9ed2f51f15e95d86a8b1b19b92bdfafbe954e6ca69c281ff55a8fd5cdcac0fd0,033b6eaea71b3084ca043902f6ba03b6487bf1762a9180963357103097d172cc</a:t>
            </a:r>
          </a:p>
          <a:p xmlns:a="http://schemas.openxmlformats.org/drawingml/2006/main">
            <a:r>
              <a:t>sues200,sues200_uav_300m_to_satellite,3,full,4000,3,50,0.13333333333333333,0.2,0.34,0.15119459390640258,0.002360067576169968,0.3370201065987348,9ed2f51f15e95d86a8b1b19b92bdfafbe954e6ca69c281ff55a8fd5cdcac0fd0,033b6eaea71b3084ca043902f6ba03b6487bf1762a9180963357103097d172cc</a:t>
            </a:r>
          </a:p>
          <a:p xmlns:a="http://schemas.openxmlformats.org/drawingml/2006/main">
            <a:r>
              <a:t>sues200,sues200_uav_300m_to_satellite,3,full,4000,4,1,0.2,0.26666666666666666,0,0.20985975861549377,0.000052464939653873446,0.3370201065987348,9ed2f51f15e95d86a8b1b19b92bdfafbe954e6ca69c281ff55a8fd5cdcac0fd0,033b6eaea71b3084ca043902f6ba03b6487bf1762a9180963357103097d172cc</a:t>
            </a:r>
          </a:p>
          <a:p xmlns:a="http://schemas.openxmlformats.org/drawingml/2006/main">
            <a:r>
              <a:t>sues200,sues200_uav_300m_to_satellite,3,full,4000,5,0,0.26666666666666666,0.3333333333333333,null,null,0,0.3370201065987348,9ed2f51f15e95d86a8b1b19b92bdfafbe954e6ca69c281ff55a8fd5cdcac0fd0,033b6eaea71b3084ca043902f6ba03b6487bf1762a9180963357103097d172cc</a:t>
            </a:r>
          </a:p>
          <a:p xmlns:a="http://schemas.openxmlformats.org/drawingml/2006/main">
            <a:r>
              <a:t>sues200,sues200_uav_300m_to_satellite,3,full,4000,6,0,0.3333333333333333,0.4,null,null,0,0.3370201065987348,9ed2f51f15e95d86a8b1b19b92bdfafbe954e6ca69c281ff55a8fd5cdcac0fd0,033b6eaea71b3084ca043902f6ba03b6487bf1762a9180963357103097d172cc</a:t>
            </a:r>
          </a:p>
          <a:p xmlns:a="http://schemas.openxmlformats.org/drawingml/2006/main">
            <a:r>
              <a:t>sues200,sues200_uav_300m_to_satellite,3,full,4000,7,0,0.4,0.4666666666666667,null,null,0,0.3370201065987348,9ed2f51f15e95d86a8b1b19b92bdfafbe954e6ca69c281ff55a8fd5cdcac0fd0,033b6eaea71b3084ca043902f6ba03b6487bf1762a9180963357103097d172cc</a:t>
            </a:r>
          </a:p>
          <a:p xmlns:a="http://schemas.openxmlformats.org/drawingml/2006/main">
            <a:r>
              <a:t>sues200,sues200_uav_300m_to_satellite,3,full,4000,8,0,0.4666666666666667,0.5333333333333333,null,null,0,0.3370201065987348,9ed2f51f15e95d86a8b1b19b92bdfafbe954e6ca69c281ff55a8fd5cdcac0fd0,033b6eaea71b3084ca043902f6ba03b6487bf1762a9180963357103097d172cc</a:t>
            </a:r>
          </a:p>
          <a:p xmlns:a="http://schemas.openxmlformats.org/drawingml/2006/main">
            <a:r>
              <a:t>sues200,sues200_uav_300m_to_satellite,3,full,4000,9,0,0.5333333333333333,0.6,null,null,0,0.3370201065987348,9ed2f51f15e95d86a8b1b19b92bdfafbe954e6ca69c281ff55a8fd5cdcac0fd0,033b6eaea71b3084ca043902f6ba03b6487bf1762a9180963357103097d172cc</a:t>
            </a:r>
          </a:p>
          <a:p xmlns:a="http://schemas.openxmlformats.org/drawingml/2006/main">
            <a:r>
              <a:t>sues200,sues200_uav_300m_to_satellite,3,full,4000,10,0,0.6,0.6666666666666666,null,null,0,0.3370201065987348,9ed2f51f15e95d86a8b1b19b92bdfafbe954e6ca69c281ff55a8fd5cdcac0fd0,033b6eaea71b3084ca043902f6ba03b6487bf1762a9180963357103097d172cc</a:t>
            </a:r>
          </a:p>
          <a:p xmlns:a="http://schemas.openxmlformats.org/drawingml/2006/main">
            <a:r>
              <a:t>sues200,sues200_uav_300m_to_satellite,3,full,4000,11,0,0.6666666666666666,0.7333333333333333,null,null,0,0.3370201065987348,9ed2f51f15e95d86a8b1b19b92bdfafbe954e6ca69c281ff55a8fd5cdcac0fd0,033b6eaea71b3084ca043902f6ba03b6487bf1762a9180963357103097d172cc</a:t>
            </a:r>
          </a:p>
          <a:p xmlns:a="http://schemas.openxmlformats.org/drawingml/2006/main">
            <a:r>
              <a:t>sues200,sues200_uav_300m_to_satellite,3,full,4000,12,0,0.7333333333333333,0.8,null,null,0,0.3370201065987348,9ed2f51f15e95d86a8b1b19b92bdfafbe954e6ca69c281ff55a8fd5cdcac0fd0,033b6eaea71b3084ca043902f6ba03b6487bf1762a9180963357103097d172cc</a:t>
            </a:r>
          </a:p>
          <a:p xmlns:a="http://schemas.openxmlformats.org/drawingml/2006/main">
            <a:r>
              <a:t>sues200,sues200_uav_300m_to_satellite,3,full,4000,13,0,0.8,0.8666666666666667,null,null,0,0.3370201065987348,9ed2f51f15e95d86a8b1b19b92bdfafbe954e6ca69c281ff55a8fd5cdcac0fd0,033b6eaea71b3084ca043902f6ba03b6487bf1762a9180963357103097d172cc</a:t>
            </a:r>
          </a:p>
          <a:p xmlns:a="http://schemas.openxmlformats.org/drawingml/2006/main">
            <a:r>
              <a:t>sues200,sues200_uav_300m_to_satellite,3,full,4000,14,0,0.8666666666666667,0.9333333333333333,null,null,0,0.3370201065987348,9ed2f51f15e95d86a8b1b19b92bdfafbe954e6ca69c281ff55a8fd5cdcac0fd0,033b6eaea71b3084ca043902f6ba03b6487bf1762a9180963357103097d172cc</a:t>
            </a:r>
          </a:p>
          <a:p xmlns:a="http://schemas.openxmlformats.org/drawingml/2006/main">
            <a:r>
              <a:t>sues200,sues200_uav_300m_to_satellite,3,full,4000,15,0,0.9333333333333333,1,null,null,0,0.3370201065987348,9ed2f51f15e95d86a8b1b19b92bdfafbe954e6ca69c281ff55a8fd5cdcac0fd0,033b6eaea71b3084ca043902f6ba03b6487bf1762a9180963357103097d172cc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300 m. Fixed margin-score reliability diagnostic for seeds1,2,3 in separate panels. The score is clip((cosine Top-1 minus Top-2 margin)/2,0,1), a fixed transformation, not a posterior probability, trained/fitted calibration model or an independently established model confidence. Each occupied bin is plotted at its stored mean fixed normalized margin score (x) and stored empirical R@1 (y), both fractions on0–1 axes. Blue outlined circles denote Visual and orange outlined squares Full; true coordinates are unchanged, without jitter. Markers are not connected. The gray y=x line is a numerical equality reference only, not a claim of ideal or demonstrated calibration. The frozen15-bin assignment is min(int(15×score),14), i.e. left-closed/right-open equal-width bins, with the final bin including1. Saved boundary floats are preserved in tables; the figure does not reassign queries from displayed bounds or claim that no clipping occurred. Visual and Full each use their own score to assign queries to bins, so equal bin numbers do not imply shared bin members, even though the full official query set is shared. All15 original bin populations for each variant are displayed, including N=0. Empty bins retain null mean score and accuracy; they have no point and are never represented as accuracy0 or filled across gaps. The sum of displayed counts equals the saved task query N, but bin assignments/accuracy/gaps/ECE are not recomputed. Stored ECE is a fraction displayed to four decimals, not multiplied by100 or interpreted as accuracy. A lower fixed-score ECE does not imply higher retrieval accuracy and cannot alone establish improved probability calibration: both empirical accuracy and the margin-score side can change with the variant. No better-calibrated-method conclusion is drawn. The original ECE, weighted_absolute_gap and full-precision occupied values are in CSV/notes. Bin populations include small counts and imply no uncertainty estimate or minimum-size guarantee. No pooled seed/task/direction/height statistics, SD, CI, bootstrap interval, p-value or significance claims are shown. This package presents990 saved bins (140 occupied and850 empty) across66 native records and33 panels; it excludes native selective-risk curves and132 paired selection comparisons from the plotted scope. These are official clean-query outputs, not corruption comparisons. Upstream query-array validation is inherited; this build reads no NPZ, weights, cache or image and performs no scientific execution, model/full-ranking/all-positive-rank AP or ECE recomputation. All inherited checkpoint/cache/image SHA authority and historical metadata-chain gaps remain unchanged.</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All90 saved bins for this task. Literal null means undefined empty-bin mean/accuracy, not zero:</a:t>
            </a:r>
          </a:p>
          <a:p xmlns:a="http://schemas.openxmlformats.org/drawingml/2006/main">
            <a:r>
              <a:t>dataset,task,seed,variant,queries,bin,count,lower_inclusive,upper_inclusive_only_for_last_bin,accuracy,mean_fixed_normalized_margin_confidence,weighted_absolute_gap,ECE,query_membership_sha256,source_json_sha256</a:t>
            </a:r>
          </a:p>
          <a:p xmlns:a="http://schemas.openxmlformats.org/drawingml/2006/main">
            <a:r>
              <a:t>sues200,sues200_satellite_to_uav_300m,1,visual,80,1,80,0,0.06666666666666667,0.7,0.006040604412555694,0.6939593955874442,0.6939593955874442,a0024554fabfdcd03efe8d46da3c80414baa16d26cf6a40d05e521ce55eeaddc,033b6eaea71b3084ca043902f6ba03b6487bf1762a9180963357103097d172cc</a:t>
            </a:r>
          </a:p>
          <a:p xmlns:a="http://schemas.openxmlformats.org/drawingml/2006/main">
            <a:r>
              <a:t>sues200,sues200_satellite_to_uav_300m,1,visual,80,2,0,0.06666666666666667,0.13333333333333333,null,null,0,0.6939593955874442,a0024554fabfdcd03efe8d46da3c80414baa16d26cf6a40d05e521ce55eeaddc,033b6eaea71b3084ca043902f6ba03b6487bf1762a9180963357103097d172cc</a:t>
            </a:r>
          </a:p>
          <a:p xmlns:a="http://schemas.openxmlformats.org/drawingml/2006/main">
            <a:r>
              <a:t>sues200,sues200_satellite_to_uav_300m,1,visual,80,3,0,0.13333333333333333,0.2,null,null,0,0.6939593955874442,a0024554fabfdcd03efe8d46da3c80414baa16d26cf6a40d05e521ce55eeaddc,033b6eaea71b3084ca043902f6ba03b6487bf1762a9180963357103097d172cc</a:t>
            </a:r>
          </a:p>
          <a:p xmlns:a="http://schemas.openxmlformats.org/drawingml/2006/main">
            <a:r>
              <a:t>sues200,sues200_satellite_to_uav_300m,1,visual,80,4,0,0.2,0.26666666666666666,null,null,0,0.6939593955874442,a0024554fabfdcd03efe8d46da3c80414baa16d26cf6a40d05e521ce55eeaddc,033b6eaea71b3084ca043902f6ba03b6487bf1762a9180963357103097d172cc</a:t>
            </a:r>
          </a:p>
          <a:p xmlns:a="http://schemas.openxmlformats.org/drawingml/2006/main">
            <a:r>
              <a:t>sues200,sues200_satellite_to_uav_300m,1,visual,80,5,0,0.26666666666666666,0.3333333333333333,null,null,0,0.6939593955874442,a0024554fabfdcd03efe8d46da3c80414baa16d26cf6a40d05e521ce55eeaddc,033b6eaea71b3084ca043902f6ba03b6487bf1762a9180963357103097d172cc</a:t>
            </a:r>
          </a:p>
          <a:p xmlns:a="http://schemas.openxmlformats.org/drawingml/2006/main">
            <a:r>
              <a:t>sues200,sues200_satellite_to_uav_300m,1,visual,80,6,0,0.3333333333333333,0.4,null,null,0,0.6939593955874442,a0024554fabfdcd03efe8d46da3c80414baa16d26cf6a40d05e521ce55eeaddc,033b6eaea71b3084ca043902f6ba03b6487bf1762a9180963357103097d172cc</a:t>
            </a:r>
          </a:p>
          <a:p xmlns:a="http://schemas.openxmlformats.org/drawingml/2006/main">
            <a:r>
              <a:t>sues200,sues200_satellite_to_uav_300m,1,visual,80,7,0,0.4,0.4666666666666667,null,null,0,0.6939593955874442,a0024554fabfdcd03efe8d46da3c80414baa16d26cf6a40d05e521ce55eeaddc,033b6eaea71b3084ca043902f6ba03b6487bf1762a9180963357103097d172cc</a:t>
            </a:r>
          </a:p>
          <a:p xmlns:a="http://schemas.openxmlformats.org/drawingml/2006/main">
            <a:r>
              <a:t>sues200,sues200_satellite_to_uav_300m,1,visual,80,8,0,0.4666666666666667,0.5333333333333333,null,null,0,0.6939593955874442,a0024554fabfdcd03efe8d46da3c80414baa16d26cf6a40d05e521ce55eeaddc,033b6eaea71b3084ca043902f6ba03b6487bf1762a9180963357103097d172cc</a:t>
            </a:r>
          </a:p>
          <a:p xmlns:a="http://schemas.openxmlformats.org/drawingml/2006/main">
            <a:r>
              <a:t>sues200,sues200_satellite_to_uav_300m,1,visual,80,9,0,0.5333333333333333,0.6,null,null,0,0.6939593955874442,a0024554fabfdcd03efe8d46da3c80414baa16d26cf6a40d05e521ce55eeaddc,033b6eaea71b3084ca043902f6ba03b6487bf1762a9180963357103097d172cc</a:t>
            </a:r>
          </a:p>
          <a:p xmlns:a="http://schemas.openxmlformats.org/drawingml/2006/main">
            <a:r>
              <a:t>sues200,sues200_satellite_to_uav_300m,1,visual,80,10,0,0.6,0.6666666666666666,null,null,0,0.6939593955874442,a0024554fabfdcd03efe8d46da3c80414baa16d26cf6a40d05e521ce55eeaddc,033b6eaea71b3084ca043902f6ba03b6487bf1762a9180963357103097d172cc</a:t>
            </a:r>
          </a:p>
          <a:p xmlns:a="http://schemas.openxmlformats.org/drawingml/2006/main">
            <a:r>
              <a:t>sues200,sues200_satellite_to_uav_300m,1,visual,80,11,0,0.6666666666666666,0.7333333333333333,null,null,0,0.6939593955874442,a0024554fabfdcd03efe8d46da3c80414baa16d26cf6a40d05e521ce55eeaddc,033b6eaea71b3084ca043902f6ba03b6487bf1762a9180963357103097d172cc</a:t>
            </a:r>
          </a:p>
          <a:p xmlns:a="http://schemas.openxmlformats.org/drawingml/2006/main">
            <a:r>
              <a:t>sues200,sues200_satellite_to_uav_300m,1,visual,80,12,0,0.7333333333333333,0.8,null,null,0,0.6939593955874442,a0024554fabfdcd03efe8d46da3c80414baa16d26cf6a40d05e521ce55eeaddc,033b6eaea71b3084ca043902f6ba03b6487bf1762a9180963357103097d172cc</a:t>
            </a:r>
          </a:p>
          <a:p xmlns:a="http://schemas.openxmlformats.org/drawingml/2006/main">
            <a:r>
              <a:t>sues200,sues200_satellite_to_uav_300m,1,visual,80,13,0,0.8,0.8666666666666667,null,null,0,0.6939593955874442,a0024554fabfdcd03efe8d46da3c80414baa16d26cf6a40d05e521ce55eeaddc,033b6eaea71b3084ca043902f6ba03b6487bf1762a9180963357103097d172cc</a:t>
            </a:r>
          </a:p>
          <a:p xmlns:a="http://schemas.openxmlformats.org/drawingml/2006/main">
            <a:r>
              <a:t>sues200,sues200_satellite_to_uav_300m,1,visual,80,14,0,0.8666666666666667,0.9333333333333333,null,null,0,0.6939593955874442,a0024554fabfdcd03efe8d46da3c80414baa16d26cf6a40d05e521ce55eeaddc,033b6eaea71b3084ca043902f6ba03b6487bf1762a9180963357103097d172cc</a:t>
            </a:r>
          </a:p>
          <a:p xmlns:a="http://schemas.openxmlformats.org/drawingml/2006/main">
            <a:r>
              <a:t>sues200,sues200_satellite_to_uav_300m,1,visual,80,15,0,0.9333333333333333,1,null,null,0,0.6939593955874442,a0024554fabfdcd03efe8d46da3c80414baa16d26cf6a40d05e521ce55eeaddc,033b6eaea71b3084ca043902f6ba03b6487bf1762a9180963357103097d172cc</a:t>
            </a:r>
          </a:p>
          <a:p xmlns:a="http://schemas.openxmlformats.org/drawingml/2006/main">
            <a:r>
              <a:t>sues200,sues200_satellite_to_uav_300m,1,full,80,1,80,0,0.06666666666666667,0.6,0.0058855172246694565,0.5941144827753305,0.5941144827753305,a0024554fabfdcd03efe8d46da3c80414baa16d26cf6a40d05e521ce55eeaddc,033b6eaea71b3084ca043902f6ba03b6487bf1762a9180963357103097d172cc</a:t>
            </a:r>
          </a:p>
          <a:p xmlns:a="http://schemas.openxmlformats.org/drawingml/2006/main">
            <a:r>
              <a:t>sues200,sues200_satellite_to_uav_300m,1,full,80,2,0,0.06666666666666667,0.13333333333333333,null,null,0,0.5941144827753305,a0024554fabfdcd03efe8d46da3c80414baa16d26cf6a40d05e521ce55eeaddc,033b6eaea71b3084ca043902f6ba03b6487bf1762a9180963357103097d172cc</a:t>
            </a:r>
          </a:p>
          <a:p xmlns:a="http://schemas.openxmlformats.org/drawingml/2006/main">
            <a:r>
              <a:t>sues200,sues200_satellite_to_uav_300m,1,full,80,3,0,0.13333333333333333,0.2,null,null,0,0.5941144827753305,a0024554fabfdcd03efe8d46da3c80414baa16d26cf6a40d05e521ce55eeaddc,033b6eaea71b3084ca043902f6ba03b6487bf1762a9180963357103097d172cc</a:t>
            </a:r>
          </a:p>
          <a:p xmlns:a="http://schemas.openxmlformats.org/drawingml/2006/main">
            <a:r>
              <a:t>sues200,sues200_satellite_to_uav_300m,1,full,80,4,0,0.2,0.26666666666666666,null,null,0,0.5941144827753305,a0024554fabfdcd03efe8d46da3c80414baa16d26cf6a40d05e521ce55eeaddc,033b6eaea71b3084ca043902f6ba03b6487bf1762a9180963357103097d172cc</a:t>
            </a:r>
          </a:p>
          <a:p xmlns:a="http://schemas.openxmlformats.org/drawingml/2006/main">
            <a:r>
              <a:t>sues200,sues200_satellite_to_uav_300m,1,full,80,5,0,0.26666666666666666,0.3333333333333333,null,null,0,0.5941144827753305,a0024554fabfdcd03efe8d46da3c80414baa16d26cf6a40d05e521ce55eeaddc,033b6eaea71b3084ca043902f6ba03b6487bf1762a9180963357103097d172cc</a:t>
            </a:r>
          </a:p>
          <a:p xmlns:a="http://schemas.openxmlformats.org/drawingml/2006/main">
            <a:r>
              <a:t>sues200,sues200_satellite_to_uav_300m,1,full,80,6,0,0.3333333333333333,0.4,null,null,0,0.5941144827753305,a0024554fabfdcd03efe8d46da3c80414baa16d26cf6a40d05e521ce55eeaddc,033b6eaea71b3084ca043902f6ba03b6487bf1762a9180963357103097d172cc</a:t>
            </a:r>
          </a:p>
          <a:p xmlns:a="http://schemas.openxmlformats.org/drawingml/2006/main">
            <a:r>
              <a:t>sues200,sues200_satellite_to_uav_300m,1,full,80,7,0,0.4,0.4666666666666667,null,null,0,0.5941144827753305,a0024554fabfdcd03efe8d46da3c80414baa16d26cf6a40d05e521ce55eeaddc,033b6eaea71b3084ca043902f6ba03b6487bf1762a9180963357103097d172cc</a:t>
            </a:r>
          </a:p>
          <a:p xmlns:a="http://schemas.openxmlformats.org/drawingml/2006/main">
            <a:r>
              <a:t>sues200,sues200_satellite_to_uav_300m,1,full,80,8,0,0.4666666666666667,0.5333333333333333,null,null,0,0.5941144827753305,a0024554fabfdcd03efe8d46da3c80414baa16d26cf6a40d05e521ce55eeaddc,033b6eaea71b3084ca043902f6ba03b6487bf1762a9180963357103097d172cc</a:t>
            </a:r>
          </a:p>
          <a:p xmlns:a="http://schemas.openxmlformats.org/drawingml/2006/main">
            <a:r>
              <a:t>sues200,sues200_satellite_to_uav_300m,1,full,80,9,0,0.5333333333333333,0.6,null,null,0,0.5941144827753305,a0024554fabfdcd03efe8d46da3c80414baa16d26cf6a40d05e521ce55eeaddc,033b6eaea71b3084ca043902f6ba03b6487bf1762a9180963357103097d172cc</a:t>
            </a:r>
          </a:p>
          <a:p xmlns:a="http://schemas.openxmlformats.org/drawingml/2006/main">
            <a:r>
              <a:t>sues200,sues200_satellite_to_uav_300m,1,full,80,10,0,0.6,0.6666666666666666,null,null,0,0.5941144827753305,a0024554fabfdcd03efe8d46da3c80414baa16d26cf6a40d05e521ce55eeaddc,033b6eaea71b3084ca043902f6ba03b6487bf1762a9180963357103097d172cc</a:t>
            </a:r>
          </a:p>
          <a:p xmlns:a="http://schemas.openxmlformats.org/drawingml/2006/main">
            <a:r>
              <a:t>sues200,sues200_satellite_to_uav_300m,1,full,80,11,0,0.6666666666666666,0.7333333333333333,null,null,0,0.5941144827753305,a0024554fabfdcd03efe8d46da3c80414baa16d26cf6a40d05e521ce55eeaddc,033b6eaea71b3084ca043902f6ba03b6487bf1762a9180963357103097d172cc</a:t>
            </a:r>
          </a:p>
          <a:p xmlns:a="http://schemas.openxmlformats.org/drawingml/2006/main">
            <a:r>
              <a:t>sues200,sues200_satellite_to_uav_300m,1,full,80,12,0,0.7333333333333333,0.8,null,null,0,0.5941144827753305,a0024554fabfdcd03efe8d46da3c80414baa16d26cf6a40d05e521ce55eeaddc,033b6eaea71b3084ca043902f6ba03b6487bf1762a9180963357103097d172cc</a:t>
            </a:r>
          </a:p>
          <a:p xmlns:a="http://schemas.openxmlformats.org/drawingml/2006/main">
            <a:r>
              <a:t>sues200,sues200_satellite_to_uav_300m,1,full,80,13,0,0.8,0.8666666666666667,null,null,0,0.5941144827753305,a0024554fabfdcd03efe8d46da3c80414baa16d26cf6a40d05e521ce55eeaddc,033b6eaea71b3084ca043902f6ba03b6487bf1762a9180963357103097d172cc</a:t>
            </a:r>
          </a:p>
          <a:p xmlns:a="http://schemas.openxmlformats.org/drawingml/2006/main">
            <a:r>
              <a:t>sues200,sues200_satellite_to_uav_300m,1,full,80,14,0,0.8666666666666667,0.9333333333333333,null,null,0,0.5941144827753305,a0024554fabfdcd03efe8d46da3c80414baa16d26cf6a40d05e521ce55eeaddc,033b6eaea71b3084ca043902f6ba03b6487bf1762a9180963357103097d172cc</a:t>
            </a:r>
          </a:p>
          <a:p xmlns:a="http://schemas.openxmlformats.org/drawingml/2006/main">
            <a:r>
              <a:t>sues200,sues200_satellite_to_uav_300m,1,full,80,15,0,0.9333333333333333,1,null,null,0,0.5941144827753305,a0024554fabfdcd03efe8d46da3c80414baa16d26cf6a40d05e521ce55eeaddc,033b6eaea71b3084ca043902f6ba03b6487bf1762a9180963357103097d172cc</a:t>
            </a:r>
          </a:p>
          <a:p xmlns:a="http://schemas.openxmlformats.org/drawingml/2006/main">
            <a:r>
              <a:t>sues200,sues200_satellite_to_uav_300m,2,visual,80,1,80,0,0.06666666666666667,0.7375,0.005863212421536446,0.7316367875784636,0.7316367875784636,a0024554fabfdcd03efe8d46da3c80414baa16d26cf6a40d05e521ce55eeaddc,033b6eaea71b3084ca043902f6ba03b6487bf1762a9180963357103097d172cc</a:t>
            </a:r>
          </a:p>
          <a:p xmlns:a="http://schemas.openxmlformats.org/drawingml/2006/main">
            <a:r>
              <a:t>sues200,sues200_satellite_to_uav_300m,2,visual,80,2,0,0.06666666666666667,0.13333333333333333,null,null,0,0.7316367875784636,a0024554fabfdcd03efe8d46da3c80414baa16d26cf6a40d05e521ce55eeaddc,033b6eaea71b3084ca043902f6ba03b6487bf1762a9180963357103097d172cc</a:t>
            </a:r>
          </a:p>
          <a:p xmlns:a="http://schemas.openxmlformats.org/drawingml/2006/main">
            <a:r>
              <a:t>sues200,sues200_satellite_to_uav_300m,2,visual,80,3,0,0.13333333333333333,0.2,null,null,0,0.7316367875784636,a0024554fabfdcd03efe8d46da3c80414baa16d26cf6a40d05e521ce55eeaddc,033b6eaea71b3084ca043902f6ba03b6487bf1762a9180963357103097d172cc</a:t>
            </a:r>
          </a:p>
          <a:p xmlns:a="http://schemas.openxmlformats.org/drawingml/2006/main">
            <a:r>
              <a:t>sues200,sues200_satellite_to_uav_300m,2,visual,80,4,0,0.2,0.26666666666666666,null,null,0,0.7316367875784636,a0024554fabfdcd03efe8d46da3c80414baa16d26cf6a40d05e521ce55eeaddc,033b6eaea71b3084ca043902f6ba03b6487bf1762a9180963357103097d172cc</a:t>
            </a:r>
          </a:p>
          <a:p xmlns:a="http://schemas.openxmlformats.org/drawingml/2006/main">
            <a:r>
              <a:t>sues200,sues200_satellite_to_uav_300m,2,visual,80,5,0,0.26666666666666666,0.3333333333333333,null,null,0,0.7316367875784636,a0024554fabfdcd03efe8d46da3c80414baa16d26cf6a40d05e521ce55eeaddc,033b6eaea71b3084ca043902f6ba03b6487bf1762a9180963357103097d172cc</a:t>
            </a:r>
          </a:p>
          <a:p xmlns:a="http://schemas.openxmlformats.org/drawingml/2006/main">
            <a:r>
              <a:t>sues200,sues200_satellite_to_uav_300m,2,visual,80,6,0,0.3333333333333333,0.4,null,null,0,0.7316367875784636,a0024554fabfdcd03efe8d46da3c80414baa16d26cf6a40d05e521ce55eeaddc,033b6eaea71b3084ca043902f6ba03b6487bf1762a9180963357103097d172cc</a:t>
            </a:r>
          </a:p>
          <a:p xmlns:a="http://schemas.openxmlformats.org/drawingml/2006/main">
            <a:r>
              <a:t>sues200,sues200_satellite_to_uav_300m,2,visual,80,7,0,0.4,0.4666666666666667,null,null,0,0.7316367875784636,a0024554fabfdcd03efe8d46da3c80414baa16d26cf6a40d05e521ce55eeaddc,033b6eaea71b3084ca043902f6ba03b6487bf1762a9180963357103097d172cc</a:t>
            </a:r>
          </a:p>
          <a:p xmlns:a="http://schemas.openxmlformats.org/drawingml/2006/main">
            <a:r>
              <a:t>sues200,sues200_satellite_to_uav_300m,2,visual,80,8,0,0.4666666666666667,0.5333333333333333,null,null,0,0.7316367875784636,a0024554fabfdcd03efe8d46da3c80414baa16d26cf6a40d05e521ce55eeaddc,033b6eaea71b3084ca043902f6ba03b6487bf1762a9180963357103097d172cc</a:t>
            </a:r>
          </a:p>
          <a:p xmlns:a="http://schemas.openxmlformats.org/drawingml/2006/main">
            <a:r>
              <a:t>sues200,sues200_satellite_to_uav_300m,2,visual,80,9,0,0.5333333333333333,0.6,null,null,0,0.7316367875784636,a0024554fabfdcd03efe8d46da3c80414baa16d26cf6a40d05e521ce55eeaddc,033b6eaea71b3084ca043902f6ba03b6487bf1762a9180963357103097d172cc</a:t>
            </a:r>
          </a:p>
          <a:p xmlns:a="http://schemas.openxmlformats.org/drawingml/2006/main">
            <a:r>
              <a:t>sues200,sues200_satellite_to_uav_300m,2,visual,80,10,0,0.6,0.6666666666666666,null,null,0,0.7316367875784636,a0024554fabfdcd03efe8d46da3c80414baa16d26cf6a40d05e521ce55eeaddc,033b6eaea71b3084ca043902f6ba03b6487bf1762a9180963357103097d172cc</a:t>
            </a:r>
          </a:p>
          <a:p xmlns:a="http://schemas.openxmlformats.org/drawingml/2006/main">
            <a:r>
              <a:t>sues200,sues200_satellite_to_uav_300m,2,visual,80,11,0,0.6666666666666666,0.7333333333333333,null,null,0,0.7316367875784636,a0024554fabfdcd03efe8d46da3c80414baa16d26cf6a40d05e521ce55eeaddc,033b6eaea71b3084ca043902f6ba03b6487bf1762a9180963357103097d172cc</a:t>
            </a:r>
          </a:p>
          <a:p xmlns:a="http://schemas.openxmlformats.org/drawingml/2006/main">
            <a:r>
              <a:t>sues200,sues200_satellite_to_uav_300m,2,visual,80,12,0,0.7333333333333333,0.8,null,null,0,0.7316367875784636,a0024554fabfdcd03efe8d46da3c80414baa16d26cf6a40d05e521ce55eeaddc,033b6eaea71b3084ca043902f6ba03b6487bf1762a9180963357103097d172cc</a:t>
            </a:r>
          </a:p>
          <a:p xmlns:a="http://schemas.openxmlformats.org/drawingml/2006/main">
            <a:r>
              <a:t>sues200,sues200_satellite_to_uav_300m,2,visual,80,13,0,0.8,0.8666666666666667,null,null,0,0.7316367875784636,a0024554fabfdcd03efe8d46da3c80414baa16d26cf6a40d05e521ce55eeaddc,033b6eaea71b3084ca043902f6ba03b6487bf1762a9180963357103097d172cc</a:t>
            </a:r>
          </a:p>
          <a:p xmlns:a="http://schemas.openxmlformats.org/drawingml/2006/main">
            <a:r>
              <a:t>sues200,sues200_satellite_to_uav_300m,2,visual,80,14,0,0.8666666666666667,0.9333333333333333,null,null,0,0.7316367875784636,a0024554fabfdcd03efe8d46da3c80414baa16d26cf6a40d05e521ce55eeaddc,033b6eaea71b3084ca043902f6ba03b6487bf1762a9180963357103097d172cc</a:t>
            </a:r>
          </a:p>
          <a:p xmlns:a="http://schemas.openxmlformats.org/drawingml/2006/main">
            <a:r>
              <a:t>sues200,sues200_satellite_to_uav_300m,2,visual,80,15,0,0.9333333333333333,1,null,null,0,0.7316367875784636,a0024554fabfdcd03efe8d46da3c80414baa16d26cf6a40d05e521ce55eeaddc,033b6eaea71b3084ca043902f6ba03b6487bf1762a9180963357103097d172cc</a:t>
            </a:r>
          </a:p>
          <a:p xmlns:a="http://schemas.openxmlformats.org/drawingml/2006/main">
            <a:r>
              <a:t>sues200,sues200_satellite_to_uav_300m,2,full,80,1,80,0,0.06666666666666667,0.575,0.004979433119297027,0.5700205668807029,0.5700205668807029,a0024554fabfdcd03efe8d46da3c80414baa16d26cf6a40d05e521ce55eeaddc,033b6eaea71b3084ca043902f6ba03b6487bf1762a9180963357103097d172cc</a:t>
            </a:r>
          </a:p>
          <a:p xmlns:a="http://schemas.openxmlformats.org/drawingml/2006/main">
            <a:r>
              <a:t>sues200,sues200_satellite_to_uav_300m,2,full,80,2,0,0.06666666666666667,0.13333333333333333,null,null,0,0.5700205668807029,a0024554fabfdcd03efe8d46da3c80414baa16d26cf6a40d05e521ce55eeaddc,033b6eaea71b3084ca043902f6ba03b6487bf1762a9180963357103097d172cc</a:t>
            </a:r>
          </a:p>
          <a:p xmlns:a="http://schemas.openxmlformats.org/drawingml/2006/main">
            <a:r>
              <a:t>sues200,sues200_satellite_to_uav_300m,2,full,80,3,0,0.13333333333333333,0.2,null,null,0,0.5700205668807029,a0024554fabfdcd03efe8d46da3c80414baa16d26cf6a40d05e521ce55eeaddc,033b6eaea71b3084ca043902f6ba03b6487bf1762a9180963357103097d172cc</a:t>
            </a:r>
          </a:p>
          <a:p xmlns:a="http://schemas.openxmlformats.org/drawingml/2006/main">
            <a:r>
              <a:t>sues200,sues200_satellite_to_uav_300m,2,full,80,4,0,0.2,0.26666666666666666,null,null,0,0.5700205668807029,a0024554fabfdcd03efe8d46da3c80414baa16d26cf6a40d05e521ce55eeaddc,033b6eaea71b3084ca043902f6ba03b6487bf1762a9180963357103097d172cc</a:t>
            </a:r>
          </a:p>
          <a:p xmlns:a="http://schemas.openxmlformats.org/drawingml/2006/main">
            <a:r>
              <a:t>sues200,sues200_satellite_to_uav_300m,2,full,80,5,0,0.26666666666666666,0.3333333333333333,null,null,0,0.5700205668807029,a0024554fabfdcd03efe8d46da3c80414baa16d26cf6a40d05e521ce55eeaddc,033b6eaea71b3084ca043902f6ba03b6487bf1762a9180963357103097d172cc</a:t>
            </a:r>
          </a:p>
          <a:p xmlns:a="http://schemas.openxmlformats.org/drawingml/2006/main">
            <a:r>
              <a:t>sues200,sues200_satellite_to_uav_300m,2,full,80,6,0,0.3333333333333333,0.4,null,null,0,0.5700205668807029,a0024554fabfdcd03efe8d46da3c80414baa16d26cf6a40d05e521ce55eeaddc,033b6eaea71b3084ca043902f6ba03b6487bf1762a9180963357103097d172cc</a:t>
            </a:r>
          </a:p>
          <a:p xmlns:a="http://schemas.openxmlformats.org/drawingml/2006/main">
            <a:r>
              <a:t>sues200,sues200_satellite_to_uav_300m,2,full,80,7,0,0.4,0.4666666666666667,null,null,0,0.5700205668807029,a0024554fabfdcd03efe8d46da3c80414baa16d26cf6a40d05e521ce55eeaddc,033b6eaea71b3084ca043902f6ba03b6487bf1762a9180963357103097d172cc</a:t>
            </a:r>
          </a:p>
          <a:p xmlns:a="http://schemas.openxmlformats.org/drawingml/2006/main">
            <a:r>
              <a:t>sues200,sues200_satellite_to_uav_300m,2,full,80,8,0,0.4666666666666667,0.5333333333333333,null,null,0,0.5700205668807029,a0024554fabfdcd03efe8d46da3c80414baa16d26cf6a40d05e521ce55eeaddc,033b6eaea71b3084ca043902f6ba03b6487bf1762a9180963357103097d172cc</a:t>
            </a:r>
          </a:p>
          <a:p xmlns:a="http://schemas.openxmlformats.org/drawingml/2006/main">
            <a:r>
              <a:t>sues200,sues200_satellite_to_uav_300m,2,full,80,9,0,0.5333333333333333,0.6,null,null,0,0.5700205668807029,a0024554fabfdcd03efe8d46da3c80414baa16d26cf6a40d05e521ce55eeaddc,033b6eaea71b3084ca043902f6ba03b6487bf1762a9180963357103097d172cc</a:t>
            </a:r>
          </a:p>
          <a:p xmlns:a="http://schemas.openxmlformats.org/drawingml/2006/main">
            <a:r>
              <a:t>sues200,sues200_satellite_to_uav_300m,2,full,80,10,0,0.6,0.6666666666666666,null,null,0,0.5700205668807029,a0024554fabfdcd03efe8d46da3c80414baa16d26cf6a40d05e521ce55eeaddc,033b6eaea71b3084ca043902f6ba03b6487bf1762a9180963357103097d172cc</a:t>
            </a:r>
          </a:p>
          <a:p xmlns:a="http://schemas.openxmlformats.org/drawingml/2006/main">
            <a:r>
              <a:t>sues200,sues200_satellite_to_uav_300m,2,full,80,11,0,0.6666666666666666,0.7333333333333333,null,null,0,0.5700205668807029,a0024554fabfdcd03efe8d46da3c80414baa16d26cf6a40d05e521ce55eeaddc,033b6eaea71b3084ca043902f6ba03b6487bf1762a9180963357103097d172cc</a:t>
            </a:r>
          </a:p>
          <a:p xmlns:a="http://schemas.openxmlformats.org/drawingml/2006/main">
            <a:r>
              <a:t>sues200,sues200_satellite_to_uav_300m,2,full,80,12,0,0.7333333333333333,0.8,null,null,0,0.5700205668807029,a0024554fabfdcd03efe8d46da3c80414baa16d26cf6a40d05e521ce55eeaddc,033b6eaea71b3084ca043902f6ba03b6487bf1762a9180963357103097d172cc</a:t>
            </a:r>
          </a:p>
          <a:p xmlns:a="http://schemas.openxmlformats.org/drawingml/2006/main">
            <a:r>
              <a:t>sues200,sues200_satellite_to_uav_300m,2,full,80,13,0,0.8,0.8666666666666667,null,null,0,0.5700205668807029,a0024554fabfdcd03efe8d46da3c80414baa16d26cf6a40d05e521ce55eeaddc,033b6eaea71b3084ca043902f6ba03b6487bf1762a9180963357103097d172cc</a:t>
            </a:r>
          </a:p>
          <a:p xmlns:a="http://schemas.openxmlformats.org/drawingml/2006/main">
            <a:r>
              <a:t>sues200,sues200_satellite_to_uav_300m,2,full,80,14,0,0.8666666666666667,0.9333333333333333,null,null,0,0.5700205668807029,a0024554fabfdcd03efe8d46da3c80414baa16d26cf6a40d05e521ce55eeaddc,033b6eaea71b3084ca043902f6ba03b6487bf1762a9180963357103097d172cc</a:t>
            </a:r>
          </a:p>
          <a:p xmlns:a="http://schemas.openxmlformats.org/drawingml/2006/main">
            <a:r>
              <a:t>sues200,sues200_satellite_to_uav_300m,2,full,80,15,0,0.9333333333333333,1,null,null,0,0.5700205668807029,a0024554fabfdcd03efe8d46da3c80414baa16d26cf6a40d05e521ce55eeaddc,033b6eaea71b3084ca043902f6ba03b6487bf1762a9180963357103097d172cc</a:t>
            </a:r>
          </a:p>
          <a:p xmlns:a="http://schemas.openxmlformats.org/drawingml/2006/main">
            <a:r>
              <a:t>sues200,sues200_satellite_to_uav_300m,3,visual,80,1,80,0,0.06666666666666667,0.775,0.006108301505446434,0.7688916984945536,0.7688916984945536,a0024554fabfdcd03efe8d46da3c80414baa16d26cf6a40d05e521ce55eeaddc,033b6eaea71b3084ca043902f6ba03b6487bf1762a9180963357103097d172cc</a:t>
            </a:r>
          </a:p>
          <a:p xmlns:a="http://schemas.openxmlformats.org/drawingml/2006/main">
            <a:r>
              <a:t>sues200,sues200_satellite_to_uav_300m,3,visual,80,2,0,0.06666666666666667,0.13333333333333333,null,null,0,0.7688916984945536,a0024554fabfdcd03efe8d46da3c80414baa16d26cf6a40d05e521ce55eeaddc,033b6eaea71b3084ca043902f6ba03b6487bf1762a9180963357103097d172cc</a:t>
            </a:r>
          </a:p>
          <a:p xmlns:a="http://schemas.openxmlformats.org/drawingml/2006/main">
            <a:r>
              <a:t>sues200,sues200_satellite_to_uav_300m,3,visual,80,3,0,0.13333333333333333,0.2,null,null,0,0.7688916984945536,a0024554fabfdcd03efe8d46da3c80414baa16d26cf6a40d05e521ce55eeaddc,033b6eaea71b3084ca043902f6ba03b6487bf1762a9180963357103097d172cc</a:t>
            </a:r>
          </a:p>
          <a:p xmlns:a="http://schemas.openxmlformats.org/drawingml/2006/main">
            <a:r>
              <a:t>sues200,sues200_satellite_to_uav_300m,3,visual,80,4,0,0.2,0.26666666666666666,null,null,0,0.7688916984945536,a0024554fabfdcd03efe8d46da3c80414baa16d26cf6a40d05e521ce55eeaddc,033b6eaea71b3084ca043902f6ba03b6487bf1762a9180963357103097d172cc</a:t>
            </a:r>
          </a:p>
          <a:p xmlns:a="http://schemas.openxmlformats.org/drawingml/2006/main">
            <a:r>
              <a:t>sues200,sues200_satellite_to_uav_300m,3,visual,80,5,0,0.26666666666666666,0.3333333333333333,null,null,0,0.7688916984945536,a0024554fabfdcd03efe8d46da3c80414baa16d26cf6a40d05e521ce55eeaddc,033b6eaea71b3084ca043902f6ba03b6487bf1762a9180963357103097d172cc</a:t>
            </a:r>
          </a:p>
          <a:p xmlns:a="http://schemas.openxmlformats.org/drawingml/2006/main">
            <a:r>
              <a:t>sues200,sues200_satellite_to_uav_300m,3,visual,80,6,0,0.3333333333333333,0.4,null,null,0,0.7688916984945536,a0024554fabfdcd03efe8d46da3c80414baa16d26cf6a40d05e521ce55eeaddc,033b6eaea71b3084ca043902f6ba03b6487bf1762a9180963357103097d172cc</a:t>
            </a:r>
          </a:p>
          <a:p xmlns:a="http://schemas.openxmlformats.org/drawingml/2006/main">
            <a:r>
              <a:t>sues200,sues200_satellite_to_uav_300m,3,visual,80,7,0,0.4,0.4666666666666667,null,null,0,0.7688916984945536,a0024554fabfdcd03efe8d46da3c80414baa16d26cf6a40d05e521ce55eeaddc,033b6eaea71b3084ca043902f6ba03b6487bf1762a9180963357103097d172cc</a:t>
            </a:r>
          </a:p>
          <a:p xmlns:a="http://schemas.openxmlformats.org/drawingml/2006/main">
            <a:r>
              <a:t>sues200,sues200_satellite_to_uav_300m,3,visual,80,8,0,0.4666666666666667,0.5333333333333333,null,null,0,0.7688916984945536,a0024554fabfdcd03efe8d46da3c80414baa16d26cf6a40d05e521ce55eeaddc,033b6eaea71b3084ca043902f6ba03b6487bf1762a9180963357103097d172cc</a:t>
            </a:r>
          </a:p>
          <a:p xmlns:a="http://schemas.openxmlformats.org/drawingml/2006/main">
            <a:r>
              <a:t>sues200,sues200_satellite_to_uav_300m,3,visual,80,9,0,0.5333333333333333,0.6,null,null,0,0.7688916984945536,a0024554fabfdcd03efe8d46da3c80414baa16d26cf6a40d05e521ce55eeaddc,033b6eaea71b3084ca043902f6ba03b6487bf1762a9180963357103097d172cc</a:t>
            </a:r>
          </a:p>
          <a:p xmlns:a="http://schemas.openxmlformats.org/drawingml/2006/main">
            <a:r>
              <a:t>sues200,sues200_satellite_to_uav_300m,3,visual,80,10,0,0.6,0.6666666666666666,null,null,0,0.7688916984945536,a0024554fabfdcd03efe8d46da3c80414baa16d26cf6a40d05e521ce55eeaddc,033b6eaea71b3084ca043902f6ba03b6487bf1762a9180963357103097d172cc</a:t>
            </a:r>
          </a:p>
          <a:p xmlns:a="http://schemas.openxmlformats.org/drawingml/2006/main">
            <a:r>
              <a:t>sues200,sues200_satellite_to_uav_300m,3,visual,80,11,0,0.6666666666666666,0.7333333333333333,null,null,0,0.7688916984945536,a0024554fabfdcd03efe8d46da3c80414baa16d26cf6a40d05e521ce55eeaddc,033b6eaea71b3084ca043902f6ba03b6487bf1762a9180963357103097d172cc</a:t>
            </a:r>
          </a:p>
          <a:p xmlns:a="http://schemas.openxmlformats.org/drawingml/2006/main">
            <a:r>
              <a:t>sues200,sues200_satellite_to_uav_300m,3,visual,80,12,0,0.7333333333333333,0.8,null,null,0,0.7688916984945536,a0024554fabfdcd03efe8d46da3c80414baa16d26cf6a40d05e521ce55eeaddc,033b6eaea71b3084ca043902f6ba03b6487bf1762a9180963357103097d172cc</a:t>
            </a:r>
          </a:p>
          <a:p xmlns:a="http://schemas.openxmlformats.org/drawingml/2006/main">
            <a:r>
              <a:t>sues200,sues200_satellite_to_uav_300m,3,visual,80,13,0,0.8,0.8666666666666667,null,null,0,0.7688916984945536,a0024554fabfdcd03efe8d46da3c80414baa16d26cf6a40d05e521ce55eeaddc,033b6eaea71b3084ca043902f6ba03b6487bf1762a9180963357103097d172cc</a:t>
            </a:r>
          </a:p>
          <a:p xmlns:a="http://schemas.openxmlformats.org/drawingml/2006/main">
            <a:r>
              <a:t>sues200,sues200_satellite_to_uav_300m,3,visual,80,14,0,0.8666666666666667,0.9333333333333333,null,null,0,0.7688916984945536,a0024554fabfdcd03efe8d46da3c80414baa16d26cf6a40d05e521ce55eeaddc,033b6eaea71b3084ca043902f6ba03b6487bf1762a9180963357103097d172cc</a:t>
            </a:r>
          </a:p>
          <a:p xmlns:a="http://schemas.openxmlformats.org/drawingml/2006/main">
            <a:r>
              <a:t>sues200,sues200_satellite_to_uav_300m,3,visual,80,15,0,0.9333333333333333,1,null,null,0,0.7688916984945536,a0024554fabfdcd03efe8d46da3c80414baa16d26cf6a40d05e521ce55eeaddc,033b6eaea71b3084ca043902f6ba03b6487bf1762a9180963357103097d172cc</a:t>
            </a:r>
          </a:p>
          <a:p xmlns:a="http://schemas.openxmlformats.org/drawingml/2006/main">
            <a:r>
              <a:t>sues200,sues200_satellite_to_uav_300m,3,full,80,1,80,0,0.06666666666666667,0.575,0.005339517816901207,0.5696604821830987,0.5696604821830987,a0024554fabfdcd03efe8d46da3c80414baa16d26cf6a40d05e521ce55eeaddc,033b6eaea71b3084ca043902f6ba03b6487bf1762a9180963357103097d172cc</a:t>
            </a:r>
          </a:p>
          <a:p xmlns:a="http://schemas.openxmlformats.org/drawingml/2006/main">
            <a:r>
              <a:t>sues200,sues200_satellite_to_uav_300m,3,full,80,2,0,0.06666666666666667,0.13333333333333333,null,null,0,0.5696604821830987,a0024554fabfdcd03efe8d46da3c80414baa16d26cf6a40d05e521ce55eeaddc,033b6eaea71b3084ca043902f6ba03b6487bf1762a9180963357103097d172cc</a:t>
            </a:r>
          </a:p>
          <a:p xmlns:a="http://schemas.openxmlformats.org/drawingml/2006/main">
            <a:r>
              <a:t>sues200,sues200_satellite_to_uav_300m,3,full,80,3,0,0.13333333333333333,0.2,null,null,0,0.5696604821830987,a0024554fabfdcd03efe8d46da3c80414baa16d26cf6a40d05e521ce55eeaddc,033b6eaea71b3084ca043902f6ba03b6487bf1762a9180963357103097d172cc</a:t>
            </a:r>
          </a:p>
          <a:p xmlns:a="http://schemas.openxmlformats.org/drawingml/2006/main">
            <a:r>
              <a:t>sues200,sues200_satellite_to_uav_300m,3,full,80,4,0,0.2,0.26666666666666666,null,null,0,0.5696604821830987,a0024554fabfdcd03efe8d46da3c80414baa16d26cf6a40d05e521ce55eeaddc,033b6eaea71b3084ca043902f6ba03b6487bf1762a9180963357103097d172cc</a:t>
            </a:r>
          </a:p>
          <a:p xmlns:a="http://schemas.openxmlformats.org/drawingml/2006/main">
            <a:r>
              <a:t>sues200,sues200_satellite_to_uav_300m,3,full,80,5,0,0.26666666666666666,0.3333333333333333,null,null,0,0.5696604821830987,a0024554fabfdcd03efe8d46da3c80414baa16d26cf6a40d05e521ce55eeaddc,033b6eaea71b3084ca043902f6ba03b6487bf1762a9180963357103097d172cc</a:t>
            </a:r>
          </a:p>
          <a:p xmlns:a="http://schemas.openxmlformats.org/drawingml/2006/main">
            <a:r>
              <a:t>sues200,sues200_satellite_to_uav_300m,3,full,80,6,0,0.3333333333333333,0.4,null,null,0,0.5696604821830987,a0024554fabfdcd03efe8d46da3c80414baa16d26cf6a40d05e521ce55eeaddc,033b6eaea71b3084ca043902f6ba03b6487bf1762a9180963357103097d172cc</a:t>
            </a:r>
          </a:p>
          <a:p xmlns:a="http://schemas.openxmlformats.org/drawingml/2006/main">
            <a:r>
              <a:t>sues200,sues200_satellite_to_uav_300m,3,full,80,7,0,0.4,0.4666666666666667,null,null,0,0.5696604821830987,a0024554fabfdcd03efe8d46da3c80414baa16d26cf6a40d05e521ce55eeaddc,033b6eaea71b3084ca043902f6ba03b6487bf1762a9180963357103097d172cc</a:t>
            </a:r>
          </a:p>
          <a:p xmlns:a="http://schemas.openxmlformats.org/drawingml/2006/main">
            <a:r>
              <a:t>sues200,sues200_satellite_to_uav_300m,3,full,80,8,0,0.4666666666666667,0.5333333333333333,null,null,0,0.5696604821830987,a0024554fabfdcd03efe8d46da3c80414baa16d26cf6a40d05e521ce55eeaddc,033b6eaea71b3084ca043902f6ba03b6487bf1762a9180963357103097d172cc</a:t>
            </a:r>
          </a:p>
          <a:p xmlns:a="http://schemas.openxmlformats.org/drawingml/2006/main">
            <a:r>
              <a:t>sues200,sues200_satellite_to_uav_300m,3,full,80,9,0,0.5333333333333333,0.6,null,null,0,0.5696604821830987,a0024554fabfdcd03efe8d46da3c80414baa16d26cf6a40d05e521ce55eeaddc,033b6eaea71b3084ca043902f6ba03b6487bf1762a9180963357103097d172cc</a:t>
            </a:r>
          </a:p>
          <a:p xmlns:a="http://schemas.openxmlformats.org/drawingml/2006/main">
            <a:r>
              <a:t>sues200,sues200_satellite_to_uav_300m,3,full,80,10,0,0.6,0.6666666666666666,null,null,0,0.5696604821830987,a0024554fabfdcd03efe8d46da3c80414baa16d26cf6a40d05e521ce55eeaddc,033b6eaea71b3084ca043902f6ba03b6487bf1762a9180963357103097d172cc</a:t>
            </a:r>
          </a:p>
          <a:p xmlns:a="http://schemas.openxmlformats.org/drawingml/2006/main">
            <a:r>
              <a:t>sues200,sues200_satellite_to_uav_300m,3,full,80,11,0,0.6666666666666666,0.7333333333333333,null,null,0,0.5696604821830987,a0024554fabfdcd03efe8d46da3c80414baa16d26cf6a40d05e521ce55eeaddc,033b6eaea71b3084ca043902f6ba03b6487bf1762a9180963357103097d172cc</a:t>
            </a:r>
          </a:p>
          <a:p xmlns:a="http://schemas.openxmlformats.org/drawingml/2006/main">
            <a:r>
              <a:t>sues200,sues200_satellite_to_uav_300m,3,full,80,12,0,0.7333333333333333,0.8,null,null,0,0.5696604821830987,a0024554fabfdcd03efe8d46da3c80414baa16d26cf6a40d05e521ce55eeaddc,033b6eaea71b3084ca043902f6ba03b6487bf1762a9180963357103097d172cc</a:t>
            </a:r>
          </a:p>
          <a:p xmlns:a="http://schemas.openxmlformats.org/drawingml/2006/main">
            <a:r>
              <a:t>sues200,sues200_satellite_to_uav_300m,3,full,80,13,0,0.8,0.8666666666666667,null,null,0,0.5696604821830987,a0024554fabfdcd03efe8d46da3c80414baa16d26cf6a40d05e521ce55eeaddc,033b6eaea71b3084ca043902f6ba03b6487bf1762a9180963357103097d172cc</a:t>
            </a:r>
          </a:p>
          <a:p xmlns:a="http://schemas.openxmlformats.org/drawingml/2006/main">
            <a:r>
              <a:t>sues200,sues200_satellite_to_uav_300m,3,full,80,14,0,0.8666666666666667,0.9333333333333333,null,null,0,0.5696604821830987,a0024554fabfdcd03efe8d46da3c80414baa16d26cf6a40d05e521ce55eeaddc,033b6eaea71b3084ca043902f6ba03b6487bf1762a9180963357103097d172cc</a:t>
            </a:r>
          </a:p>
          <a:p xmlns:a="http://schemas.openxmlformats.org/drawingml/2006/main">
            <a:r>
              <a:t>sues200,sues200_satellite_to_uav_300m,3,full,80,15,0,0.9333333333333333,1,null,null,0,0.5696604821830987,a0024554fabfdcd03efe8d46da3c80414baa16d26cf6a40d05e521ce55eeaddc,033b6eaea71b3084ca043902f6ba03b6487bf1762a9180963357103097d172cc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c76b7324a044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74cdba6cd745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f3c681854645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77f5f66aa24a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54fe4edd6047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21ee8b85b040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CA0739B-B36A-4909-9329-F6E4FF7C2F11}"/>
              </a:ext>
            </a:extLst>
          </p:cNvPr>
          <p:cNvSpPr>
            <a:spLocks xmlns:a="http://schemas.openxmlformats.org/drawingml/2006/main" noGrp="1"/>
          </p:cNvSpPr>
          <p:nvPr/>
        </p:nvSpPr>
        <p:spPr>
          <a:xfrm xmlns:a="http://schemas.openxmlformats.org/drawingml/2006/main">
            <a:off x="3110490" y="2471702"/>
            <a:ext cx="327420" cy="42616"/>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8C29E2C-4E3C-404A-8D10-1EF97F17E90F}"/>
              </a:ext>
            </a:extLst>
          </p:cNvPr>
          <p:cNvSpPr>
            <a:spLocks xmlns:a="http://schemas.openxmlformats.org/drawingml/2006/main" noGrp="1"/>
          </p:cNvSpPr>
          <p:nvPr>
            <p:ph type="title" idx="0"/>
          </p:nvPr>
        </p:nvSpPr>
        <p:spPr>
          <a:xfrm xmlns:a="http://schemas.openxmlformats.org/drawingml/2006/main">
            <a:off x="654840" y="2897858"/>
            <a:ext cx="5238720" cy="110800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0553CE7-F68A-4114-82B9-E2D21D6D8EF6}"/>
              </a:ext>
            </a:extLst>
          </p:cNvPr>
          <p:cNvSpPr>
            <a:spLocks xmlns:a="http://schemas.openxmlformats.org/drawingml/2006/main" noGrp="1"/>
          </p:cNvSpPr>
          <p:nvPr>
            <p:ph type="subTitle" idx="1"/>
          </p:nvPr>
        </p:nvSpPr>
        <p:spPr>
          <a:xfrm xmlns:a="http://schemas.openxmlformats.org/drawingml/2006/main">
            <a:off x="982260" y="4218940"/>
            <a:ext cx="4583880" cy="85231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E4DCCC5-1F7B-418A-B596-F9CD5370C30D}"/>
              </a:ext>
            </a:extLst>
          </p:cNvPr>
          <p:cNvSpPr>
            <a:spLocks xmlns:a="http://schemas.openxmlformats.org/drawingml/2006/main" noGrp="1"/>
          </p:cNvSpPr>
          <p:nvPr/>
        </p:nvSpPr>
        <p:spPr>
          <a:xfrm xmlns:a="http://schemas.openxmlformats.org/drawingml/2006/main">
            <a:off x="3110490" y="2770011"/>
            <a:ext cx="327420" cy="42616"/>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EEFDFC8-F23A-4D73-9505-E2D471EF441F}"/>
              </a:ext>
            </a:extLst>
          </p:cNvPr>
          <p:cNvSpPr>
            <a:spLocks xmlns:a="http://schemas.openxmlformats.org/drawingml/2006/main" noGrp="1"/>
          </p:cNvSpPr>
          <p:nvPr>
            <p:ph type="title" idx="0"/>
          </p:nvPr>
        </p:nvSpPr>
        <p:spPr>
          <a:xfrm xmlns:a="http://schemas.openxmlformats.org/drawingml/2006/main">
            <a:off x="654840" y="3196167"/>
            <a:ext cx="5238720" cy="12784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C4A7B2E-3AA2-43F2-BB06-D8BDABB8FCB9}"/>
              </a:ext>
            </a:extLst>
          </p:cNvPr>
          <p:cNvSpPr>
            <a:spLocks xmlns:a="http://schemas.openxmlformats.org/drawingml/2006/main" noGrp="1"/>
          </p:cNvSpPr>
          <p:nvPr/>
        </p:nvSpPr>
        <p:spPr>
          <a:xfrm xmlns:a="http://schemas.openxmlformats.org/drawingml/2006/main">
            <a:off x="368348" y="1704622"/>
            <a:ext cx="327420" cy="42616"/>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B04F2AB-D1B0-4D01-ACC4-E1D78EFE5AAC}"/>
              </a:ext>
            </a:extLst>
          </p:cNvPr>
          <p:cNvSpPr>
            <a:spLocks xmlns:a="http://schemas.openxmlformats.org/drawingml/2006/main" noGrp="1"/>
          </p:cNvSpPr>
          <p:nvPr>
            <p:ph type="title" idx="0"/>
          </p:nvPr>
        </p:nvSpPr>
        <p:spPr>
          <a:xfrm xmlns:a="http://schemas.openxmlformats.org/drawingml/2006/main">
            <a:off x="368348" y="596618"/>
            <a:ext cx="5811705" cy="937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AA8255C-0095-499D-9E06-F8E24E820599}"/>
              </a:ext>
            </a:extLst>
          </p:cNvPr>
          <p:cNvSpPr>
            <a:spLocks xmlns:a="http://schemas.openxmlformats.org/drawingml/2006/main" noGrp="1"/>
          </p:cNvSpPr>
          <p:nvPr>
            <p:ph type="body" idx="1"/>
          </p:nvPr>
        </p:nvSpPr>
        <p:spPr>
          <a:xfrm xmlns:a="http://schemas.openxmlformats.org/drawingml/2006/main">
            <a:off x="368348" y="2130778"/>
            <a:ext cx="5811705" cy="47729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9CAEA53F-E45E-4E02-9861-12BBD4489CAD}"/>
              </a:ext>
            </a:extLst>
          </p:cNvPr>
          <p:cNvSpPr>
            <a:spLocks xmlns:a="http://schemas.openxmlformats.org/drawingml/2006/main" noGrp="1"/>
          </p:cNvSpPr>
          <p:nvPr/>
        </p:nvSpPr>
        <p:spPr>
          <a:xfrm xmlns:a="http://schemas.openxmlformats.org/drawingml/2006/main">
            <a:off x="368348" y="1704622"/>
            <a:ext cx="327420" cy="42616"/>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52A6E2F-1F63-4EC1-A0E7-6A0B71B51790}"/>
              </a:ext>
            </a:extLst>
          </p:cNvPr>
          <p:cNvSpPr>
            <a:spLocks xmlns:a="http://schemas.openxmlformats.org/drawingml/2006/main" noGrp="1"/>
          </p:cNvSpPr>
          <p:nvPr>
            <p:ph type="title" idx="0"/>
          </p:nvPr>
        </p:nvSpPr>
        <p:spPr>
          <a:xfrm xmlns:a="http://schemas.openxmlformats.org/drawingml/2006/main">
            <a:off x="368348" y="596618"/>
            <a:ext cx="5811705" cy="937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F62A00D-8EF3-4CE4-807C-4544AAB61572}"/>
              </a:ext>
            </a:extLst>
          </p:cNvPr>
          <p:cNvSpPr>
            <a:spLocks xmlns:a="http://schemas.openxmlformats.org/drawingml/2006/main" noGrp="1"/>
          </p:cNvSpPr>
          <p:nvPr>
            <p:ph type="body" idx="1"/>
          </p:nvPr>
        </p:nvSpPr>
        <p:spPr>
          <a:xfrm xmlns:a="http://schemas.openxmlformats.org/drawingml/2006/main">
            <a:off x="368348" y="2130778"/>
            <a:ext cx="2701215" cy="47729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CAFC497-AFD9-4066-8C22-603A3908D7AB}"/>
              </a:ext>
            </a:extLst>
          </p:cNvPr>
          <p:cNvSpPr>
            <a:spLocks xmlns:a="http://schemas.openxmlformats.org/drawingml/2006/main" noGrp="1"/>
          </p:cNvSpPr>
          <p:nvPr>
            <p:ph type="body" idx="2"/>
          </p:nvPr>
        </p:nvSpPr>
        <p:spPr>
          <a:xfrm xmlns:a="http://schemas.openxmlformats.org/drawingml/2006/main">
            <a:off x="3478838" y="2130778"/>
            <a:ext cx="2701215" cy="47729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A7F4F4D-8B03-4C29-A292-18F8EDDA7F0C}"/>
              </a:ext>
            </a:extLst>
          </p:cNvPr>
          <p:cNvSpPr>
            <a:spLocks xmlns:a="http://schemas.openxmlformats.org/drawingml/2006/main" noGrp="1"/>
          </p:cNvSpPr>
          <p:nvPr/>
        </p:nvSpPr>
        <p:spPr>
          <a:xfrm xmlns:a="http://schemas.openxmlformats.org/drawingml/2006/main">
            <a:off x="368348" y="1704622"/>
            <a:ext cx="327420" cy="42616"/>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A38AA73-837B-4A9A-ACF0-3BB3F8AE59C1}"/>
              </a:ext>
            </a:extLst>
          </p:cNvPr>
          <p:cNvSpPr>
            <a:spLocks xmlns:a="http://schemas.openxmlformats.org/drawingml/2006/main" noGrp="1"/>
          </p:cNvSpPr>
          <p:nvPr>
            <p:ph type="title" idx="0"/>
          </p:nvPr>
        </p:nvSpPr>
        <p:spPr>
          <a:xfrm xmlns:a="http://schemas.openxmlformats.org/drawingml/2006/main">
            <a:off x="368348" y="596618"/>
            <a:ext cx="5811705" cy="9375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5F3585A-9B74-4EC0-8768-2C19FE4AC5F6}"/>
              </a:ext>
            </a:extLst>
          </p:cNvPr>
          <p:cNvSpPr>
            <a:spLocks xmlns:a="http://schemas.openxmlformats.org/drawingml/2006/main" noGrp="1"/>
          </p:cNvSpPr>
          <p:nvPr>
            <p:ph type="body" idx="1"/>
          </p:nvPr>
        </p:nvSpPr>
        <p:spPr>
          <a:xfrm xmlns:a="http://schemas.openxmlformats.org/drawingml/2006/main">
            <a:off x="368348" y="2130778"/>
            <a:ext cx="2701215" cy="477294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a00d0442574392" /><Relationship Type="http://schemas.openxmlformats.org/officeDocument/2006/relationships/slideLayout" Target="/ppt/slideLayouts/slideLayout1.xml" Id="Rc1b9f14921ef403d" /><Relationship Type="http://schemas.openxmlformats.org/officeDocument/2006/relationships/slideLayout" Target="/ppt/slideLayouts/slideLayout2.xml" Id="Rd7b6f77fcfc742ea" /><Relationship Type="http://schemas.openxmlformats.org/officeDocument/2006/relationships/slideLayout" Target="/ppt/slideLayouts/slideLayout3.xml" Id="Rbd6a8a412ac9494f" /><Relationship Type="http://schemas.openxmlformats.org/officeDocument/2006/relationships/slideLayout" Target="/ppt/slideLayouts/slideLayout4.xml" Id="R4c39e88d35a34df8" /><Relationship Type="http://schemas.openxmlformats.org/officeDocument/2006/relationships/slideLayout" Target="/ppt/slideLayouts/slideLayout5.xml" Id="Rff42d5811bb448a5" /><Relationship Type="http://schemas.openxmlformats.org/officeDocument/2006/relationships/slideLayout" Target="/ppt/slideLayouts/slideLayout6.xml" Id="R6e2f803c70a146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b9f14921ef403d"/>
    <p:sldLayoutId xmlns:r="http://schemas.openxmlformats.org/officeDocument/2006/relationships" id="2147483650" r:id="Rd7b6f77fcfc742ea"/>
    <p:sldLayoutId xmlns:r="http://schemas.openxmlformats.org/officeDocument/2006/relationships" id="2147483651" r:id="Rbd6a8a412ac9494f"/>
    <p:sldLayoutId xmlns:r="http://schemas.openxmlformats.org/officeDocument/2006/relationships" id="2147483652" r:id="R4c39e88d35a34df8"/>
    <p:sldLayoutId xmlns:r="http://schemas.openxmlformats.org/officeDocument/2006/relationships" id="2147483653" r:id="Rff42d5811bb448a5"/>
    <p:sldLayoutId xmlns:r="http://schemas.openxmlformats.org/officeDocument/2006/relationships" id="2147483654" r:id="R6e2f803c70a146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a872ab09b64fbe" /><Relationship Type="http://schemas.openxmlformats.org/officeDocument/2006/relationships/notesSlide" Target="/ppt/notesSlides/notesSlide1.xml" Id="R58665b3bb09344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c69fcbd3b344f8" /><Relationship Type="http://schemas.openxmlformats.org/officeDocument/2006/relationships/notesSlide" Target="/ppt/notesSlides/notesSlide2.xml" Id="R3d468ce6a95b47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885be7a82a414f" /><Relationship Type="http://schemas.openxmlformats.org/officeDocument/2006/relationships/notesSlide" Target="/ppt/notesSlides/notesSlide3.xml" Id="R38f180cb51e743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8d52ba38134715" /><Relationship Type="http://schemas.openxmlformats.org/officeDocument/2006/relationships/notesSlide" Target="/ppt/notesSlides/notesSlide4.xml" Id="R94cf1b6f9e0943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f0bc405b954354" /><Relationship Type="http://schemas.openxmlformats.org/officeDocument/2006/relationships/notesSlide" Target="/ppt/notesSlides/notesSlide5.xml" Id="Ra38dfad776df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f613d244e24bbc" /><Relationship Type="http://schemas.openxmlformats.org/officeDocument/2006/relationships/notesSlide" Target="/ppt/notesSlides/notesSlide6.xml" Id="R3ee108191c6d4e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93bdd534724234" /><Relationship Type="http://schemas.openxmlformats.org/officeDocument/2006/relationships/notesSlide" Target="/ppt/notesSlides/notesSlide7.xml" Id="Rd2531ef84afc45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f56e8011d246fb" /><Relationship Type="http://schemas.openxmlformats.org/officeDocument/2006/relationships/notesSlide" Target="/ppt/notesSlides/notesSlide8.xml" Id="R71589f8362814e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45185d6a04419c" /><Relationship Type="http://schemas.openxmlformats.org/officeDocument/2006/relationships/notesSlide" Target="/ppt/notesSlides/notesSlide9.xml" Id="R13d90ac28b9043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d8c056085e41fc" /><Relationship Type="http://schemas.openxmlformats.org/officeDocument/2006/relationships/notesSlide" Target="/ppt/notesSlides/notesSlide10.xml" Id="R0af1d76c7b5947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4d47bbf11d4c25" /><Relationship Type="http://schemas.openxmlformats.org/officeDocument/2006/relationships/notesSlide" Target="/ppt/notesSlides/notesSlide11.xml" Id="Ra7576a7301dd4d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3" name="university1652_drone_to_satellite/title">
            <a:extLst xmlns:a="http://schemas.openxmlformats.org/drawingml/2006/main">
              <a:ext uri="{FF2B5EF4-FFF2-40B4-BE49-F238E27FC236}">
                <a16:creationId xmlns:a16="http://schemas.microsoft.com/office/drawing/2014/main" id="{344BEECB-4AFE-4DEB-A669-7D4C04967DD2}"/>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Drone → satellite</a:t>
            </a:r>
          </a:p>
        </p:txBody>
      </p:sp>
      <p:sp>
        <p:nvSpPr>
          <p:cNvPr id="2" name="university1652_drone_to_satellite/subtitle">
            <a:extLst xmlns:a="http://schemas.openxmlformats.org/drawingml/2006/main">
              <a:ext uri="{FF2B5EF4-FFF2-40B4-BE49-F238E27FC236}">
                <a16:creationId xmlns:a16="http://schemas.microsoft.com/office/drawing/2014/main" id="{56060C92-DBA2-47B4-ABDA-75E58DD53CFE}"/>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university1652_drone_to_satellite/legend/visual/marker">
            <a:extLst xmlns:a="http://schemas.openxmlformats.org/drawingml/2006/main">
              <a:ext uri="{FF2B5EF4-FFF2-40B4-BE49-F238E27FC236}">
                <a16:creationId xmlns:a16="http://schemas.microsoft.com/office/drawing/2014/main" id="{62B6D372-3199-45FE-811A-E838B997B2C3}"/>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drone_to_satellite/legend/visual/text">
            <a:extLst xmlns:a="http://schemas.openxmlformats.org/drawingml/2006/main">
              <a:ext uri="{FF2B5EF4-FFF2-40B4-BE49-F238E27FC236}">
                <a16:creationId xmlns:a16="http://schemas.microsoft.com/office/drawing/2014/main" id="{4ABD4AEA-9F76-46B5-9133-69EFE9B1AB06}"/>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drone_to_satellite/legend/full/marker">
            <a:extLst xmlns:a="http://schemas.openxmlformats.org/drawingml/2006/main">
              <a:ext uri="{FF2B5EF4-FFF2-40B4-BE49-F238E27FC236}">
                <a16:creationId xmlns:a16="http://schemas.microsoft.com/office/drawing/2014/main" id="{AC5BE1E8-D8AD-4FA9-B6EB-0811F35FFDB4}"/>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drone_to_satellite/legend/full/text">
            <a:extLst xmlns:a="http://schemas.openxmlformats.org/drawingml/2006/main">
              <a:ext uri="{FF2B5EF4-FFF2-40B4-BE49-F238E27FC236}">
                <a16:creationId xmlns:a16="http://schemas.microsoft.com/office/drawing/2014/main" id="{6E8A7E19-BC3A-4090-BAF9-87E3AFC0A9A0}"/>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drone_to_satellite/legend/equality/line">
            <a:extLst xmlns:a="http://schemas.openxmlformats.org/drawingml/2006/main">
              <a:ext uri="{FF2B5EF4-FFF2-40B4-BE49-F238E27FC236}">
                <a16:creationId xmlns:a16="http://schemas.microsoft.com/office/drawing/2014/main" id="{A7BBF44E-6359-4411-A818-F4C06192C037}"/>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university1652_drone_to_satellite/legend/equality/text">
            <a:extLst xmlns:a="http://schemas.openxmlformats.org/drawingml/2006/main">
              <a:ext uri="{FF2B5EF4-FFF2-40B4-BE49-F238E27FC236}">
                <a16:creationId xmlns:a16="http://schemas.microsoft.com/office/drawing/2014/main" id="{83E490A1-1C94-43F2-8C22-B1D1E33F5485}"/>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university1652_drone_to_satellite/y-axis-label">
            <a:extLst xmlns:a="http://schemas.openxmlformats.org/drawingml/2006/main">
              <a:ext uri="{FF2B5EF4-FFF2-40B4-BE49-F238E27FC236}">
                <a16:creationId xmlns:a16="http://schemas.microsoft.com/office/drawing/2014/main" id="{C17E0A80-68A9-4C37-8CFA-60E44AA80B2B}"/>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university1652_drone_to_satellite/university1652_drone_to_satellite/seed-1/seed-heading">
            <a:extLst xmlns:a="http://schemas.openxmlformats.org/drawingml/2006/main">
              <a:ext uri="{FF2B5EF4-FFF2-40B4-BE49-F238E27FC236}">
                <a16:creationId xmlns:a16="http://schemas.microsoft.com/office/drawing/2014/main" id="{0EA9C470-D531-4D3B-8816-B8AF01DA4B2B}"/>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university1652_drone_to_satellite/university1652_drone_to_satellite/seed-1/y-grid-0">
            <a:extLst xmlns:a="http://schemas.openxmlformats.org/drawingml/2006/main">
              <a:ext uri="{FF2B5EF4-FFF2-40B4-BE49-F238E27FC236}">
                <a16:creationId xmlns:a16="http://schemas.microsoft.com/office/drawing/2014/main" id="{6FE58A74-FEE0-4BD2-9679-4F5CFB77CED8}"/>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university1652_drone_to_satellite/university1652_drone_to_satellite/seed-1/y-label-0">
            <a:extLst xmlns:a="http://schemas.openxmlformats.org/drawingml/2006/main">
              <a:ext uri="{FF2B5EF4-FFF2-40B4-BE49-F238E27FC236}">
                <a16:creationId xmlns:a16="http://schemas.microsoft.com/office/drawing/2014/main" id="{8D637340-ED83-4CAE-94AF-BCDE671F195B}"/>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drone_to_satellite/university1652_drone_to_satellite/seed-1/x-tick-0">
            <a:extLst xmlns:a="http://schemas.openxmlformats.org/drawingml/2006/main">
              <a:ext uri="{FF2B5EF4-FFF2-40B4-BE49-F238E27FC236}">
                <a16:creationId xmlns:a16="http://schemas.microsoft.com/office/drawing/2014/main" id="{D4E501F0-E9D9-410D-8F6C-FF2960D7B9E5}"/>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university1652_drone_to_satellite/university1652_drone_to_satellite/seed-1/x-label-0">
            <a:extLst xmlns:a="http://schemas.openxmlformats.org/drawingml/2006/main">
              <a:ext uri="{FF2B5EF4-FFF2-40B4-BE49-F238E27FC236}">
                <a16:creationId xmlns:a16="http://schemas.microsoft.com/office/drawing/2014/main" id="{5FD852DF-5AD5-43E6-BA4A-17F4986FB538}"/>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university1652_drone_to_satellite/university1652_drone_to_satellite/seed-1/y-grid-0.25">
            <a:extLst xmlns:a="http://schemas.openxmlformats.org/drawingml/2006/main">
              <a:ext uri="{FF2B5EF4-FFF2-40B4-BE49-F238E27FC236}">
                <a16:creationId xmlns:a16="http://schemas.microsoft.com/office/drawing/2014/main" id="{6019ABC9-E8D6-46BC-989E-57A92ECF8F78}"/>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university1652_drone_to_satellite/university1652_drone_to_satellite/seed-1/y-label-0.25">
            <a:extLst xmlns:a="http://schemas.openxmlformats.org/drawingml/2006/main">
              <a:ext uri="{FF2B5EF4-FFF2-40B4-BE49-F238E27FC236}">
                <a16:creationId xmlns:a16="http://schemas.microsoft.com/office/drawing/2014/main" id="{26DBDBE5-61AA-4B94-B953-713C3FD7ADDD}"/>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university1652_drone_to_satellite/university1652_drone_to_satellite/seed-1/x-tick-0.25">
            <a:extLst xmlns:a="http://schemas.openxmlformats.org/drawingml/2006/main">
              <a:ext uri="{FF2B5EF4-FFF2-40B4-BE49-F238E27FC236}">
                <a16:creationId xmlns:a16="http://schemas.microsoft.com/office/drawing/2014/main" id="{7F88745A-ACFC-4D10-AA3D-AC55B4265F5F}"/>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university1652_drone_to_satellite/university1652_drone_to_satellite/seed-1/x-label-0.25">
            <a:extLst xmlns:a="http://schemas.openxmlformats.org/drawingml/2006/main">
              <a:ext uri="{FF2B5EF4-FFF2-40B4-BE49-F238E27FC236}">
                <a16:creationId xmlns:a16="http://schemas.microsoft.com/office/drawing/2014/main" id="{4904BA83-7FBD-4A6C-B83D-3A97C1DFF697}"/>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university1652_drone_to_satellite/university1652_drone_to_satellite/seed-1/y-grid-0.5">
            <a:extLst xmlns:a="http://schemas.openxmlformats.org/drawingml/2006/main">
              <a:ext uri="{FF2B5EF4-FFF2-40B4-BE49-F238E27FC236}">
                <a16:creationId xmlns:a16="http://schemas.microsoft.com/office/drawing/2014/main" id="{47B41FBF-67D0-4EF2-82F9-FB8F77E0F15F}"/>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university1652_drone_to_satellite/university1652_drone_to_satellite/seed-1/y-label-0.5">
            <a:extLst xmlns:a="http://schemas.openxmlformats.org/drawingml/2006/main">
              <a:ext uri="{FF2B5EF4-FFF2-40B4-BE49-F238E27FC236}">
                <a16:creationId xmlns:a16="http://schemas.microsoft.com/office/drawing/2014/main" id="{3109DF12-0367-42BD-8AB4-FD8E3D73761D}"/>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university1652_drone_to_satellite/university1652_drone_to_satellite/seed-1/x-tick-0.5">
            <a:extLst xmlns:a="http://schemas.openxmlformats.org/drawingml/2006/main">
              <a:ext uri="{FF2B5EF4-FFF2-40B4-BE49-F238E27FC236}">
                <a16:creationId xmlns:a16="http://schemas.microsoft.com/office/drawing/2014/main" id="{4BFAE163-0924-4420-B8CB-5E0090DA4F07}"/>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university1652_drone_to_satellite/university1652_drone_to_satellite/seed-1/x-label-0.5">
            <a:extLst xmlns:a="http://schemas.openxmlformats.org/drawingml/2006/main">
              <a:ext uri="{FF2B5EF4-FFF2-40B4-BE49-F238E27FC236}">
                <a16:creationId xmlns:a16="http://schemas.microsoft.com/office/drawing/2014/main" id="{AE98973F-6804-4947-B9E6-758DCD1306AF}"/>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university1652_drone_to_satellite/university1652_drone_to_satellite/seed-1/y-grid-0.75">
            <a:extLst xmlns:a="http://schemas.openxmlformats.org/drawingml/2006/main">
              <a:ext uri="{FF2B5EF4-FFF2-40B4-BE49-F238E27FC236}">
                <a16:creationId xmlns:a16="http://schemas.microsoft.com/office/drawing/2014/main" id="{CBC78055-2FCC-40A9-A37C-BA3366C8B4F9}"/>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university1652_drone_to_satellite/university1652_drone_to_satellite/seed-1/y-label-0.75">
            <a:extLst xmlns:a="http://schemas.openxmlformats.org/drawingml/2006/main">
              <a:ext uri="{FF2B5EF4-FFF2-40B4-BE49-F238E27FC236}">
                <a16:creationId xmlns:a16="http://schemas.microsoft.com/office/drawing/2014/main" id="{D37235F0-DE06-41CB-87B3-6A3A53394935}"/>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university1652_drone_to_satellite/university1652_drone_to_satellite/seed-1/x-tick-0.75">
            <a:extLst xmlns:a="http://schemas.openxmlformats.org/drawingml/2006/main">
              <a:ext uri="{FF2B5EF4-FFF2-40B4-BE49-F238E27FC236}">
                <a16:creationId xmlns:a16="http://schemas.microsoft.com/office/drawing/2014/main" id="{EA641D2A-5EF5-433E-BFB2-DAE3C32F297B}"/>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university1652_drone_to_satellite/university1652_drone_to_satellite/seed-1/x-label-0.75">
            <a:extLst xmlns:a="http://schemas.openxmlformats.org/drawingml/2006/main">
              <a:ext uri="{FF2B5EF4-FFF2-40B4-BE49-F238E27FC236}">
                <a16:creationId xmlns:a16="http://schemas.microsoft.com/office/drawing/2014/main" id="{645ACCAC-085A-4119-B9F0-B4E7F33F89EB}"/>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university1652_drone_to_satellite/university1652_drone_to_satellite/seed-1/y-grid-1">
            <a:extLst xmlns:a="http://schemas.openxmlformats.org/drawingml/2006/main">
              <a:ext uri="{FF2B5EF4-FFF2-40B4-BE49-F238E27FC236}">
                <a16:creationId xmlns:a16="http://schemas.microsoft.com/office/drawing/2014/main" id="{19FB49F9-7781-4CC3-8E45-EAD2E3F6BA39}"/>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university1652_drone_to_satellite/university1652_drone_to_satellite/seed-1/y-label-1">
            <a:extLst xmlns:a="http://schemas.openxmlformats.org/drawingml/2006/main">
              <a:ext uri="{FF2B5EF4-FFF2-40B4-BE49-F238E27FC236}">
                <a16:creationId xmlns:a16="http://schemas.microsoft.com/office/drawing/2014/main" id="{089D729E-A7D0-4CA5-AFFD-573B9FBD0EBB}"/>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university1652_drone_to_satellite/university1652_drone_to_satellite/seed-1/x-tick-1">
            <a:extLst xmlns:a="http://schemas.openxmlformats.org/drawingml/2006/main">
              <a:ext uri="{FF2B5EF4-FFF2-40B4-BE49-F238E27FC236}">
                <a16:creationId xmlns:a16="http://schemas.microsoft.com/office/drawing/2014/main" id="{4D0E0F2A-F13E-4679-9536-2A767630035F}"/>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drone_to_satellite/university1652_drone_to_satellite/seed-1/x-label-1">
            <a:extLst xmlns:a="http://schemas.openxmlformats.org/drawingml/2006/main">
              <a:ext uri="{FF2B5EF4-FFF2-40B4-BE49-F238E27FC236}">
                <a16:creationId xmlns:a16="http://schemas.microsoft.com/office/drawing/2014/main" id="{6EE91FD4-8762-473F-A69F-2DBBFFCB104F}"/>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university1652_drone_to_satellite/university1652_drone_to_satellite/seed-1/reference-equality">
            <a:extLst xmlns:a="http://schemas.openxmlformats.org/drawingml/2006/main">
              <a:ext uri="{FF2B5EF4-FFF2-40B4-BE49-F238E27FC236}">
                <a16:creationId xmlns:a16="http://schemas.microsoft.com/office/drawing/2014/main" id="{5137C974-4CAA-42CF-962B-F60880EAD636}"/>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university1652_drone_to_satellite/university1652_drone_to_satellite/seed-1/y-axis">
            <a:extLst xmlns:a="http://schemas.openxmlformats.org/drawingml/2006/main">
              <a:ext uri="{FF2B5EF4-FFF2-40B4-BE49-F238E27FC236}">
                <a16:creationId xmlns:a16="http://schemas.microsoft.com/office/drawing/2014/main" id="{0A4C7259-4C1A-4AA9-AAAC-B030CB2F63E4}"/>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university1652_drone_to_satellite/university1652_drone_to_satellite/seed-1/x-axis">
            <a:extLst xmlns:a="http://schemas.openxmlformats.org/drawingml/2006/main">
              <a:ext uri="{FF2B5EF4-FFF2-40B4-BE49-F238E27FC236}">
                <a16:creationId xmlns:a16="http://schemas.microsoft.com/office/drawing/2014/main" id="{82EFCDA3-39FE-4ECB-9CB5-BF3FFCCDE8E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university1652_drone_to_satellite/university1652_drone_to_satellite/seed-1/visual/bin-1/point">
            <a:extLst xmlns:a="http://schemas.openxmlformats.org/drawingml/2006/main">
              <a:ext uri="{FF2B5EF4-FFF2-40B4-BE49-F238E27FC236}">
                <a16:creationId xmlns:a16="http://schemas.microsoft.com/office/drawing/2014/main" id="{AC666081-0799-4D8B-A9A2-81E51BF58A41}"/>
              </a:ext>
            </a:extLst>
          </p:cNvPr>
          <p:cNvSpPr>
            <a:spLocks xmlns:a="http://schemas.openxmlformats.org/drawingml/2006/main" noGrp="1"/>
          </p:cNvSpPr>
          <p:nvPr/>
        </p:nvSpPr>
        <p:spPr>
          <a:xfrm xmlns:a="http://schemas.openxmlformats.org/drawingml/2006/main">
            <a:off x="536212" y="214774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drone_to_satellite/university1652_drone_to_satellite/seed-1/visual/bin-2/point">
            <a:extLst xmlns:a="http://schemas.openxmlformats.org/drawingml/2006/main">
              <a:ext uri="{FF2B5EF4-FFF2-40B4-BE49-F238E27FC236}">
                <a16:creationId xmlns:a16="http://schemas.microsoft.com/office/drawing/2014/main" id="{93209688-274C-48BD-B412-4B87E4E336D2}"/>
              </a:ext>
            </a:extLst>
          </p:cNvPr>
          <p:cNvSpPr>
            <a:spLocks xmlns:a="http://schemas.openxmlformats.org/drawingml/2006/main" noGrp="1"/>
          </p:cNvSpPr>
          <p:nvPr/>
        </p:nvSpPr>
        <p:spPr>
          <a:xfrm xmlns:a="http://schemas.openxmlformats.org/drawingml/2006/main">
            <a:off x="641137" y="130272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university1652_drone_to_satellite/university1652_drone_to_satellite/seed-1/visual/bin-3/point">
            <a:extLst xmlns:a="http://schemas.openxmlformats.org/drawingml/2006/main">
              <a:ext uri="{FF2B5EF4-FFF2-40B4-BE49-F238E27FC236}">
                <a16:creationId xmlns:a16="http://schemas.microsoft.com/office/drawing/2014/main" id="{A438CB24-29C1-4FFE-ACD2-3C578D0C7F48}"/>
              </a:ext>
            </a:extLst>
          </p:cNvPr>
          <p:cNvSpPr>
            <a:spLocks xmlns:a="http://schemas.openxmlformats.org/drawingml/2006/main" noGrp="1"/>
          </p:cNvSpPr>
          <p:nvPr/>
        </p:nvSpPr>
        <p:spPr>
          <a:xfrm xmlns:a="http://schemas.openxmlformats.org/drawingml/2006/main">
            <a:off x="739890" y="1176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university1652_drone_to_satellite/university1652_drone_to_satellite/seed-1/visual/ECE">
            <a:extLst xmlns:a="http://schemas.openxmlformats.org/drawingml/2006/main">
              <a:ext uri="{FF2B5EF4-FFF2-40B4-BE49-F238E27FC236}">
                <a16:creationId xmlns:a16="http://schemas.microsoft.com/office/drawing/2014/main" id="{E5DCDBE8-2702-4667-B9C0-63F40C2174FE}"/>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0.3599</a:t>
            </a:r>
          </a:p>
        </p:txBody>
      </p:sp>
      <p:sp>
        <p:nvSpPr>
          <p:cNvPr id="38" name="university1652_drone_to_satellite/university1652_drone_to_satellite/seed-1/full/bin-1/point">
            <a:extLst xmlns:a="http://schemas.openxmlformats.org/drawingml/2006/main">
              <a:ext uri="{FF2B5EF4-FFF2-40B4-BE49-F238E27FC236}">
                <a16:creationId xmlns:a16="http://schemas.microsoft.com/office/drawing/2014/main" id="{A00517B7-DB9F-40DD-BBBD-BAB3CFBBBFE8}"/>
              </a:ext>
            </a:extLst>
          </p:cNvPr>
          <p:cNvSpPr>
            <a:spLocks xmlns:a="http://schemas.openxmlformats.org/drawingml/2006/main" noGrp="1"/>
          </p:cNvSpPr>
          <p:nvPr/>
        </p:nvSpPr>
        <p:spPr>
          <a:xfrm xmlns:a="http://schemas.openxmlformats.org/drawingml/2006/main">
            <a:off x="539474" y="222302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university1652_drone_to_satellite/university1652_drone_to_satellite/seed-1/full/bin-2/point">
            <a:extLst xmlns:a="http://schemas.openxmlformats.org/drawingml/2006/main">
              <a:ext uri="{FF2B5EF4-FFF2-40B4-BE49-F238E27FC236}">
                <a16:creationId xmlns:a16="http://schemas.microsoft.com/office/drawing/2014/main" id="{F2FC0296-9DA2-4A5C-8F1D-980D7AB4BBFD}"/>
              </a:ext>
            </a:extLst>
          </p:cNvPr>
          <p:cNvSpPr>
            <a:spLocks xmlns:a="http://schemas.openxmlformats.org/drawingml/2006/main" noGrp="1"/>
          </p:cNvSpPr>
          <p:nvPr/>
        </p:nvSpPr>
        <p:spPr>
          <a:xfrm xmlns:a="http://schemas.openxmlformats.org/drawingml/2006/main">
            <a:off x="641914" y="139195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0" name="university1652_drone_to_satellite/university1652_drone_to_satellite/seed-1/full/bin-3/point">
            <a:extLst xmlns:a="http://schemas.openxmlformats.org/drawingml/2006/main">
              <a:ext uri="{FF2B5EF4-FFF2-40B4-BE49-F238E27FC236}">
                <a16:creationId xmlns:a16="http://schemas.microsoft.com/office/drawing/2014/main" id="{A5128BF9-8796-4F27-9A5A-AD28C687E491}"/>
              </a:ext>
            </a:extLst>
          </p:cNvPr>
          <p:cNvSpPr>
            <a:spLocks xmlns:a="http://schemas.openxmlformats.org/drawingml/2006/main" noGrp="1"/>
          </p:cNvSpPr>
          <p:nvPr/>
        </p:nvSpPr>
        <p:spPr>
          <a:xfrm xmlns:a="http://schemas.openxmlformats.org/drawingml/2006/main">
            <a:off x="736792" y="126421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1" name="university1652_drone_to_satellite/university1652_drone_to_satellite/seed-1/full/ECE">
            <a:extLst xmlns:a="http://schemas.openxmlformats.org/drawingml/2006/main">
              <a:ext uri="{FF2B5EF4-FFF2-40B4-BE49-F238E27FC236}">
                <a16:creationId xmlns:a16="http://schemas.microsoft.com/office/drawing/2014/main" id="{AF80B2A5-9B56-416C-BFFB-F1B7045AE50B}"/>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0.2973</a:t>
            </a:r>
          </a:p>
        </p:txBody>
      </p:sp>
      <p:sp>
        <p:nvSpPr>
          <p:cNvPr id="42" name="university1652_drone_to_satellite/university1652_drone_to_satellite/seed-1/population/N">
            <a:extLst xmlns:a="http://schemas.openxmlformats.org/drawingml/2006/main">
              <a:ext uri="{FF2B5EF4-FFF2-40B4-BE49-F238E27FC236}">
                <a16:creationId xmlns:a16="http://schemas.microsoft.com/office/drawing/2014/main" id="{5B966740-86F5-4320-A81D-6CDD4ADF5F47}"/>
              </a:ext>
            </a:extLst>
          </p:cNvPr>
          <p:cNvSpPr>
            <a:spLocks xmlns:a="http://schemas.openxmlformats.org/drawingml/2006/main" noGrp="1"/>
          </p:cNvSpPr>
          <p:nvPr/>
        </p:nvSpPr>
        <p:spPr>
          <a:xfrm xmlns:a="http://schemas.openxmlformats.org/drawingml/2006/main">
            <a:off x="670274" y="3716528"/>
            <a:ext cx="1326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37,855; bin populations</a:t>
            </a:r>
          </a:p>
        </p:txBody>
      </p:sp>
      <p:sp>
        <p:nvSpPr>
          <p:cNvPr id="43" name="university1652_drone_to_satellite/university1652_drone_to_satellite/seed-1/population/header/bin">
            <a:extLst xmlns:a="http://schemas.openxmlformats.org/drawingml/2006/main">
              <a:ext uri="{FF2B5EF4-FFF2-40B4-BE49-F238E27FC236}">
                <a16:creationId xmlns:a16="http://schemas.microsoft.com/office/drawing/2014/main" id="{23896CAA-883F-4699-9D83-3C0FE8FC8803}"/>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4" name="university1652_drone_to_satellite/university1652_drone_to_satellite/seed-1/population/header/visual">
            <a:extLst xmlns:a="http://schemas.openxmlformats.org/drawingml/2006/main">
              <a:ext uri="{FF2B5EF4-FFF2-40B4-BE49-F238E27FC236}">
                <a16:creationId xmlns:a16="http://schemas.microsoft.com/office/drawing/2014/main" id="{DDF246E6-C732-4420-A49C-D6E39E80EFBE}"/>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5" name="university1652_drone_to_satellite/university1652_drone_to_satellite/seed-1/population/header/full">
            <a:extLst xmlns:a="http://schemas.openxmlformats.org/drawingml/2006/main">
              <a:ext uri="{FF2B5EF4-FFF2-40B4-BE49-F238E27FC236}">
                <a16:creationId xmlns:a16="http://schemas.microsoft.com/office/drawing/2014/main" id="{E1FF39CE-46E5-46DB-84E0-530E7BEFBB6D}"/>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6" name="university1652_drone_to_satellite/university1652_drone_to_satellite/seed-1/population/header/rule">
            <a:extLst xmlns:a="http://schemas.openxmlformats.org/drawingml/2006/main">
              <a:ext uri="{FF2B5EF4-FFF2-40B4-BE49-F238E27FC236}">
                <a16:creationId xmlns:a16="http://schemas.microsoft.com/office/drawing/2014/main" id="{6068DDE5-7E0F-48D8-8DD7-CBA79D19365E}"/>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7" name="university1652_drone_to_satellite/university1652_drone_to_satellite/seed-1/population/bin-1/label">
            <a:extLst xmlns:a="http://schemas.openxmlformats.org/drawingml/2006/main">
              <a:ext uri="{FF2B5EF4-FFF2-40B4-BE49-F238E27FC236}">
                <a16:creationId xmlns:a16="http://schemas.microsoft.com/office/drawing/2014/main" id="{56F380C9-1C2F-4500-9D2A-31E5CE94F4D2}"/>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8" name="university1652_drone_to_satellite/university1652_drone_to_satellite/seed-1/population/bin-1/visual">
            <a:extLst xmlns:a="http://schemas.openxmlformats.org/drawingml/2006/main">
              <a:ext uri="{FF2B5EF4-FFF2-40B4-BE49-F238E27FC236}">
                <a16:creationId xmlns:a16="http://schemas.microsoft.com/office/drawing/2014/main" id="{0C76B590-DF5A-4B6A-BFAB-9E502E35AD23}"/>
              </a:ext>
            </a:extLst>
          </p:cNvPr>
          <p:cNvSpPr>
            <a:spLocks xmlns:a="http://schemas.openxmlformats.org/drawingml/2006/main" noGrp="1"/>
          </p:cNvSpPr>
          <p:nvPr/>
        </p:nvSpPr>
        <p:spPr>
          <a:xfrm xmlns:a="http://schemas.openxmlformats.org/drawingml/2006/main">
            <a:off x="11241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34915</a:t>
            </a:r>
          </a:p>
        </p:txBody>
      </p:sp>
      <p:sp>
        <p:nvSpPr>
          <p:cNvPr id="49" name="university1652_drone_to_satellite/university1652_drone_to_satellite/seed-1/population/bin-1/full">
            <a:extLst xmlns:a="http://schemas.openxmlformats.org/drawingml/2006/main">
              <a:ext uri="{FF2B5EF4-FFF2-40B4-BE49-F238E27FC236}">
                <a16:creationId xmlns:a16="http://schemas.microsoft.com/office/drawing/2014/main" id="{B5674C06-E8C6-4FAD-A5FE-C693966B3B75}"/>
              </a:ext>
            </a:extLst>
          </p:cNvPr>
          <p:cNvSpPr>
            <a:spLocks xmlns:a="http://schemas.openxmlformats.org/drawingml/2006/main" noGrp="1"/>
          </p:cNvSpPr>
          <p:nvPr/>
        </p:nvSpPr>
        <p:spPr>
          <a:xfrm xmlns:a="http://schemas.openxmlformats.org/drawingml/2006/main">
            <a:off x="17591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36150</a:t>
            </a:r>
          </a:p>
        </p:txBody>
      </p:sp>
      <p:sp>
        <p:nvSpPr>
          <p:cNvPr id="50" name="university1652_drone_to_satellite/university1652_drone_to_satellite/seed-1/population/bin-2/label">
            <a:extLst xmlns:a="http://schemas.openxmlformats.org/drawingml/2006/main">
              <a:ext uri="{FF2B5EF4-FFF2-40B4-BE49-F238E27FC236}">
                <a16:creationId xmlns:a16="http://schemas.microsoft.com/office/drawing/2014/main" id="{BB37F459-2A75-4281-AAA3-10B47651CC73}"/>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51" name="university1652_drone_to_satellite/university1652_drone_to_satellite/seed-1/population/bin-2/visual">
            <a:extLst xmlns:a="http://schemas.openxmlformats.org/drawingml/2006/main">
              <a:ext uri="{FF2B5EF4-FFF2-40B4-BE49-F238E27FC236}">
                <a16:creationId xmlns:a16="http://schemas.microsoft.com/office/drawing/2014/main" id="{6F92D4FB-2AA8-494E-9644-3B9BFF5BF801}"/>
              </a:ext>
            </a:extLst>
          </p:cNvPr>
          <p:cNvSpPr>
            <a:spLocks xmlns:a="http://schemas.openxmlformats.org/drawingml/2006/main" noGrp="1"/>
          </p:cNvSpPr>
          <p:nvPr/>
        </p:nvSpPr>
        <p:spPr>
          <a:xfrm xmlns:a="http://schemas.openxmlformats.org/drawingml/2006/main">
            <a:off x="11523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2863</a:t>
            </a:r>
          </a:p>
        </p:txBody>
      </p:sp>
      <p:sp>
        <p:nvSpPr>
          <p:cNvPr id="52" name="university1652_drone_to_satellite/university1652_drone_to_satellite/seed-1/population/bin-2/full">
            <a:extLst xmlns:a="http://schemas.openxmlformats.org/drawingml/2006/main">
              <a:ext uri="{FF2B5EF4-FFF2-40B4-BE49-F238E27FC236}">
                <a16:creationId xmlns:a16="http://schemas.microsoft.com/office/drawing/2014/main" id="{073E2863-B523-4DC6-BCE2-3730FD75938F}"/>
              </a:ext>
            </a:extLst>
          </p:cNvPr>
          <p:cNvSpPr>
            <a:spLocks xmlns:a="http://schemas.openxmlformats.org/drawingml/2006/main" noGrp="1"/>
          </p:cNvSpPr>
          <p:nvPr/>
        </p:nvSpPr>
        <p:spPr>
          <a:xfrm xmlns:a="http://schemas.openxmlformats.org/drawingml/2006/main">
            <a:off x="17873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1687</a:t>
            </a:r>
          </a:p>
        </p:txBody>
      </p:sp>
      <p:sp>
        <p:nvSpPr>
          <p:cNvPr id="53" name="university1652_drone_to_satellite/university1652_drone_to_satellite/seed-1/population/bin-3/label">
            <a:extLst xmlns:a="http://schemas.openxmlformats.org/drawingml/2006/main">
              <a:ext uri="{FF2B5EF4-FFF2-40B4-BE49-F238E27FC236}">
                <a16:creationId xmlns:a16="http://schemas.microsoft.com/office/drawing/2014/main" id="{E3BDBDC0-7CCF-4634-8AA9-02A1F03655BC}"/>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4" name="university1652_drone_to_satellite/university1652_drone_to_satellite/seed-1/population/bin-3/visual">
            <a:extLst xmlns:a="http://schemas.openxmlformats.org/drawingml/2006/main">
              <a:ext uri="{FF2B5EF4-FFF2-40B4-BE49-F238E27FC236}">
                <a16:creationId xmlns:a16="http://schemas.microsoft.com/office/drawing/2014/main" id="{A38284CF-59D3-431A-BA2C-EA21DF5EBC46}"/>
              </a:ext>
            </a:extLst>
          </p:cNvPr>
          <p:cNvSpPr>
            <a:spLocks xmlns:a="http://schemas.openxmlformats.org/drawingml/2006/main" noGrp="1"/>
          </p:cNvSpPr>
          <p:nvPr/>
        </p:nvSpPr>
        <p:spPr>
          <a:xfrm xmlns:a="http://schemas.openxmlformats.org/drawingml/2006/main">
            <a:off x="1208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77</a:t>
            </a:r>
          </a:p>
        </p:txBody>
      </p:sp>
      <p:sp>
        <p:nvSpPr>
          <p:cNvPr id="55" name="university1652_drone_to_satellite/university1652_drone_to_satellite/seed-1/population/bin-3/full">
            <a:extLst xmlns:a="http://schemas.openxmlformats.org/drawingml/2006/main">
              <a:ext uri="{FF2B5EF4-FFF2-40B4-BE49-F238E27FC236}">
                <a16:creationId xmlns:a16="http://schemas.microsoft.com/office/drawing/2014/main" id="{EB248131-B5D0-41AF-9E9B-F22B5696C3E0}"/>
              </a:ext>
            </a:extLst>
          </p:cNvPr>
          <p:cNvSpPr>
            <a:spLocks xmlns:a="http://schemas.openxmlformats.org/drawingml/2006/main" noGrp="1"/>
          </p:cNvSpPr>
          <p:nvPr/>
        </p:nvSpPr>
        <p:spPr>
          <a:xfrm xmlns:a="http://schemas.openxmlformats.org/drawingml/2006/main">
            <a:off x="1843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a:t>
            </a:r>
          </a:p>
        </p:txBody>
      </p:sp>
      <p:sp>
        <p:nvSpPr>
          <p:cNvPr id="56" name="university1652_drone_to_satellite/university1652_drone_to_satellite/seed-1/population/bin-4/label">
            <a:extLst xmlns:a="http://schemas.openxmlformats.org/drawingml/2006/main">
              <a:ext uri="{FF2B5EF4-FFF2-40B4-BE49-F238E27FC236}">
                <a16:creationId xmlns:a16="http://schemas.microsoft.com/office/drawing/2014/main" id="{F8B9DF37-E821-469D-AB61-FCECE53BFB69}"/>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7" name="university1652_drone_to_satellite/university1652_drone_to_satellite/seed-1/population/bin-4/visual">
            <a:extLst xmlns:a="http://schemas.openxmlformats.org/drawingml/2006/main">
              <a:ext uri="{FF2B5EF4-FFF2-40B4-BE49-F238E27FC236}">
                <a16:creationId xmlns:a16="http://schemas.microsoft.com/office/drawing/2014/main" id="{2845B7ED-FB9F-47CE-8C07-5D11F25B016C}"/>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university1652_drone_to_satellite/university1652_drone_to_satellite/seed-1/population/bin-4/full">
            <a:extLst xmlns:a="http://schemas.openxmlformats.org/drawingml/2006/main">
              <a:ext uri="{FF2B5EF4-FFF2-40B4-BE49-F238E27FC236}">
                <a16:creationId xmlns:a16="http://schemas.microsoft.com/office/drawing/2014/main" id="{0F61417C-8BF1-4BEA-A2D6-BFCACDDD8B7E}"/>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university1652_drone_to_satellite/university1652_drone_to_satellite/seed-1/population/bin-5/label">
            <a:extLst xmlns:a="http://schemas.openxmlformats.org/drawingml/2006/main">
              <a:ext uri="{FF2B5EF4-FFF2-40B4-BE49-F238E27FC236}">
                <a16:creationId xmlns:a16="http://schemas.microsoft.com/office/drawing/2014/main" id="{7743EE84-4146-4E18-BB64-39932E4BD526}"/>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60" name="university1652_drone_to_satellite/university1652_drone_to_satellite/seed-1/population/bin-5/visual">
            <a:extLst xmlns:a="http://schemas.openxmlformats.org/drawingml/2006/main">
              <a:ext uri="{FF2B5EF4-FFF2-40B4-BE49-F238E27FC236}">
                <a16:creationId xmlns:a16="http://schemas.microsoft.com/office/drawing/2014/main" id="{E46A3B3C-6037-4307-BFE9-20C891708A5C}"/>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university1652_drone_to_satellite/university1652_drone_to_satellite/seed-1/population/bin-5/full">
            <a:extLst xmlns:a="http://schemas.openxmlformats.org/drawingml/2006/main">
              <a:ext uri="{FF2B5EF4-FFF2-40B4-BE49-F238E27FC236}">
                <a16:creationId xmlns:a16="http://schemas.microsoft.com/office/drawing/2014/main" id="{10A31BB7-9EBE-4E5C-A82B-686802D35FC7}"/>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university1652_drone_to_satellite/university1652_drone_to_satellite/seed-1/population/bin-6/label">
            <a:extLst xmlns:a="http://schemas.openxmlformats.org/drawingml/2006/main">
              <a:ext uri="{FF2B5EF4-FFF2-40B4-BE49-F238E27FC236}">
                <a16:creationId xmlns:a16="http://schemas.microsoft.com/office/drawing/2014/main" id="{36E1AD68-65B9-4DB4-BA20-0AE322CF8384}"/>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3" name="university1652_drone_to_satellite/university1652_drone_to_satellite/seed-1/population/bin-6/visual">
            <a:extLst xmlns:a="http://schemas.openxmlformats.org/drawingml/2006/main">
              <a:ext uri="{FF2B5EF4-FFF2-40B4-BE49-F238E27FC236}">
                <a16:creationId xmlns:a16="http://schemas.microsoft.com/office/drawing/2014/main" id="{1BB8327E-2D44-4ECD-B25A-233F15FB8E70}"/>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university1652_drone_to_satellite/university1652_drone_to_satellite/seed-1/population/bin-6/full">
            <a:extLst xmlns:a="http://schemas.openxmlformats.org/drawingml/2006/main">
              <a:ext uri="{FF2B5EF4-FFF2-40B4-BE49-F238E27FC236}">
                <a16:creationId xmlns:a16="http://schemas.microsoft.com/office/drawing/2014/main" id="{7922025B-46C3-4FE4-8920-CB773A415496}"/>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university1652_drone_to_satellite/university1652_drone_to_satellite/seed-1/population/bin-7/label">
            <a:extLst xmlns:a="http://schemas.openxmlformats.org/drawingml/2006/main">
              <a:ext uri="{FF2B5EF4-FFF2-40B4-BE49-F238E27FC236}">
                <a16:creationId xmlns:a16="http://schemas.microsoft.com/office/drawing/2014/main" id="{92DB1F74-33A3-4BB2-90BD-54F5B3A2F8BB}"/>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6" name="university1652_drone_to_satellite/university1652_drone_to_satellite/seed-1/population/bin-7/visual">
            <a:extLst xmlns:a="http://schemas.openxmlformats.org/drawingml/2006/main">
              <a:ext uri="{FF2B5EF4-FFF2-40B4-BE49-F238E27FC236}">
                <a16:creationId xmlns:a16="http://schemas.microsoft.com/office/drawing/2014/main" id="{26D2D111-CF02-432F-A7F5-0339B534BA3D}"/>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university1652_drone_to_satellite/university1652_drone_to_satellite/seed-1/population/bin-7/full">
            <a:extLst xmlns:a="http://schemas.openxmlformats.org/drawingml/2006/main">
              <a:ext uri="{FF2B5EF4-FFF2-40B4-BE49-F238E27FC236}">
                <a16:creationId xmlns:a16="http://schemas.microsoft.com/office/drawing/2014/main" id="{A635E9A0-782C-4A1D-8736-A2264C274C04}"/>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university1652_drone_to_satellite/university1652_drone_to_satellite/seed-1/population/bin-8/label">
            <a:extLst xmlns:a="http://schemas.openxmlformats.org/drawingml/2006/main">
              <a:ext uri="{FF2B5EF4-FFF2-40B4-BE49-F238E27FC236}">
                <a16:creationId xmlns:a16="http://schemas.microsoft.com/office/drawing/2014/main" id="{5C720522-B1B9-493B-8226-B16E9DDCB294}"/>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9" name="university1652_drone_to_satellite/university1652_drone_to_satellite/seed-1/population/bin-8/visual">
            <a:extLst xmlns:a="http://schemas.openxmlformats.org/drawingml/2006/main">
              <a:ext uri="{FF2B5EF4-FFF2-40B4-BE49-F238E27FC236}">
                <a16:creationId xmlns:a16="http://schemas.microsoft.com/office/drawing/2014/main" id="{95689C33-5C83-4197-A49C-CF7239A7D8F5}"/>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university1652_drone_to_satellite/university1652_drone_to_satellite/seed-1/population/bin-8/full">
            <a:extLst xmlns:a="http://schemas.openxmlformats.org/drawingml/2006/main">
              <a:ext uri="{FF2B5EF4-FFF2-40B4-BE49-F238E27FC236}">
                <a16:creationId xmlns:a16="http://schemas.microsoft.com/office/drawing/2014/main" id="{0CBC8FCB-4DD0-4D6D-AB09-EC8929190002}"/>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university1652_drone_to_satellite/university1652_drone_to_satellite/seed-1/population/bin-9/label">
            <a:extLst xmlns:a="http://schemas.openxmlformats.org/drawingml/2006/main">
              <a:ext uri="{FF2B5EF4-FFF2-40B4-BE49-F238E27FC236}">
                <a16:creationId xmlns:a16="http://schemas.microsoft.com/office/drawing/2014/main" id="{5E891D42-1D89-4D6C-85F1-37F632820628}"/>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2" name="university1652_drone_to_satellite/university1652_drone_to_satellite/seed-1/population/bin-9/visual">
            <a:extLst xmlns:a="http://schemas.openxmlformats.org/drawingml/2006/main">
              <a:ext uri="{FF2B5EF4-FFF2-40B4-BE49-F238E27FC236}">
                <a16:creationId xmlns:a16="http://schemas.microsoft.com/office/drawing/2014/main" id="{C67BACE6-83CD-4A87-A14D-2E8D72B6EF46}"/>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university1652_drone_to_satellite/university1652_drone_to_satellite/seed-1/population/bin-9/full">
            <a:extLst xmlns:a="http://schemas.openxmlformats.org/drawingml/2006/main">
              <a:ext uri="{FF2B5EF4-FFF2-40B4-BE49-F238E27FC236}">
                <a16:creationId xmlns:a16="http://schemas.microsoft.com/office/drawing/2014/main" id="{89406FCA-FDAD-44A6-AB46-D6D552750D20}"/>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university1652_drone_to_satellite/university1652_drone_to_satellite/seed-1/population/bin-10/label">
            <a:extLst xmlns:a="http://schemas.openxmlformats.org/drawingml/2006/main">
              <a:ext uri="{FF2B5EF4-FFF2-40B4-BE49-F238E27FC236}">
                <a16:creationId xmlns:a16="http://schemas.microsoft.com/office/drawing/2014/main" id="{6CE9C7C2-BC37-4BD9-B94F-A540D93CEE0B}"/>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5" name="university1652_drone_to_satellite/university1652_drone_to_satellite/seed-1/population/bin-10/visual">
            <a:extLst xmlns:a="http://schemas.openxmlformats.org/drawingml/2006/main">
              <a:ext uri="{FF2B5EF4-FFF2-40B4-BE49-F238E27FC236}">
                <a16:creationId xmlns:a16="http://schemas.microsoft.com/office/drawing/2014/main" id="{E45EFB30-8BEC-4E9E-AD07-AFCD14F33CB1}"/>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university1652_drone_to_satellite/university1652_drone_to_satellite/seed-1/population/bin-10/full">
            <a:extLst xmlns:a="http://schemas.openxmlformats.org/drawingml/2006/main">
              <a:ext uri="{FF2B5EF4-FFF2-40B4-BE49-F238E27FC236}">
                <a16:creationId xmlns:a16="http://schemas.microsoft.com/office/drawing/2014/main" id="{4C3D2A7A-94B8-43A1-880A-58E7B8F96BC6}"/>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university1652_drone_to_satellite/university1652_drone_to_satellite/seed-1/population/bin-11/label">
            <a:extLst xmlns:a="http://schemas.openxmlformats.org/drawingml/2006/main">
              <a:ext uri="{FF2B5EF4-FFF2-40B4-BE49-F238E27FC236}">
                <a16:creationId xmlns:a16="http://schemas.microsoft.com/office/drawing/2014/main" id="{8279974A-9001-45BE-82BC-74FED6909E2C}"/>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8" name="university1652_drone_to_satellite/university1652_drone_to_satellite/seed-1/population/bin-11/visual">
            <a:extLst xmlns:a="http://schemas.openxmlformats.org/drawingml/2006/main">
              <a:ext uri="{FF2B5EF4-FFF2-40B4-BE49-F238E27FC236}">
                <a16:creationId xmlns:a16="http://schemas.microsoft.com/office/drawing/2014/main" id="{DA999EDB-08CA-4EE9-A60B-4B4B2333FD1F}"/>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university1652_drone_to_satellite/university1652_drone_to_satellite/seed-1/population/bin-11/full">
            <a:extLst xmlns:a="http://schemas.openxmlformats.org/drawingml/2006/main">
              <a:ext uri="{FF2B5EF4-FFF2-40B4-BE49-F238E27FC236}">
                <a16:creationId xmlns:a16="http://schemas.microsoft.com/office/drawing/2014/main" id="{14317A06-1FBF-47EF-8778-5B711F9C5044}"/>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university1652_drone_to_satellite/university1652_drone_to_satellite/seed-1/population/bin-12/label">
            <a:extLst xmlns:a="http://schemas.openxmlformats.org/drawingml/2006/main">
              <a:ext uri="{FF2B5EF4-FFF2-40B4-BE49-F238E27FC236}">
                <a16:creationId xmlns:a16="http://schemas.microsoft.com/office/drawing/2014/main" id="{9EEB2933-A43A-40A7-9FB9-2BE3B1272E48}"/>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81" name="university1652_drone_to_satellite/university1652_drone_to_satellite/seed-1/population/bin-12/visual">
            <a:extLst xmlns:a="http://schemas.openxmlformats.org/drawingml/2006/main">
              <a:ext uri="{FF2B5EF4-FFF2-40B4-BE49-F238E27FC236}">
                <a16:creationId xmlns:a16="http://schemas.microsoft.com/office/drawing/2014/main" id="{DDD3EAF4-48BC-4130-9B5F-D2B49187E761}"/>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university1652_drone_to_satellite/university1652_drone_to_satellite/seed-1/population/bin-12/full">
            <a:extLst xmlns:a="http://schemas.openxmlformats.org/drawingml/2006/main">
              <a:ext uri="{FF2B5EF4-FFF2-40B4-BE49-F238E27FC236}">
                <a16:creationId xmlns:a16="http://schemas.microsoft.com/office/drawing/2014/main" id="{E710305B-FC6E-4B64-96F7-F891D902E380}"/>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university1652_drone_to_satellite/university1652_drone_to_satellite/seed-1/population/bin-13/label">
            <a:extLst xmlns:a="http://schemas.openxmlformats.org/drawingml/2006/main">
              <a:ext uri="{FF2B5EF4-FFF2-40B4-BE49-F238E27FC236}">
                <a16:creationId xmlns:a16="http://schemas.microsoft.com/office/drawing/2014/main" id="{C503CDD1-CDD1-4145-A7D5-9A73850E69D6}"/>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4" name="university1652_drone_to_satellite/university1652_drone_to_satellite/seed-1/population/bin-13/visual">
            <a:extLst xmlns:a="http://schemas.openxmlformats.org/drawingml/2006/main">
              <a:ext uri="{FF2B5EF4-FFF2-40B4-BE49-F238E27FC236}">
                <a16:creationId xmlns:a16="http://schemas.microsoft.com/office/drawing/2014/main" id="{FE0E4203-D38D-49F8-90AF-AFB7B824E73E}"/>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university1652_drone_to_satellite/university1652_drone_to_satellite/seed-1/population/bin-13/full">
            <a:extLst xmlns:a="http://schemas.openxmlformats.org/drawingml/2006/main">
              <a:ext uri="{FF2B5EF4-FFF2-40B4-BE49-F238E27FC236}">
                <a16:creationId xmlns:a16="http://schemas.microsoft.com/office/drawing/2014/main" id="{D7DC1373-E857-42F2-85C5-1B869C44C874}"/>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university1652_drone_to_satellite/university1652_drone_to_satellite/seed-1/population/bin-14/label">
            <a:extLst xmlns:a="http://schemas.openxmlformats.org/drawingml/2006/main">
              <a:ext uri="{FF2B5EF4-FFF2-40B4-BE49-F238E27FC236}">
                <a16:creationId xmlns:a16="http://schemas.microsoft.com/office/drawing/2014/main" id="{6376B69C-432B-47C0-817F-3DAAB3B0D0E6}"/>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7" name="university1652_drone_to_satellite/university1652_drone_to_satellite/seed-1/population/bin-14/visual">
            <a:extLst xmlns:a="http://schemas.openxmlformats.org/drawingml/2006/main">
              <a:ext uri="{FF2B5EF4-FFF2-40B4-BE49-F238E27FC236}">
                <a16:creationId xmlns:a16="http://schemas.microsoft.com/office/drawing/2014/main" id="{DE7985C2-7969-418C-B27E-80FF9D303ECA}"/>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university1652_drone_to_satellite/university1652_drone_to_satellite/seed-1/population/bin-14/full">
            <a:extLst xmlns:a="http://schemas.openxmlformats.org/drawingml/2006/main">
              <a:ext uri="{FF2B5EF4-FFF2-40B4-BE49-F238E27FC236}">
                <a16:creationId xmlns:a16="http://schemas.microsoft.com/office/drawing/2014/main" id="{4E6CC8EA-81D3-4996-80DF-BAFC60308503}"/>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university1652_drone_to_satellite/university1652_drone_to_satellite/seed-1/population/bin-15/label">
            <a:extLst xmlns:a="http://schemas.openxmlformats.org/drawingml/2006/main">
              <a:ext uri="{FF2B5EF4-FFF2-40B4-BE49-F238E27FC236}">
                <a16:creationId xmlns:a16="http://schemas.microsoft.com/office/drawing/2014/main" id="{E057B0B2-2D6D-4E3F-BA6E-8330459A42BB}"/>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90" name="university1652_drone_to_satellite/university1652_drone_to_satellite/seed-1/population/bin-15/visual">
            <a:extLst xmlns:a="http://schemas.openxmlformats.org/drawingml/2006/main">
              <a:ext uri="{FF2B5EF4-FFF2-40B4-BE49-F238E27FC236}">
                <a16:creationId xmlns:a16="http://schemas.microsoft.com/office/drawing/2014/main" id="{1B5F09CD-2024-4915-8750-A1B36B67E1E6}"/>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1" name="university1652_drone_to_satellite/university1652_drone_to_satellite/seed-1/population/bin-15/full">
            <a:extLst xmlns:a="http://schemas.openxmlformats.org/drawingml/2006/main">
              <a:ext uri="{FF2B5EF4-FFF2-40B4-BE49-F238E27FC236}">
                <a16:creationId xmlns:a16="http://schemas.microsoft.com/office/drawing/2014/main" id="{DD4DAA7D-94AF-485C-8397-B09EA6CA2A50}"/>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2" name="university1652_drone_to_satellite/university1652_drone_to_satellite/seed-2/seed-heading">
            <a:extLst xmlns:a="http://schemas.openxmlformats.org/drawingml/2006/main">
              <a:ext uri="{FF2B5EF4-FFF2-40B4-BE49-F238E27FC236}">
                <a16:creationId xmlns:a16="http://schemas.microsoft.com/office/drawing/2014/main" id="{A116ED1D-832C-440D-AE21-9325776B793F}"/>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3" name="university1652_drone_to_satellite/university1652_drone_to_satellite/seed-2/y-grid-0">
            <a:extLst xmlns:a="http://schemas.openxmlformats.org/drawingml/2006/main">
              <a:ext uri="{FF2B5EF4-FFF2-40B4-BE49-F238E27FC236}">
                <a16:creationId xmlns:a16="http://schemas.microsoft.com/office/drawing/2014/main" id="{AFEBC57F-3FBA-42CB-B979-DDC001A06A07}"/>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university1652_drone_to_satellite/university1652_drone_to_satellite/seed-2/y-label-0">
            <a:extLst xmlns:a="http://schemas.openxmlformats.org/drawingml/2006/main">
              <a:ext uri="{FF2B5EF4-FFF2-40B4-BE49-F238E27FC236}">
                <a16:creationId xmlns:a16="http://schemas.microsoft.com/office/drawing/2014/main" id="{C03D0DF1-4D26-497F-9DD1-6D41944A8907}"/>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5" name="university1652_drone_to_satellite/university1652_drone_to_satellite/seed-2/x-tick-0">
            <a:extLst xmlns:a="http://schemas.openxmlformats.org/drawingml/2006/main">
              <a:ext uri="{FF2B5EF4-FFF2-40B4-BE49-F238E27FC236}">
                <a16:creationId xmlns:a16="http://schemas.microsoft.com/office/drawing/2014/main" id="{5B3DFCFC-5A20-4977-9A6F-2EB697F4DFD0}"/>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university1652_drone_to_satellite/university1652_drone_to_satellite/seed-2/x-label-0">
            <a:extLst xmlns:a="http://schemas.openxmlformats.org/drawingml/2006/main">
              <a:ext uri="{FF2B5EF4-FFF2-40B4-BE49-F238E27FC236}">
                <a16:creationId xmlns:a16="http://schemas.microsoft.com/office/drawing/2014/main" id="{C913B132-FD48-4E1E-BF2C-33EF8A2EB44C}"/>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7" name="university1652_drone_to_satellite/university1652_drone_to_satellite/seed-2/y-grid-0.25">
            <a:extLst xmlns:a="http://schemas.openxmlformats.org/drawingml/2006/main">
              <a:ext uri="{FF2B5EF4-FFF2-40B4-BE49-F238E27FC236}">
                <a16:creationId xmlns:a16="http://schemas.microsoft.com/office/drawing/2014/main" id="{4B9469EA-7888-44CB-8465-81FDF0682DBD}"/>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university1652_drone_to_satellite/university1652_drone_to_satellite/seed-2/y-label-0.25">
            <a:extLst xmlns:a="http://schemas.openxmlformats.org/drawingml/2006/main">
              <a:ext uri="{FF2B5EF4-FFF2-40B4-BE49-F238E27FC236}">
                <a16:creationId xmlns:a16="http://schemas.microsoft.com/office/drawing/2014/main" id="{D8B89BDA-CF8C-4B29-8CB5-DFF50D78FA8A}"/>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9" name="university1652_drone_to_satellite/university1652_drone_to_satellite/seed-2/x-tick-0.25">
            <a:extLst xmlns:a="http://schemas.openxmlformats.org/drawingml/2006/main">
              <a:ext uri="{FF2B5EF4-FFF2-40B4-BE49-F238E27FC236}">
                <a16:creationId xmlns:a16="http://schemas.microsoft.com/office/drawing/2014/main" id="{8EC9137D-FE3A-451A-AB99-E353995AF4F5}"/>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university1652_drone_to_satellite/university1652_drone_to_satellite/seed-2/x-label-0.25">
            <a:extLst xmlns:a="http://schemas.openxmlformats.org/drawingml/2006/main">
              <a:ext uri="{FF2B5EF4-FFF2-40B4-BE49-F238E27FC236}">
                <a16:creationId xmlns:a16="http://schemas.microsoft.com/office/drawing/2014/main" id="{753B396D-05C0-404F-8E78-046A1DE791BD}"/>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1" name="university1652_drone_to_satellite/university1652_drone_to_satellite/seed-2/y-grid-0.5">
            <a:extLst xmlns:a="http://schemas.openxmlformats.org/drawingml/2006/main">
              <a:ext uri="{FF2B5EF4-FFF2-40B4-BE49-F238E27FC236}">
                <a16:creationId xmlns:a16="http://schemas.microsoft.com/office/drawing/2014/main" id="{1AFA7F5E-936C-49CB-A5FE-C772B4CD094C}"/>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university1652_drone_to_satellite/university1652_drone_to_satellite/seed-2/y-label-0.5">
            <a:extLst xmlns:a="http://schemas.openxmlformats.org/drawingml/2006/main">
              <a:ext uri="{FF2B5EF4-FFF2-40B4-BE49-F238E27FC236}">
                <a16:creationId xmlns:a16="http://schemas.microsoft.com/office/drawing/2014/main" id="{652C96BE-CAA6-43E4-942F-ABAA807C3020}"/>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3" name="university1652_drone_to_satellite/university1652_drone_to_satellite/seed-2/x-tick-0.5">
            <a:extLst xmlns:a="http://schemas.openxmlformats.org/drawingml/2006/main">
              <a:ext uri="{FF2B5EF4-FFF2-40B4-BE49-F238E27FC236}">
                <a16:creationId xmlns:a16="http://schemas.microsoft.com/office/drawing/2014/main" id="{6062D3AD-7891-422D-A633-6FCCCEB0D5C2}"/>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university1652_drone_to_satellite/university1652_drone_to_satellite/seed-2/x-label-0.5">
            <a:extLst xmlns:a="http://schemas.openxmlformats.org/drawingml/2006/main">
              <a:ext uri="{FF2B5EF4-FFF2-40B4-BE49-F238E27FC236}">
                <a16:creationId xmlns:a16="http://schemas.microsoft.com/office/drawing/2014/main" id="{C5681ACC-8E10-4EAB-BD18-F3B21A4A1A84}"/>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5" name="university1652_drone_to_satellite/university1652_drone_to_satellite/seed-2/y-grid-0.75">
            <a:extLst xmlns:a="http://schemas.openxmlformats.org/drawingml/2006/main">
              <a:ext uri="{FF2B5EF4-FFF2-40B4-BE49-F238E27FC236}">
                <a16:creationId xmlns:a16="http://schemas.microsoft.com/office/drawing/2014/main" id="{C4E37B9E-68B8-41FA-9557-60362396EF37}"/>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university1652_drone_to_satellite/university1652_drone_to_satellite/seed-2/y-label-0.75">
            <a:extLst xmlns:a="http://schemas.openxmlformats.org/drawingml/2006/main">
              <a:ext uri="{FF2B5EF4-FFF2-40B4-BE49-F238E27FC236}">
                <a16:creationId xmlns:a16="http://schemas.microsoft.com/office/drawing/2014/main" id="{7B52C6E0-2A1F-4387-9ADE-302FC9970F6D}"/>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7" name="university1652_drone_to_satellite/university1652_drone_to_satellite/seed-2/x-tick-0.75">
            <a:extLst xmlns:a="http://schemas.openxmlformats.org/drawingml/2006/main">
              <a:ext uri="{FF2B5EF4-FFF2-40B4-BE49-F238E27FC236}">
                <a16:creationId xmlns:a16="http://schemas.microsoft.com/office/drawing/2014/main" id="{BF0549DB-1C6E-4F9B-83D7-B2F5E4408225}"/>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university1652_drone_to_satellite/university1652_drone_to_satellite/seed-2/x-label-0.75">
            <a:extLst xmlns:a="http://schemas.openxmlformats.org/drawingml/2006/main">
              <a:ext uri="{FF2B5EF4-FFF2-40B4-BE49-F238E27FC236}">
                <a16:creationId xmlns:a16="http://schemas.microsoft.com/office/drawing/2014/main" id="{CC03E8AB-FACE-4245-BD50-3F754737EAA1}"/>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9" name="university1652_drone_to_satellite/university1652_drone_to_satellite/seed-2/y-grid-1">
            <a:extLst xmlns:a="http://schemas.openxmlformats.org/drawingml/2006/main">
              <a:ext uri="{FF2B5EF4-FFF2-40B4-BE49-F238E27FC236}">
                <a16:creationId xmlns:a16="http://schemas.microsoft.com/office/drawing/2014/main" id="{57177A81-BE50-4D99-94FB-59F7EBC24922}"/>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10" name="university1652_drone_to_satellite/university1652_drone_to_satellite/seed-2/y-label-1">
            <a:extLst xmlns:a="http://schemas.openxmlformats.org/drawingml/2006/main">
              <a:ext uri="{FF2B5EF4-FFF2-40B4-BE49-F238E27FC236}">
                <a16:creationId xmlns:a16="http://schemas.microsoft.com/office/drawing/2014/main" id="{D6FCA950-DF3E-4538-B329-2919F4D76D58}"/>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1" name="university1652_drone_to_satellite/university1652_drone_to_satellite/seed-2/x-tick-1">
            <a:extLst xmlns:a="http://schemas.openxmlformats.org/drawingml/2006/main">
              <a:ext uri="{FF2B5EF4-FFF2-40B4-BE49-F238E27FC236}">
                <a16:creationId xmlns:a16="http://schemas.microsoft.com/office/drawing/2014/main" id="{2AFBCD1E-1A02-4B68-91B5-11E4BC5395C0}"/>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university1652_drone_to_satellite/university1652_drone_to_satellite/seed-2/x-label-1">
            <a:extLst xmlns:a="http://schemas.openxmlformats.org/drawingml/2006/main">
              <a:ext uri="{FF2B5EF4-FFF2-40B4-BE49-F238E27FC236}">
                <a16:creationId xmlns:a16="http://schemas.microsoft.com/office/drawing/2014/main" id="{09DD595B-CF7E-4E28-B85A-8D4A715D317D}"/>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3" name="university1652_drone_to_satellite/university1652_drone_to_satellite/seed-2/reference-equality">
            <a:extLst xmlns:a="http://schemas.openxmlformats.org/drawingml/2006/main">
              <a:ext uri="{FF2B5EF4-FFF2-40B4-BE49-F238E27FC236}">
                <a16:creationId xmlns:a16="http://schemas.microsoft.com/office/drawing/2014/main" id="{97820098-AFC7-4811-86F9-4772DF000F02}"/>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4" name="university1652_drone_to_satellite/university1652_drone_to_satellite/seed-2/y-axis">
            <a:extLst xmlns:a="http://schemas.openxmlformats.org/drawingml/2006/main">
              <a:ext uri="{FF2B5EF4-FFF2-40B4-BE49-F238E27FC236}">
                <a16:creationId xmlns:a16="http://schemas.microsoft.com/office/drawing/2014/main" id="{1B9FCA07-3F2C-49B1-8C0B-F2A434AF549F}"/>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5" name="university1652_drone_to_satellite/university1652_drone_to_satellite/seed-2/x-axis">
            <a:extLst xmlns:a="http://schemas.openxmlformats.org/drawingml/2006/main">
              <a:ext uri="{FF2B5EF4-FFF2-40B4-BE49-F238E27FC236}">
                <a16:creationId xmlns:a16="http://schemas.microsoft.com/office/drawing/2014/main" id="{5AD07759-82E5-440B-B40A-8FC7A11BCC14}"/>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6" name="university1652_drone_to_satellite/university1652_drone_to_satellite/seed-2/visual/bin-1/point">
            <a:extLst xmlns:a="http://schemas.openxmlformats.org/drawingml/2006/main">
              <a:ext uri="{FF2B5EF4-FFF2-40B4-BE49-F238E27FC236}">
                <a16:creationId xmlns:a16="http://schemas.microsoft.com/office/drawing/2014/main" id="{5A107762-FBB0-42C9-84E8-3296EA9B8B73}"/>
              </a:ext>
            </a:extLst>
          </p:cNvPr>
          <p:cNvSpPr>
            <a:spLocks xmlns:a="http://schemas.openxmlformats.org/drawingml/2006/main" noGrp="1"/>
          </p:cNvSpPr>
          <p:nvPr/>
        </p:nvSpPr>
        <p:spPr>
          <a:xfrm xmlns:a="http://schemas.openxmlformats.org/drawingml/2006/main">
            <a:off x="2542139" y="217170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7" name="university1652_drone_to_satellite/university1652_drone_to_satellite/seed-2/visual/bin-2/point">
            <a:extLst xmlns:a="http://schemas.openxmlformats.org/drawingml/2006/main">
              <a:ext uri="{FF2B5EF4-FFF2-40B4-BE49-F238E27FC236}">
                <a16:creationId xmlns:a16="http://schemas.microsoft.com/office/drawing/2014/main" id="{989AC103-5641-48D7-91F0-CEF0ABD3277C}"/>
              </a:ext>
            </a:extLst>
          </p:cNvPr>
          <p:cNvSpPr>
            <a:spLocks xmlns:a="http://schemas.openxmlformats.org/drawingml/2006/main" noGrp="1"/>
          </p:cNvSpPr>
          <p:nvPr/>
        </p:nvSpPr>
        <p:spPr>
          <a:xfrm xmlns:a="http://schemas.openxmlformats.org/drawingml/2006/main">
            <a:off x="2647582" y="130468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8" name="university1652_drone_to_satellite/university1652_drone_to_satellite/seed-2/visual/bin-3/point">
            <a:extLst xmlns:a="http://schemas.openxmlformats.org/drawingml/2006/main">
              <a:ext uri="{FF2B5EF4-FFF2-40B4-BE49-F238E27FC236}">
                <a16:creationId xmlns:a16="http://schemas.microsoft.com/office/drawing/2014/main" id="{B5E28DFB-E9C7-4B9C-9E11-A1C0F6B2C6FC}"/>
              </a:ext>
            </a:extLst>
          </p:cNvPr>
          <p:cNvSpPr>
            <a:spLocks xmlns:a="http://schemas.openxmlformats.org/drawingml/2006/main" noGrp="1"/>
          </p:cNvSpPr>
          <p:nvPr/>
        </p:nvSpPr>
        <p:spPr>
          <a:xfrm xmlns:a="http://schemas.openxmlformats.org/drawingml/2006/main">
            <a:off x="2741566" y="1176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9" name="university1652_drone_to_satellite/university1652_drone_to_satellite/seed-2/visual/ECE">
            <a:extLst xmlns:a="http://schemas.openxmlformats.org/drawingml/2006/main">
              <a:ext uri="{FF2B5EF4-FFF2-40B4-BE49-F238E27FC236}">
                <a16:creationId xmlns:a16="http://schemas.microsoft.com/office/drawing/2014/main" id="{4AA30559-46E0-4F39-B32F-82D39CA666E0}"/>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0.3422</a:t>
            </a:r>
          </a:p>
        </p:txBody>
      </p:sp>
      <p:sp>
        <p:nvSpPr>
          <p:cNvPr id="120" name="university1652_drone_to_satellite/university1652_drone_to_satellite/seed-2/full/bin-1/point">
            <a:extLst xmlns:a="http://schemas.openxmlformats.org/drawingml/2006/main">
              <a:ext uri="{FF2B5EF4-FFF2-40B4-BE49-F238E27FC236}">
                <a16:creationId xmlns:a16="http://schemas.microsoft.com/office/drawing/2014/main" id="{3294B8CA-1E26-4805-BC37-4DDC65028267}"/>
              </a:ext>
            </a:extLst>
          </p:cNvPr>
          <p:cNvSpPr>
            <a:spLocks xmlns:a="http://schemas.openxmlformats.org/drawingml/2006/main" noGrp="1"/>
          </p:cNvSpPr>
          <p:nvPr/>
        </p:nvSpPr>
        <p:spPr>
          <a:xfrm xmlns:a="http://schemas.openxmlformats.org/drawingml/2006/main">
            <a:off x="2546620" y="221032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1" name="university1652_drone_to_satellite/university1652_drone_to_satellite/seed-2/full/bin-2/point">
            <a:extLst xmlns:a="http://schemas.openxmlformats.org/drawingml/2006/main">
              <a:ext uri="{FF2B5EF4-FFF2-40B4-BE49-F238E27FC236}">
                <a16:creationId xmlns:a16="http://schemas.microsoft.com/office/drawing/2014/main" id="{22C67D12-6B21-4488-BB68-79B019E90FA3}"/>
              </a:ext>
            </a:extLst>
          </p:cNvPr>
          <p:cNvSpPr>
            <a:spLocks xmlns:a="http://schemas.openxmlformats.org/drawingml/2006/main" noGrp="1"/>
          </p:cNvSpPr>
          <p:nvPr/>
        </p:nvSpPr>
        <p:spPr>
          <a:xfrm xmlns:a="http://schemas.openxmlformats.org/drawingml/2006/main">
            <a:off x="2649033" y="143469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2" name="university1652_drone_to_satellite/university1652_drone_to_satellite/seed-2/full/bin-3/point">
            <a:extLst xmlns:a="http://schemas.openxmlformats.org/drawingml/2006/main">
              <a:ext uri="{FF2B5EF4-FFF2-40B4-BE49-F238E27FC236}">
                <a16:creationId xmlns:a16="http://schemas.microsoft.com/office/drawing/2014/main" id="{BF9B72A5-B3E8-46D8-A5B5-95668FA3F556}"/>
              </a:ext>
            </a:extLst>
          </p:cNvPr>
          <p:cNvSpPr>
            <a:spLocks xmlns:a="http://schemas.openxmlformats.org/drawingml/2006/main" noGrp="1"/>
          </p:cNvSpPr>
          <p:nvPr/>
        </p:nvSpPr>
        <p:spPr>
          <a:xfrm xmlns:a="http://schemas.openxmlformats.org/drawingml/2006/main">
            <a:off x="2737934" y="11823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3" name="university1652_drone_to_satellite/university1652_drone_to_satellite/seed-2/full/ECE">
            <a:extLst xmlns:a="http://schemas.openxmlformats.org/drawingml/2006/main">
              <a:ext uri="{FF2B5EF4-FFF2-40B4-BE49-F238E27FC236}">
                <a16:creationId xmlns:a16="http://schemas.microsoft.com/office/drawing/2014/main" id="{FE84E081-E28A-46BC-9702-9E03CE74CB4B}"/>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0.3035</a:t>
            </a:r>
          </a:p>
        </p:txBody>
      </p:sp>
      <p:sp>
        <p:nvSpPr>
          <p:cNvPr id="124" name="university1652_drone_to_satellite/university1652_drone_to_satellite/seed-2/population/N">
            <a:extLst xmlns:a="http://schemas.openxmlformats.org/drawingml/2006/main">
              <a:ext uri="{FF2B5EF4-FFF2-40B4-BE49-F238E27FC236}">
                <a16:creationId xmlns:a16="http://schemas.microsoft.com/office/drawing/2014/main" id="{70DD430E-60E6-4484-88E9-2B1782D957A2}"/>
              </a:ext>
            </a:extLst>
          </p:cNvPr>
          <p:cNvSpPr>
            <a:spLocks xmlns:a="http://schemas.openxmlformats.org/drawingml/2006/main" noGrp="1"/>
          </p:cNvSpPr>
          <p:nvPr/>
        </p:nvSpPr>
        <p:spPr>
          <a:xfrm xmlns:a="http://schemas.openxmlformats.org/drawingml/2006/main">
            <a:off x="2676874" y="3716528"/>
            <a:ext cx="1326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37,855; bin populations</a:t>
            </a:r>
          </a:p>
        </p:txBody>
      </p:sp>
      <p:sp>
        <p:nvSpPr>
          <p:cNvPr id="125" name="university1652_drone_to_satellite/university1652_drone_to_satellite/seed-2/population/header/bin">
            <a:extLst xmlns:a="http://schemas.openxmlformats.org/drawingml/2006/main">
              <a:ext uri="{FF2B5EF4-FFF2-40B4-BE49-F238E27FC236}">
                <a16:creationId xmlns:a16="http://schemas.microsoft.com/office/drawing/2014/main" id="{9FCCE4E0-3C66-41C8-8846-749C23F57512}"/>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6" name="university1652_drone_to_satellite/university1652_drone_to_satellite/seed-2/population/header/visual">
            <a:extLst xmlns:a="http://schemas.openxmlformats.org/drawingml/2006/main">
              <a:ext uri="{FF2B5EF4-FFF2-40B4-BE49-F238E27FC236}">
                <a16:creationId xmlns:a16="http://schemas.microsoft.com/office/drawing/2014/main" id="{A38B31C2-965E-4802-AA95-0A407180D921}"/>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7" name="university1652_drone_to_satellite/university1652_drone_to_satellite/seed-2/population/header/full">
            <a:extLst xmlns:a="http://schemas.openxmlformats.org/drawingml/2006/main">
              <a:ext uri="{FF2B5EF4-FFF2-40B4-BE49-F238E27FC236}">
                <a16:creationId xmlns:a16="http://schemas.microsoft.com/office/drawing/2014/main" id="{FD940512-48D7-4B61-8D4F-3852F1F206E5}"/>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8" name="university1652_drone_to_satellite/university1652_drone_to_satellite/seed-2/population/header/rule">
            <a:extLst xmlns:a="http://schemas.openxmlformats.org/drawingml/2006/main">
              <a:ext uri="{FF2B5EF4-FFF2-40B4-BE49-F238E27FC236}">
                <a16:creationId xmlns:a16="http://schemas.microsoft.com/office/drawing/2014/main" id="{76108E51-D97F-4A49-8366-7FD19AB85C19}"/>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9" name="university1652_drone_to_satellite/university1652_drone_to_satellite/seed-2/population/bin-1/label">
            <a:extLst xmlns:a="http://schemas.openxmlformats.org/drawingml/2006/main">
              <a:ext uri="{FF2B5EF4-FFF2-40B4-BE49-F238E27FC236}">
                <a16:creationId xmlns:a16="http://schemas.microsoft.com/office/drawing/2014/main" id="{4DA66522-74DB-4850-BB57-2E15CC1C5412}"/>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30" name="university1652_drone_to_satellite/university1652_drone_to_satellite/seed-2/population/bin-1/visual">
            <a:extLst xmlns:a="http://schemas.openxmlformats.org/drawingml/2006/main">
              <a:ext uri="{FF2B5EF4-FFF2-40B4-BE49-F238E27FC236}">
                <a16:creationId xmlns:a16="http://schemas.microsoft.com/office/drawing/2014/main" id="{198D498B-098E-4B43-8A34-7E212152A4FF}"/>
              </a:ext>
            </a:extLst>
          </p:cNvPr>
          <p:cNvSpPr>
            <a:spLocks xmlns:a="http://schemas.openxmlformats.org/drawingml/2006/main" noGrp="1"/>
          </p:cNvSpPr>
          <p:nvPr/>
        </p:nvSpPr>
        <p:spPr>
          <a:xfrm xmlns:a="http://schemas.openxmlformats.org/drawingml/2006/main">
            <a:off x="31307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35133</a:t>
            </a:r>
          </a:p>
        </p:txBody>
      </p:sp>
      <p:sp>
        <p:nvSpPr>
          <p:cNvPr id="131" name="university1652_drone_to_satellite/university1652_drone_to_satellite/seed-2/population/bin-1/full">
            <a:extLst xmlns:a="http://schemas.openxmlformats.org/drawingml/2006/main">
              <a:ext uri="{FF2B5EF4-FFF2-40B4-BE49-F238E27FC236}">
                <a16:creationId xmlns:a16="http://schemas.microsoft.com/office/drawing/2014/main" id="{5BD512F9-986D-4C22-9E59-4B02BB5179FF}"/>
              </a:ext>
            </a:extLst>
          </p:cNvPr>
          <p:cNvSpPr>
            <a:spLocks xmlns:a="http://schemas.openxmlformats.org/drawingml/2006/main" noGrp="1"/>
          </p:cNvSpPr>
          <p:nvPr/>
        </p:nvSpPr>
        <p:spPr>
          <a:xfrm xmlns:a="http://schemas.openxmlformats.org/drawingml/2006/main">
            <a:off x="37657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36181</a:t>
            </a:r>
          </a:p>
        </p:txBody>
      </p:sp>
      <p:sp>
        <p:nvSpPr>
          <p:cNvPr id="132" name="university1652_drone_to_satellite/university1652_drone_to_satellite/seed-2/population/bin-2/label">
            <a:extLst xmlns:a="http://schemas.openxmlformats.org/drawingml/2006/main">
              <a:ext uri="{FF2B5EF4-FFF2-40B4-BE49-F238E27FC236}">
                <a16:creationId xmlns:a16="http://schemas.microsoft.com/office/drawing/2014/main" id="{362C5B16-E75D-4D78-9B4E-58116DFD4E6A}"/>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3" name="university1652_drone_to_satellite/university1652_drone_to_satellite/seed-2/population/bin-2/visual">
            <a:extLst xmlns:a="http://schemas.openxmlformats.org/drawingml/2006/main">
              <a:ext uri="{FF2B5EF4-FFF2-40B4-BE49-F238E27FC236}">
                <a16:creationId xmlns:a16="http://schemas.microsoft.com/office/drawing/2014/main" id="{647E63D6-C8F0-4214-A07E-822E5CFE556A}"/>
              </a:ext>
            </a:extLst>
          </p:cNvPr>
          <p:cNvSpPr>
            <a:spLocks xmlns:a="http://schemas.openxmlformats.org/drawingml/2006/main" noGrp="1"/>
          </p:cNvSpPr>
          <p:nvPr/>
        </p:nvSpPr>
        <p:spPr>
          <a:xfrm xmlns:a="http://schemas.openxmlformats.org/drawingml/2006/main">
            <a:off x="31589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2658</a:t>
            </a:r>
          </a:p>
        </p:txBody>
      </p:sp>
      <p:sp>
        <p:nvSpPr>
          <p:cNvPr id="134" name="university1652_drone_to_satellite/university1652_drone_to_satellite/seed-2/population/bin-2/full">
            <a:extLst xmlns:a="http://schemas.openxmlformats.org/drawingml/2006/main">
              <a:ext uri="{FF2B5EF4-FFF2-40B4-BE49-F238E27FC236}">
                <a16:creationId xmlns:a16="http://schemas.microsoft.com/office/drawing/2014/main" id="{E75F9E83-29C3-4DEC-9127-C47813F6E36D}"/>
              </a:ext>
            </a:extLst>
          </p:cNvPr>
          <p:cNvSpPr>
            <a:spLocks xmlns:a="http://schemas.openxmlformats.org/drawingml/2006/main" noGrp="1"/>
          </p:cNvSpPr>
          <p:nvPr/>
        </p:nvSpPr>
        <p:spPr>
          <a:xfrm xmlns:a="http://schemas.openxmlformats.org/drawingml/2006/main">
            <a:off x="37939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1664</a:t>
            </a:r>
          </a:p>
        </p:txBody>
      </p:sp>
      <p:sp>
        <p:nvSpPr>
          <p:cNvPr id="135" name="university1652_drone_to_satellite/university1652_drone_to_satellite/seed-2/population/bin-3/label">
            <a:extLst xmlns:a="http://schemas.openxmlformats.org/drawingml/2006/main">
              <a:ext uri="{FF2B5EF4-FFF2-40B4-BE49-F238E27FC236}">
                <a16:creationId xmlns:a16="http://schemas.microsoft.com/office/drawing/2014/main" id="{DBE9178C-B00A-4A3D-B2BB-04450D70F9D7}"/>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6" name="university1652_drone_to_satellite/university1652_drone_to_satellite/seed-2/population/bin-3/visual">
            <a:extLst xmlns:a="http://schemas.openxmlformats.org/drawingml/2006/main">
              <a:ext uri="{FF2B5EF4-FFF2-40B4-BE49-F238E27FC236}">
                <a16:creationId xmlns:a16="http://schemas.microsoft.com/office/drawing/2014/main" id="{1125ECAD-83BA-4835-BCB4-29DBB556D06F}"/>
              </a:ext>
            </a:extLst>
          </p:cNvPr>
          <p:cNvSpPr>
            <a:spLocks xmlns:a="http://schemas.openxmlformats.org/drawingml/2006/main" noGrp="1"/>
          </p:cNvSpPr>
          <p:nvPr/>
        </p:nvSpPr>
        <p:spPr>
          <a:xfrm xmlns:a="http://schemas.openxmlformats.org/drawingml/2006/main">
            <a:off x="3215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64</a:t>
            </a:r>
          </a:p>
        </p:txBody>
      </p:sp>
      <p:sp>
        <p:nvSpPr>
          <p:cNvPr id="137" name="university1652_drone_to_satellite/university1652_drone_to_satellite/seed-2/population/bin-3/full">
            <a:extLst xmlns:a="http://schemas.openxmlformats.org/drawingml/2006/main">
              <a:ext uri="{FF2B5EF4-FFF2-40B4-BE49-F238E27FC236}">
                <a16:creationId xmlns:a16="http://schemas.microsoft.com/office/drawing/2014/main" id="{4014D041-D5C3-49DA-9998-1564EBC06990}"/>
              </a:ext>
            </a:extLst>
          </p:cNvPr>
          <p:cNvSpPr>
            <a:spLocks xmlns:a="http://schemas.openxmlformats.org/drawingml/2006/main" noGrp="1"/>
          </p:cNvSpPr>
          <p:nvPr/>
        </p:nvSpPr>
        <p:spPr>
          <a:xfrm xmlns:a="http://schemas.openxmlformats.org/drawingml/2006/main">
            <a:off x="3850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10</a:t>
            </a:r>
          </a:p>
        </p:txBody>
      </p:sp>
      <p:sp>
        <p:nvSpPr>
          <p:cNvPr id="138" name="university1652_drone_to_satellite/university1652_drone_to_satellite/seed-2/population/bin-4/label">
            <a:extLst xmlns:a="http://schemas.openxmlformats.org/drawingml/2006/main">
              <a:ext uri="{FF2B5EF4-FFF2-40B4-BE49-F238E27FC236}">
                <a16:creationId xmlns:a16="http://schemas.microsoft.com/office/drawing/2014/main" id="{F87AE13F-761E-4694-99FF-163528EBA171}"/>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9" name="university1652_drone_to_satellite/university1652_drone_to_satellite/seed-2/population/bin-4/visual">
            <a:extLst xmlns:a="http://schemas.openxmlformats.org/drawingml/2006/main">
              <a:ext uri="{FF2B5EF4-FFF2-40B4-BE49-F238E27FC236}">
                <a16:creationId xmlns:a16="http://schemas.microsoft.com/office/drawing/2014/main" id="{C81A7048-AA64-463A-B5D0-822639C18485}"/>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0" name="university1652_drone_to_satellite/university1652_drone_to_satellite/seed-2/population/bin-4/full">
            <a:extLst xmlns:a="http://schemas.openxmlformats.org/drawingml/2006/main">
              <a:ext uri="{FF2B5EF4-FFF2-40B4-BE49-F238E27FC236}">
                <a16:creationId xmlns:a16="http://schemas.microsoft.com/office/drawing/2014/main" id="{162CF5B0-2A54-480C-9D32-496BBD309414}"/>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university1652_drone_to_satellite/university1652_drone_to_satellite/seed-2/population/bin-5/label">
            <a:extLst xmlns:a="http://schemas.openxmlformats.org/drawingml/2006/main">
              <a:ext uri="{FF2B5EF4-FFF2-40B4-BE49-F238E27FC236}">
                <a16:creationId xmlns:a16="http://schemas.microsoft.com/office/drawing/2014/main" id="{7C3BF381-2E00-4FB8-A7E4-298B98CCC22F}"/>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42" name="university1652_drone_to_satellite/university1652_drone_to_satellite/seed-2/population/bin-5/visual">
            <a:extLst xmlns:a="http://schemas.openxmlformats.org/drawingml/2006/main">
              <a:ext uri="{FF2B5EF4-FFF2-40B4-BE49-F238E27FC236}">
                <a16:creationId xmlns:a16="http://schemas.microsoft.com/office/drawing/2014/main" id="{C3D423B6-09FC-4BF5-8B99-EE68D2F9135A}"/>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3" name="university1652_drone_to_satellite/university1652_drone_to_satellite/seed-2/population/bin-5/full">
            <a:extLst xmlns:a="http://schemas.openxmlformats.org/drawingml/2006/main">
              <a:ext uri="{FF2B5EF4-FFF2-40B4-BE49-F238E27FC236}">
                <a16:creationId xmlns:a16="http://schemas.microsoft.com/office/drawing/2014/main" id="{D8FDC50C-BE47-4293-8DA4-2782D4C6AE13}"/>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university1652_drone_to_satellite/university1652_drone_to_satellite/seed-2/population/bin-6/label">
            <a:extLst xmlns:a="http://schemas.openxmlformats.org/drawingml/2006/main">
              <a:ext uri="{FF2B5EF4-FFF2-40B4-BE49-F238E27FC236}">
                <a16:creationId xmlns:a16="http://schemas.microsoft.com/office/drawing/2014/main" id="{5B8ED78B-F3DC-4959-8D14-EA4FBEEDC2F6}"/>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5" name="university1652_drone_to_satellite/university1652_drone_to_satellite/seed-2/population/bin-6/visual">
            <a:extLst xmlns:a="http://schemas.openxmlformats.org/drawingml/2006/main">
              <a:ext uri="{FF2B5EF4-FFF2-40B4-BE49-F238E27FC236}">
                <a16:creationId xmlns:a16="http://schemas.microsoft.com/office/drawing/2014/main" id="{15A1F5FE-5E2A-4CC4-8A8E-54924523A398}"/>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6" name="university1652_drone_to_satellite/university1652_drone_to_satellite/seed-2/population/bin-6/full">
            <a:extLst xmlns:a="http://schemas.openxmlformats.org/drawingml/2006/main">
              <a:ext uri="{FF2B5EF4-FFF2-40B4-BE49-F238E27FC236}">
                <a16:creationId xmlns:a16="http://schemas.microsoft.com/office/drawing/2014/main" id="{A6B81FED-DAE1-428B-8D26-7E0F34FE176A}"/>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university1652_drone_to_satellite/university1652_drone_to_satellite/seed-2/population/bin-7/label">
            <a:extLst xmlns:a="http://schemas.openxmlformats.org/drawingml/2006/main">
              <a:ext uri="{FF2B5EF4-FFF2-40B4-BE49-F238E27FC236}">
                <a16:creationId xmlns:a16="http://schemas.microsoft.com/office/drawing/2014/main" id="{54819FB3-81F7-4E0B-8766-76CD794E4238}"/>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8" name="university1652_drone_to_satellite/university1652_drone_to_satellite/seed-2/population/bin-7/visual">
            <a:extLst xmlns:a="http://schemas.openxmlformats.org/drawingml/2006/main">
              <a:ext uri="{FF2B5EF4-FFF2-40B4-BE49-F238E27FC236}">
                <a16:creationId xmlns:a16="http://schemas.microsoft.com/office/drawing/2014/main" id="{AC297EA8-5DC7-43DB-B837-E972BBCB148B}"/>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9" name="university1652_drone_to_satellite/university1652_drone_to_satellite/seed-2/population/bin-7/full">
            <a:extLst xmlns:a="http://schemas.openxmlformats.org/drawingml/2006/main">
              <a:ext uri="{FF2B5EF4-FFF2-40B4-BE49-F238E27FC236}">
                <a16:creationId xmlns:a16="http://schemas.microsoft.com/office/drawing/2014/main" id="{55D2A415-E2C6-4B00-B1B5-F59ABD33503D}"/>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university1652_drone_to_satellite/university1652_drone_to_satellite/seed-2/population/bin-8/label">
            <a:extLst xmlns:a="http://schemas.openxmlformats.org/drawingml/2006/main">
              <a:ext uri="{FF2B5EF4-FFF2-40B4-BE49-F238E27FC236}">
                <a16:creationId xmlns:a16="http://schemas.microsoft.com/office/drawing/2014/main" id="{04312A26-66FE-41D3-87B7-C69EAF3C037A}"/>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51" name="university1652_drone_to_satellite/university1652_drone_to_satellite/seed-2/population/bin-8/visual">
            <a:extLst xmlns:a="http://schemas.openxmlformats.org/drawingml/2006/main">
              <a:ext uri="{FF2B5EF4-FFF2-40B4-BE49-F238E27FC236}">
                <a16:creationId xmlns:a16="http://schemas.microsoft.com/office/drawing/2014/main" id="{DBBFBC36-66F7-42F5-A217-80756AC0B3F6}"/>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2" name="university1652_drone_to_satellite/university1652_drone_to_satellite/seed-2/population/bin-8/full">
            <a:extLst xmlns:a="http://schemas.openxmlformats.org/drawingml/2006/main">
              <a:ext uri="{FF2B5EF4-FFF2-40B4-BE49-F238E27FC236}">
                <a16:creationId xmlns:a16="http://schemas.microsoft.com/office/drawing/2014/main" id="{0419AED8-B93C-436C-8050-26774F3419FF}"/>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university1652_drone_to_satellite/university1652_drone_to_satellite/seed-2/population/bin-9/label">
            <a:extLst xmlns:a="http://schemas.openxmlformats.org/drawingml/2006/main">
              <a:ext uri="{FF2B5EF4-FFF2-40B4-BE49-F238E27FC236}">
                <a16:creationId xmlns:a16="http://schemas.microsoft.com/office/drawing/2014/main" id="{414C9606-FD2B-401E-BE40-BA58699B3B0D}"/>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4" name="university1652_drone_to_satellite/university1652_drone_to_satellite/seed-2/population/bin-9/visual">
            <a:extLst xmlns:a="http://schemas.openxmlformats.org/drawingml/2006/main">
              <a:ext uri="{FF2B5EF4-FFF2-40B4-BE49-F238E27FC236}">
                <a16:creationId xmlns:a16="http://schemas.microsoft.com/office/drawing/2014/main" id="{2BC5BD3F-BCEF-4876-B37E-9F88BCED35ED}"/>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5" name="university1652_drone_to_satellite/university1652_drone_to_satellite/seed-2/population/bin-9/full">
            <a:extLst xmlns:a="http://schemas.openxmlformats.org/drawingml/2006/main">
              <a:ext uri="{FF2B5EF4-FFF2-40B4-BE49-F238E27FC236}">
                <a16:creationId xmlns:a16="http://schemas.microsoft.com/office/drawing/2014/main" id="{E962788D-29EC-4C9A-9343-CB12B8F98663}"/>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university1652_drone_to_satellite/university1652_drone_to_satellite/seed-2/population/bin-10/label">
            <a:extLst xmlns:a="http://schemas.openxmlformats.org/drawingml/2006/main">
              <a:ext uri="{FF2B5EF4-FFF2-40B4-BE49-F238E27FC236}">
                <a16:creationId xmlns:a16="http://schemas.microsoft.com/office/drawing/2014/main" id="{BC4093D8-4534-445B-A004-C45C300174ED}"/>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7" name="university1652_drone_to_satellite/university1652_drone_to_satellite/seed-2/population/bin-10/visual">
            <a:extLst xmlns:a="http://schemas.openxmlformats.org/drawingml/2006/main">
              <a:ext uri="{FF2B5EF4-FFF2-40B4-BE49-F238E27FC236}">
                <a16:creationId xmlns:a16="http://schemas.microsoft.com/office/drawing/2014/main" id="{C8BC44C9-55E8-47BC-82C1-4B7E03AE7E4D}"/>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8" name="university1652_drone_to_satellite/university1652_drone_to_satellite/seed-2/population/bin-10/full">
            <a:extLst xmlns:a="http://schemas.openxmlformats.org/drawingml/2006/main">
              <a:ext uri="{FF2B5EF4-FFF2-40B4-BE49-F238E27FC236}">
                <a16:creationId xmlns:a16="http://schemas.microsoft.com/office/drawing/2014/main" id="{18A297C0-4407-462D-8831-EE3232969071}"/>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university1652_drone_to_satellite/university1652_drone_to_satellite/seed-2/population/bin-11/label">
            <a:extLst xmlns:a="http://schemas.openxmlformats.org/drawingml/2006/main">
              <a:ext uri="{FF2B5EF4-FFF2-40B4-BE49-F238E27FC236}">
                <a16:creationId xmlns:a16="http://schemas.microsoft.com/office/drawing/2014/main" id="{8D467BD9-A39F-48CC-A799-9943FF0BCF00}"/>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60" name="university1652_drone_to_satellite/university1652_drone_to_satellite/seed-2/population/bin-11/visual">
            <a:extLst xmlns:a="http://schemas.openxmlformats.org/drawingml/2006/main">
              <a:ext uri="{FF2B5EF4-FFF2-40B4-BE49-F238E27FC236}">
                <a16:creationId xmlns:a16="http://schemas.microsoft.com/office/drawing/2014/main" id="{042B6093-CC0A-4B80-BEAB-C4981399CD85}"/>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1" name="university1652_drone_to_satellite/university1652_drone_to_satellite/seed-2/population/bin-11/full">
            <a:extLst xmlns:a="http://schemas.openxmlformats.org/drawingml/2006/main">
              <a:ext uri="{FF2B5EF4-FFF2-40B4-BE49-F238E27FC236}">
                <a16:creationId xmlns:a16="http://schemas.microsoft.com/office/drawing/2014/main" id="{87EA9417-9377-4567-BED9-44B2E8933C73}"/>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university1652_drone_to_satellite/university1652_drone_to_satellite/seed-2/population/bin-12/label">
            <a:extLst xmlns:a="http://schemas.openxmlformats.org/drawingml/2006/main">
              <a:ext uri="{FF2B5EF4-FFF2-40B4-BE49-F238E27FC236}">
                <a16:creationId xmlns:a16="http://schemas.microsoft.com/office/drawing/2014/main" id="{1BD66A65-57B6-48C7-A7FF-1748C572039A}"/>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3" name="university1652_drone_to_satellite/university1652_drone_to_satellite/seed-2/population/bin-12/visual">
            <a:extLst xmlns:a="http://schemas.openxmlformats.org/drawingml/2006/main">
              <a:ext uri="{FF2B5EF4-FFF2-40B4-BE49-F238E27FC236}">
                <a16:creationId xmlns:a16="http://schemas.microsoft.com/office/drawing/2014/main" id="{8150DE2C-34D5-48B8-AAF5-333B52454ADD}"/>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4" name="university1652_drone_to_satellite/university1652_drone_to_satellite/seed-2/population/bin-12/full">
            <a:extLst xmlns:a="http://schemas.openxmlformats.org/drawingml/2006/main">
              <a:ext uri="{FF2B5EF4-FFF2-40B4-BE49-F238E27FC236}">
                <a16:creationId xmlns:a16="http://schemas.microsoft.com/office/drawing/2014/main" id="{A946B7BF-D847-4048-928F-3FD6DFE4D2EE}"/>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university1652_drone_to_satellite/university1652_drone_to_satellite/seed-2/population/bin-13/label">
            <a:extLst xmlns:a="http://schemas.openxmlformats.org/drawingml/2006/main">
              <a:ext uri="{FF2B5EF4-FFF2-40B4-BE49-F238E27FC236}">
                <a16:creationId xmlns:a16="http://schemas.microsoft.com/office/drawing/2014/main" id="{85F2F8E2-0A94-478F-86FD-22E2564F923D}"/>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6" name="university1652_drone_to_satellite/university1652_drone_to_satellite/seed-2/population/bin-13/visual">
            <a:extLst xmlns:a="http://schemas.openxmlformats.org/drawingml/2006/main">
              <a:ext uri="{FF2B5EF4-FFF2-40B4-BE49-F238E27FC236}">
                <a16:creationId xmlns:a16="http://schemas.microsoft.com/office/drawing/2014/main" id="{08EC6F99-C2A6-4144-BAA5-E661969EC297}"/>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7" name="university1652_drone_to_satellite/university1652_drone_to_satellite/seed-2/population/bin-13/full">
            <a:extLst xmlns:a="http://schemas.openxmlformats.org/drawingml/2006/main">
              <a:ext uri="{FF2B5EF4-FFF2-40B4-BE49-F238E27FC236}">
                <a16:creationId xmlns:a16="http://schemas.microsoft.com/office/drawing/2014/main" id="{0DCDE7F0-76A5-4787-9E7E-2DE2FD59E00D}"/>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8" name="university1652_drone_to_satellite/university1652_drone_to_satellite/seed-2/population/bin-14/label">
            <a:extLst xmlns:a="http://schemas.openxmlformats.org/drawingml/2006/main">
              <a:ext uri="{FF2B5EF4-FFF2-40B4-BE49-F238E27FC236}">
                <a16:creationId xmlns:a16="http://schemas.microsoft.com/office/drawing/2014/main" id="{38DA428B-0602-4A5E-BE8C-D7DA3FE64942}"/>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9" name="university1652_drone_to_satellite/university1652_drone_to_satellite/seed-2/population/bin-14/visual">
            <a:extLst xmlns:a="http://schemas.openxmlformats.org/drawingml/2006/main">
              <a:ext uri="{FF2B5EF4-FFF2-40B4-BE49-F238E27FC236}">
                <a16:creationId xmlns:a16="http://schemas.microsoft.com/office/drawing/2014/main" id="{8B0084D4-9672-4655-AE7D-7C76BFECD30A}"/>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0" name="university1652_drone_to_satellite/university1652_drone_to_satellite/seed-2/population/bin-14/full">
            <a:extLst xmlns:a="http://schemas.openxmlformats.org/drawingml/2006/main">
              <a:ext uri="{FF2B5EF4-FFF2-40B4-BE49-F238E27FC236}">
                <a16:creationId xmlns:a16="http://schemas.microsoft.com/office/drawing/2014/main" id="{8FB70BC7-2E24-4BF5-8612-0225D5CB6AF8}"/>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1" name="university1652_drone_to_satellite/university1652_drone_to_satellite/seed-2/population/bin-15/label">
            <a:extLst xmlns:a="http://schemas.openxmlformats.org/drawingml/2006/main">
              <a:ext uri="{FF2B5EF4-FFF2-40B4-BE49-F238E27FC236}">
                <a16:creationId xmlns:a16="http://schemas.microsoft.com/office/drawing/2014/main" id="{26A4A9F0-1EE2-435D-8EBC-74DAF6B712B2}"/>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72" name="university1652_drone_to_satellite/university1652_drone_to_satellite/seed-2/population/bin-15/visual">
            <a:extLst xmlns:a="http://schemas.openxmlformats.org/drawingml/2006/main">
              <a:ext uri="{FF2B5EF4-FFF2-40B4-BE49-F238E27FC236}">
                <a16:creationId xmlns:a16="http://schemas.microsoft.com/office/drawing/2014/main" id="{9C4C5B01-59DF-4DAA-8372-CDA13286B8F8}"/>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3" name="university1652_drone_to_satellite/university1652_drone_to_satellite/seed-2/population/bin-15/full">
            <a:extLst xmlns:a="http://schemas.openxmlformats.org/drawingml/2006/main">
              <a:ext uri="{FF2B5EF4-FFF2-40B4-BE49-F238E27FC236}">
                <a16:creationId xmlns:a16="http://schemas.microsoft.com/office/drawing/2014/main" id="{C5A34943-13C2-44F5-836C-7C4ED5B61158}"/>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4" name="university1652_drone_to_satellite/university1652_drone_to_satellite/seed-3/seed-heading">
            <a:extLst xmlns:a="http://schemas.openxmlformats.org/drawingml/2006/main">
              <a:ext uri="{FF2B5EF4-FFF2-40B4-BE49-F238E27FC236}">
                <a16:creationId xmlns:a16="http://schemas.microsoft.com/office/drawing/2014/main" id="{EBDD4E3F-4556-45E2-8A30-8B979BC38AD5}"/>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5" name="university1652_drone_to_satellite/university1652_drone_to_satellite/seed-3/y-grid-0">
            <a:extLst xmlns:a="http://schemas.openxmlformats.org/drawingml/2006/main">
              <a:ext uri="{FF2B5EF4-FFF2-40B4-BE49-F238E27FC236}">
                <a16:creationId xmlns:a16="http://schemas.microsoft.com/office/drawing/2014/main" id="{D2CA391F-5169-42E1-98B3-FC6C36D2471F}"/>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university1652_drone_to_satellite/university1652_drone_to_satellite/seed-3/y-label-0">
            <a:extLst xmlns:a="http://schemas.openxmlformats.org/drawingml/2006/main">
              <a:ext uri="{FF2B5EF4-FFF2-40B4-BE49-F238E27FC236}">
                <a16:creationId xmlns:a16="http://schemas.microsoft.com/office/drawing/2014/main" id="{4550BD8D-9808-42CA-8D86-839A6E503DA0}"/>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7" name="university1652_drone_to_satellite/university1652_drone_to_satellite/seed-3/x-tick-0">
            <a:extLst xmlns:a="http://schemas.openxmlformats.org/drawingml/2006/main">
              <a:ext uri="{FF2B5EF4-FFF2-40B4-BE49-F238E27FC236}">
                <a16:creationId xmlns:a16="http://schemas.microsoft.com/office/drawing/2014/main" id="{F90D8A8D-BB3D-4206-AF8C-0EA3D7CE1098}"/>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university1652_drone_to_satellite/university1652_drone_to_satellite/seed-3/x-label-0">
            <a:extLst xmlns:a="http://schemas.openxmlformats.org/drawingml/2006/main">
              <a:ext uri="{FF2B5EF4-FFF2-40B4-BE49-F238E27FC236}">
                <a16:creationId xmlns:a16="http://schemas.microsoft.com/office/drawing/2014/main" id="{3346F62A-F5EA-47F5-AA4C-0FCE64495C18}"/>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9" name="university1652_drone_to_satellite/university1652_drone_to_satellite/seed-3/y-grid-0.25">
            <a:extLst xmlns:a="http://schemas.openxmlformats.org/drawingml/2006/main">
              <a:ext uri="{FF2B5EF4-FFF2-40B4-BE49-F238E27FC236}">
                <a16:creationId xmlns:a16="http://schemas.microsoft.com/office/drawing/2014/main" id="{02A70938-CEE4-47B4-A270-707553FF81E2}"/>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university1652_drone_to_satellite/university1652_drone_to_satellite/seed-3/y-label-0.25">
            <a:extLst xmlns:a="http://schemas.openxmlformats.org/drawingml/2006/main">
              <a:ext uri="{FF2B5EF4-FFF2-40B4-BE49-F238E27FC236}">
                <a16:creationId xmlns:a16="http://schemas.microsoft.com/office/drawing/2014/main" id="{9E528914-C722-44DA-A2CF-F66A0BF9BC65}"/>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1" name="university1652_drone_to_satellite/university1652_drone_to_satellite/seed-3/x-tick-0.25">
            <a:extLst xmlns:a="http://schemas.openxmlformats.org/drawingml/2006/main">
              <a:ext uri="{FF2B5EF4-FFF2-40B4-BE49-F238E27FC236}">
                <a16:creationId xmlns:a16="http://schemas.microsoft.com/office/drawing/2014/main" id="{39EA32B0-64B0-4F2B-BAF5-AD52E6107AEB}"/>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university1652_drone_to_satellite/university1652_drone_to_satellite/seed-3/x-label-0.25">
            <a:extLst xmlns:a="http://schemas.openxmlformats.org/drawingml/2006/main">
              <a:ext uri="{FF2B5EF4-FFF2-40B4-BE49-F238E27FC236}">
                <a16:creationId xmlns:a16="http://schemas.microsoft.com/office/drawing/2014/main" id="{CDF61E2B-D024-427F-80FA-A6AF9126697D}"/>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3" name="university1652_drone_to_satellite/university1652_drone_to_satellite/seed-3/y-grid-0.5">
            <a:extLst xmlns:a="http://schemas.openxmlformats.org/drawingml/2006/main">
              <a:ext uri="{FF2B5EF4-FFF2-40B4-BE49-F238E27FC236}">
                <a16:creationId xmlns:a16="http://schemas.microsoft.com/office/drawing/2014/main" id="{B6A9C822-7699-4436-B258-E4411BE56241}"/>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university1652_drone_to_satellite/university1652_drone_to_satellite/seed-3/y-label-0.5">
            <a:extLst xmlns:a="http://schemas.openxmlformats.org/drawingml/2006/main">
              <a:ext uri="{FF2B5EF4-FFF2-40B4-BE49-F238E27FC236}">
                <a16:creationId xmlns:a16="http://schemas.microsoft.com/office/drawing/2014/main" id="{A286C7F6-78AD-40A1-A0C5-B04C1E04639B}"/>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5" name="university1652_drone_to_satellite/university1652_drone_to_satellite/seed-3/x-tick-0.5">
            <a:extLst xmlns:a="http://schemas.openxmlformats.org/drawingml/2006/main">
              <a:ext uri="{FF2B5EF4-FFF2-40B4-BE49-F238E27FC236}">
                <a16:creationId xmlns:a16="http://schemas.microsoft.com/office/drawing/2014/main" id="{864C2B9E-DA7B-43E8-9FB1-F0CF94D8676E}"/>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university1652_drone_to_satellite/university1652_drone_to_satellite/seed-3/x-label-0.5">
            <a:extLst xmlns:a="http://schemas.openxmlformats.org/drawingml/2006/main">
              <a:ext uri="{FF2B5EF4-FFF2-40B4-BE49-F238E27FC236}">
                <a16:creationId xmlns:a16="http://schemas.microsoft.com/office/drawing/2014/main" id="{9ADB4899-DB78-4A62-A5DD-53F9811424B3}"/>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7" name="university1652_drone_to_satellite/university1652_drone_to_satellite/seed-3/y-grid-0.75">
            <a:extLst xmlns:a="http://schemas.openxmlformats.org/drawingml/2006/main">
              <a:ext uri="{FF2B5EF4-FFF2-40B4-BE49-F238E27FC236}">
                <a16:creationId xmlns:a16="http://schemas.microsoft.com/office/drawing/2014/main" id="{C4C89EAC-4A0B-4308-AEB6-DFF83A31626F}"/>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8" name="university1652_drone_to_satellite/university1652_drone_to_satellite/seed-3/y-label-0.75">
            <a:extLst xmlns:a="http://schemas.openxmlformats.org/drawingml/2006/main">
              <a:ext uri="{FF2B5EF4-FFF2-40B4-BE49-F238E27FC236}">
                <a16:creationId xmlns:a16="http://schemas.microsoft.com/office/drawing/2014/main" id="{4B2F53DA-A064-43BC-ABD7-658D210BE047}"/>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9" name="university1652_drone_to_satellite/university1652_drone_to_satellite/seed-3/x-tick-0.75">
            <a:extLst xmlns:a="http://schemas.openxmlformats.org/drawingml/2006/main">
              <a:ext uri="{FF2B5EF4-FFF2-40B4-BE49-F238E27FC236}">
                <a16:creationId xmlns:a16="http://schemas.microsoft.com/office/drawing/2014/main" id="{D60EB579-10CF-4542-8DC2-86A2324C4C20}"/>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university1652_drone_to_satellite/university1652_drone_to_satellite/seed-3/x-label-0.75">
            <a:extLst xmlns:a="http://schemas.openxmlformats.org/drawingml/2006/main">
              <a:ext uri="{FF2B5EF4-FFF2-40B4-BE49-F238E27FC236}">
                <a16:creationId xmlns:a16="http://schemas.microsoft.com/office/drawing/2014/main" id="{5F1C5F3E-5549-45D4-8F4C-E2E301585F61}"/>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1" name="university1652_drone_to_satellite/university1652_drone_to_satellite/seed-3/y-grid-1">
            <a:extLst xmlns:a="http://schemas.openxmlformats.org/drawingml/2006/main">
              <a:ext uri="{FF2B5EF4-FFF2-40B4-BE49-F238E27FC236}">
                <a16:creationId xmlns:a16="http://schemas.microsoft.com/office/drawing/2014/main" id="{9973393F-FB4D-4AD0-8B08-3B697BD007F0}"/>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2" name="university1652_drone_to_satellite/university1652_drone_to_satellite/seed-3/y-label-1">
            <a:extLst xmlns:a="http://schemas.openxmlformats.org/drawingml/2006/main">
              <a:ext uri="{FF2B5EF4-FFF2-40B4-BE49-F238E27FC236}">
                <a16:creationId xmlns:a16="http://schemas.microsoft.com/office/drawing/2014/main" id="{1C14F7FF-89F7-45B4-AA33-3D53359F8FEB}"/>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3" name="university1652_drone_to_satellite/university1652_drone_to_satellite/seed-3/x-tick-1">
            <a:extLst xmlns:a="http://schemas.openxmlformats.org/drawingml/2006/main">
              <a:ext uri="{FF2B5EF4-FFF2-40B4-BE49-F238E27FC236}">
                <a16:creationId xmlns:a16="http://schemas.microsoft.com/office/drawing/2014/main" id="{63644B5A-7024-4686-ADAF-090174F76C27}"/>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4" name="university1652_drone_to_satellite/university1652_drone_to_satellite/seed-3/x-label-1">
            <a:extLst xmlns:a="http://schemas.openxmlformats.org/drawingml/2006/main">
              <a:ext uri="{FF2B5EF4-FFF2-40B4-BE49-F238E27FC236}">
                <a16:creationId xmlns:a16="http://schemas.microsoft.com/office/drawing/2014/main" id="{9EFA19CC-6D37-4EA1-8900-3D4E77BBC67B}"/>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5" name="university1652_drone_to_satellite/university1652_drone_to_satellite/seed-3/reference-equality">
            <a:extLst xmlns:a="http://schemas.openxmlformats.org/drawingml/2006/main">
              <a:ext uri="{FF2B5EF4-FFF2-40B4-BE49-F238E27FC236}">
                <a16:creationId xmlns:a16="http://schemas.microsoft.com/office/drawing/2014/main" id="{6FEE877B-3EBC-4C36-8ABB-C9749F73B04D}"/>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6" name="university1652_drone_to_satellite/university1652_drone_to_satellite/seed-3/y-axis">
            <a:extLst xmlns:a="http://schemas.openxmlformats.org/drawingml/2006/main">
              <a:ext uri="{FF2B5EF4-FFF2-40B4-BE49-F238E27FC236}">
                <a16:creationId xmlns:a16="http://schemas.microsoft.com/office/drawing/2014/main" id="{B43A0669-81FA-4E44-9B9A-4A4D56C05F41}"/>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7" name="university1652_drone_to_satellite/university1652_drone_to_satellite/seed-3/x-axis">
            <a:extLst xmlns:a="http://schemas.openxmlformats.org/drawingml/2006/main">
              <a:ext uri="{FF2B5EF4-FFF2-40B4-BE49-F238E27FC236}">
                <a16:creationId xmlns:a16="http://schemas.microsoft.com/office/drawing/2014/main" id="{635DD8CF-A690-40E9-BFD7-87043FFCB6E7}"/>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8" name="university1652_drone_to_satellite/university1652_drone_to_satellite/seed-3/visual/bin-1/point">
            <a:extLst xmlns:a="http://schemas.openxmlformats.org/drawingml/2006/main">
              <a:ext uri="{FF2B5EF4-FFF2-40B4-BE49-F238E27FC236}">
                <a16:creationId xmlns:a16="http://schemas.microsoft.com/office/drawing/2014/main" id="{54B4F1B2-C146-4330-A294-E4C334863BED}"/>
              </a:ext>
            </a:extLst>
          </p:cNvPr>
          <p:cNvSpPr>
            <a:spLocks xmlns:a="http://schemas.openxmlformats.org/drawingml/2006/main" noGrp="1"/>
          </p:cNvSpPr>
          <p:nvPr/>
        </p:nvSpPr>
        <p:spPr>
          <a:xfrm xmlns:a="http://schemas.openxmlformats.org/drawingml/2006/main">
            <a:off x="4548751" y="21471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9" name="university1652_drone_to_satellite/university1652_drone_to_satellite/seed-3/visual/bin-2/point">
            <a:extLst xmlns:a="http://schemas.openxmlformats.org/drawingml/2006/main">
              <a:ext uri="{FF2B5EF4-FFF2-40B4-BE49-F238E27FC236}">
                <a16:creationId xmlns:a16="http://schemas.microsoft.com/office/drawing/2014/main" id="{82EC2C2F-61E2-4611-B2C4-7831F776FC12}"/>
              </a:ext>
            </a:extLst>
          </p:cNvPr>
          <p:cNvSpPr>
            <a:spLocks xmlns:a="http://schemas.openxmlformats.org/drawingml/2006/main" noGrp="1"/>
          </p:cNvSpPr>
          <p:nvPr/>
        </p:nvSpPr>
        <p:spPr>
          <a:xfrm xmlns:a="http://schemas.openxmlformats.org/drawingml/2006/main">
            <a:off x="4654070" y="128461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0" name="university1652_drone_to_satellite/university1652_drone_to_satellite/seed-3/visual/bin-3/point">
            <a:extLst xmlns:a="http://schemas.openxmlformats.org/drawingml/2006/main">
              <a:ext uri="{FF2B5EF4-FFF2-40B4-BE49-F238E27FC236}">
                <a16:creationId xmlns:a16="http://schemas.microsoft.com/office/drawing/2014/main" id="{C6F722FD-4DBA-4253-9139-D97C3FECEF1D}"/>
              </a:ext>
            </a:extLst>
          </p:cNvPr>
          <p:cNvSpPr>
            <a:spLocks xmlns:a="http://schemas.openxmlformats.org/drawingml/2006/main" noGrp="1"/>
          </p:cNvSpPr>
          <p:nvPr/>
        </p:nvSpPr>
        <p:spPr>
          <a:xfrm xmlns:a="http://schemas.openxmlformats.org/drawingml/2006/main">
            <a:off x="4744335" y="1176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1" name="university1652_drone_to_satellite/university1652_drone_to_satellite/seed-3/visual/ECE">
            <a:extLst xmlns:a="http://schemas.openxmlformats.org/drawingml/2006/main">
              <a:ext uri="{FF2B5EF4-FFF2-40B4-BE49-F238E27FC236}">
                <a16:creationId xmlns:a16="http://schemas.microsoft.com/office/drawing/2014/main" id="{A34C3061-53DC-43AA-BB3E-A3073EE603C4}"/>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0.3585</a:t>
            </a:r>
          </a:p>
        </p:txBody>
      </p:sp>
      <p:sp>
        <p:nvSpPr>
          <p:cNvPr id="202" name="university1652_drone_to_satellite/university1652_drone_to_satellite/seed-3/full/bin-1/point">
            <a:extLst xmlns:a="http://schemas.openxmlformats.org/drawingml/2006/main">
              <a:ext uri="{FF2B5EF4-FFF2-40B4-BE49-F238E27FC236}">
                <a16:creationId xmlns:a16="http://schemas.microsoft.com/office/drawing/2014/main" id="{9A1193A0-B42E-4717-B908-B183326564D3}"/>
              </a:ext>
            </a:extLst>
          </p:cNvPr>
          <p:cNvSpPr>
            <a:spLocks xmlns:a="http://schemas.openxmlformats.org/drawingml/2006/main" noGrp="1"/>
          </p:cNvSpPr>
          <p:nvPr/>
        </p:nvSpPr>
        <p:spPr>
          <a:xfrm xmlns:a="http://schemas.openxmlformats.org/drawingml/2006/main">
            <a:off x="4552718" y="221346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3" name="university1652_drone_to_satellite/university1652_drone_to_satellite/seed-3/full/bin-2/point">
            <a:extLst xmlns:a="http://schemas.openxmlformats.org/drawingml/2006/main">
              <a:ext uri="{FF2B5EF4-FFF2-40B4-BE49-F238E27FC236}">
                <a16:creationId xmlns:a16="http://schemas.microsoft.com/office/drawing/2014/main" id="{5B17F160-033F-4268-9EEB-C49523B52C39}"/>
              </a:ext>
            </a:extLst>
          </p:cNvPr>
          <p:cNvSpPr>
            <a:spLocks xmlns:a="http://schemas.openxmlformats.org/drawingml/2006/main" noGrp="1"/>
          </p:cNvSpPr>
          <p:nvPr/>
        </p:nvSpPr>
        <p:spPr>
          <a:xfrm xmlns:a="http://schemas.openxmlformats.org/drawingml/2006/main">
            <a:off x="4655819" y="138848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4" name="university1652_drone_to_satellite/university1652_drone_to_satellite/seed-3/full/bin-3/point">
            <a:extLst xmlns:a="http://schemas.openxmlformats.org/drawingml/2006/main">
              <a:ext uri="{FF2B5EF4-FFF2-40B4-BE49-F238E27FC236}">
                <a16:creationId xmlns:a16="http://schemas.microsoft.com/office/drawing/2014/main" id="{B9B2E312-B1C2-4AD7-9D30-C59CABE7DB51}"/>
              </a:ext>
            </a:extLst>
          </p:cNvPr>
          <p:cNvSpPr>
            <a:spLocks xmlns:a="http://schemas.openxmlformats.org/drawingml/2006/main" noGrp="1"/>
          </p:cNvSpPr>
          <p:nvPr/>
        </p:nvSpPr>
        <p:spPr>
          <a:xfrm xmlns:a="http://schemas.openxmlformats.org/drawingml/2006/main">
            <a:off x="4753077" y="11823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5" name="university1652_drone_to_satellite/university1652_drone_to_satellite/seed-3/full/ECE">
            <a:extLst xmlns:a="http://schemas.openxmlformats.org/drawingml/2006/main">
              <a:ext uri="{FF2B5EF4-FFF2-40B4-BE49-F238E27FC236}">
                <a16:creationId xmlns:a16="http://schemas.microsoft.com/office/drawing/2014/main" id="{21F3F46B-299E-45C0-B836-A4DBD824CC47}"/>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0.3027</a:t>
            </a:r>
          </a:p>
        </p:txBody>
      </p:sp>
      <p:sp>
        <p:nvSpPr>
          <p:cNvPr id="206" name="university1652_drone_to_satellite/university1652_drone_to_satellite/seed-3/population/N">
            <a:extLst xmlns:a="http://schemas.openxmlformats.org/drawingml/2006/main">
              <a:ext uri="{FF2B5EF4-FFF2-40B4-BE49-F238E27FC236}">
                <a16:creationId xmlns:a16="http://schemas.microsoft.com/office/drawing/2014/main" id="{E5525922-6216-4807-BF82-D6D8F51D708D}"/>
              </a:ext>
            </a:extLst>
          </p:cNvPr>
          <p:cNvSpPr>
            <a:spLocks xmlns:a="http://schemas.openxmlformats.org/drawingml/2006/main" noGrp="1"/>
          </p:cNvSpPr>
          <p:nvPr/>
        </p:nvSpPr>
        <p:spPr>
          <a:xfrm xmlns:a="http://schemas.openxmlformats.org/drawingml/2006/main">
            <a:off x="4683474" y="3716528"/>
            <a:ext cx="1326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37,855; bin populations</a:t>
            </a:r>
          </a:p>
        </p:txBody>
      </p:sp>
      <p:sp>
        <p:nvSpPr>
          <p:cNvPr id="207" name="university1652_drone_to_satellite/university1652_drone_to_satellite/seed-3/population/header/bin">
            <a:extLst xmlns:a="http://schemas.openxmlformats.org/drawingml/2006/main">
              <a:ext uri="{FF2B5EF4-FFF2-40B4-BE49-F238E27FC236}">
                <a16:creationId xmlns:a16="http://schemas.microsoft.com/office/drawing/2014/main" id="{12F27C2C-21DD-4D41-ACAB-26BA60DF4DB5}"/>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08" name="university1652_drone_to_satellite/university1652_drone_to_satellite/seed-3/population/header/visual">
            <a:extLst xmlns:a="http://schemas.openxmlformats.org/drawingml/2006/main">
              <a:ext uri="{FF2B5EF4-FFF2-40B4-BE49-F238E27FC236}">
                <a16:creationId xmlns:a16="http://schemas.microsoft.com/office/drawing/2014/main" id="{293FE2AF-BA4A-405D-9210-6EB2B0AE17E5}"/>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09" name="university1652_drone_to_satellite/university1652_drone_to_satellite/seed-3/population/header/full">
            <a:extLst xmlns:a="http://schemas.openxmlformats.org/drawingml/2006/main">
              <a:ext uri="{FF2B5EF4-FFF2-40B4-BE49-F238E27FC236}">
                <a16:creationId xmlns:a16="http://schemas.microsoft.com/office/drawing/2014/main" id="{DBAF01D2-CD93-48C8-B79A-1900EEBB235A}"/>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10" name="university1652_drone_to_satellite/university1652_drone_to_satellite/seed-3/population/header/rule">
            <a:extLst xmlns:a="http://schemas.openxmlformats.org/drawingml/2006/main">
              <a:ext uri="{FF2B5EF4-FFF2-40B4-BE49-F238E27FC236}">
                <a16:creationId xmlns:a16="http://schemas.microsoft.com/office/drawing/2014/main" id="{9F1EBD00-9002-466F-8F3C-201AFDC77D8F}"/>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11" name="university1652_drone_to_satellite/university1652_drone_to_satellite/seed-3/population/bin-1/label">
            <a:extLst xmlns:a="http://schemas.openxmlformats.org/drawingml/2006/main">
              <a:ext uri="{FF2B5EF4-FFF2-40B4-BE49-F238E27FC236}">
                <a16:creationId xmlns:a16="http://schemas.microsoft.com/office/drawing/2014/main" id="{8E133DA5-6572-478F-9FB9-4121595D41AA}"/>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12" name="university1652_drone_to_satellite/university1652_drone_to_satellite/seed-3/population/bin-1/visual">
            <a:extLst xmlns:a="http://schemas.openxmlformats.org/drawingml/2006/main">
              <a:ext uri="{FF2B5EF4-FFF2-40B4-BE49-F238E27FC236}">
                <a16:creationId xmlns:a16="http://schemas.microsoft.com/office/drawing/2014/main" id="{5FA1CD84-59D5-4368-B017-FE3C9F29DB0A}"/>
              </a:ext>
            </a:extLst>
          </p:cNvPr>
          <p:cNvSpPr>
            <a:spLocks xmlns:a="http://schemas.openxmlformats.org/drawingml/2006/main" noGrp="1"/>
          </p:cNvSpPr>
          <p:nvPr/>
        </p:nvSpPr>
        <p:spPr>
          <a:xfrm xmlns:a="http://schemas.openxmlformats.org/drawingml/2006/main">
            <a:off x="51373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35139</a:t>
            </a:r>
          </a:p>
        </p:txBody>
      </p:sp>
      <p:sp>
        <p:nvSpPr>
          <p:cNvPr id="213" name="university1652_drone_to_satellite/university1652_drone_to_satellite/seed-3/population/bin-1/full">
            <a:extLst xmlns:a="http://schemas.openxmlformats.org/drawingml/2006/main">
              <a:ext uri="{FF2B5EF4-FFF2-40B4-BE49-F238E27FC236}">
                <a16:creationId xmlns:a16="http://schemas.microsoft.com/office/drawing/2014/main" id="{84F5B217-A376-4067-84AF-488132FE5EE5}"/>
              </a:ext>
            </a:extLst>
          </p:cNvPr>
          <p:cNvSpPr>
            <a:spLocks xmlns:a="http://schemas.openxmlformats.org/drawingml/2006/main" noGrp="1"/>
          </p:cNvSpPr>
          <p:nvPr/>
        </p:nvSpPr>
        <p:spPr>
          <a:xfrm xmlns:a="http://schemas.openxmlformats.org/drawingml/2006/main">
            <a:off x="5772325" y="41356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36221</a:t>
            </a:r>
          </a:p>
        </p:txBody>
      </p:sp>
      <p:sp>
        <p:nvSpPr>
          <p:cNvPr id="214" name="university1652_drone_to_satellite/university1652_drone_to_satellite/seed-3/population/bin-2/label">
            <a:extLst xmlns:a="http://schemas.openxmlformats.org/drawingml/2006/main">
              <a:ext uri="{FF2B5EF4-FFF2-40B4-BE49-F238E27FC236}">
                <a16:creationId xmlns:a16="http://schemas.microsoft.com/office/drawing/2014/main" id="{56197A26-D426-4C42-BF60-86FB9589EA73}"/>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5" name="university1652_drone_to_satellite/university1652_drone_to_satellite/seed-3/population/bin-2/visual">
            <a:extLst xmlns:a="http://schemas.openxmlformats.org/drawingml/2006/main">
              <a:ext uri="{FF2B5EF4-FFF2-40B4-BE49-F238E27FC236}">
                <a16:creationId xmlns:a16="http://schemas.microsoft.com/office/drawing/2014/main" id="{DDA1F9F5-B9D1-4021-8DA2-0A42D8BB85F4}"/>
              </a:ext>
            </a:extLst>
          </p:cNvPr>
          <p:cNvSpPr>
            <a:spLocks xmlns:a="http://schemas.openxmlformats.org/drawingml/2006/main" noGrp="1"/>
          </p:cNvSpPr>
          <p:nvPr/>
        </p:nvSpPr>
        <p:spPr>
          <a:xfrm xmlns:a="http://schemas.openxmlformats.org/drawingml/2006/main">
            <a:off x="51655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2661</a:t>
            </a:r>
          </a:p>
        </p:txBody>
      </p:sp>
      <p:sp>
        <p:nvSpPr>
          <p:cNvPr id="216" name="university1652_drone_to_satellite/university1652_drone_to_satellite/seed-3/population/bin-2/full">
            <a:extLst xmlns:a="http://schemas.openxmlformats.org/drawingml/2006/main">
              <a:ext uri="{FF2B5EF4-FFF2-40B4-BE49-F238E27FC236}">
                <a16:creationId xmlns:a16="http://schemas.microsoft.com/office/drawing/2014/main" id="{0813F576-D08B-4AB5-9F72-27EF455A066B}"/>
              </a:ext>
            </a:extLst>
          </p:cNvPr>
          <p:cNvSpPr>
            <a:spLocks xmlns:a="http://schemas.openxmlformats.org/drawingml/2006/main" noGrp="1"/>
          </p:cNvSpPr>
          <p:nvPr/>
        </p:nvSpPr>
        <p:spPr>
          <a:xfrm xmlns:a="http://schemas.openxmlformats.org/drawingml/2006/main">
            <a:off x="58005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1601</a:t>
            </a:r>
          </a:p>
        </p:txBody>
      </p:sp>
      <p:sp>
        <p:nvSpPr>
          <p:cNvPr id="217" name="university1652_drone_to_satellite/university1652_drone_to_satellite/seed-3/population/bin-3/label">
            <a:extLst xmlns:a="http://schemas.openxmlformats.org/drawingml/2006/main">
              <a:ext uri="{FF2B5EF4-FFF2-40B4-BE49-F238E27FC236}">
                <a16:creationId xmlns:a16="http://schemas.microsoft.com/office/drawing/2014/main" id="{68F67183-C34E-4D72-A597-99A769208B35}"/>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18" name="university1652_drone_to_satellite/university1652_drone_to_satellite/seed-3/population/bin-3/visual">
            <a:extLst xmlns:a="http://schemas.openxmlformats.org/drawingml/2006/main">
              <a:ext uri="{FF2B5EF4-FFF2-40B4-BE49-F238E27FC236}">
                <a16:creationId xmlns:a16="http://schemas.microsoft.com/office/drawing/2014/main" id="{FA35AD99-4905-46A3-8AF4-C9913E4D4EB9}"/>
              </a:ext>
            </a:extLst>
          </p:cNvPr>
          <p:cNvSpPr>
            <a:spLocks xmlns:a="http://schemas.openxmlformats.org/drawingml/2006/main" noGrp="1"/>
          </p:cNvSpPr>
          <p:nvPr/>
        </p:nvSpPr>
        <p:spPr>
          <a:xfrm xmlns:a="http://schemas.openxmlformats.org/drawingml/2006/main">
            <a:off x="5222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55</a:t>
            </a:r>
          </a:p>
        </p:txBody>
      </p:sp>
      <p:sp>
        <p:nvSpPr>
          <p:cNvPr id="219" name="university1652_drone_to_satellite/university1652_drone_to_satellite/seed-3/population/bin-3/full">
            <a:extLst xmlns:a="http://schemas.openxmlformats.org/drawingml/2006/main">
              <a:ext uri="{FF2B5EF4-FFF2-40B4-BE49-F238E27FC236}">
                <a16:creationId xmlns:a16="http://schemas.microsoft.com/office/drawing/2014/main" id="{202526DE-A15E-4BF5-90D8-96E7FB1FA73F}"/>
              </a:ext>
            </a:extLst>
          </p:cNvPr>
          <p:cNvSpPr>
            <a:spLocks xmlns:a="http://schemas.openxmlformats.org/drawingml/2006/main" noGrp="1"/>
          </p:cNvSpPr>
          <p:nvPr/>
        </p:nvSpPr>
        <p:spPr>
          <a:xfrm xmlns:a="http://schemas.openxmlformats.org/drawingml/2006/main">
            <a:off x="5857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a:t>
            </a:r>
          </a:p>
        </p:txBody>
      </p:sp>
      <p:sp>
        <p:nvSpPr>
          <p:cNvPr id="220" name="university1652_drone_to_satellite/university1652_drone_to_satellite/seed-3/population/bin-4/label">
            <a:extLst xmlns:a="http://schemas.openxmlformats.org/drawingml/2006/main">
              <a:ext uri="{FF2B5EF4-FFF2-40B4-BE49-F238E27FC236}">
                <a16:creationId xmlns:a16="http://schemas.microsoft.com/office/drawing/2014/main" id="{10F4E4AB-E606-45ED-8057-D7D2A241D70F}"/>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21" name="university1652_drone_to_satellite/university1652_drone_to_satellite/seed-3/population/bin-4/visual">
            <a:extLst xmlns:a="http://schemas.openxmlformats.org/drawingml/2006/main">
              <a:ext uri="{FF2B5EF4-FFF2-40B4-BE49-F238E27FC236}">
                <a16:creationId xmlns:a16="http://schemas.microsoft.com/office/drawing/2014/main" id="{47FC968C-EC5C-41EE-8927-7493A6F95968}"/>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university1652_drone_to_satellite/university1652_drone_to_satellite/seed-3/population/bin-4/full">
            <a:extLst xmlns:a="http://schemas.openxmlformats.org/drawingml/2006/main">
              <a:ext uri="{FF2B5EF4-FFF2-40B4-BE49-F238E27FC236}">
                <a16:creationId xmlns:a16="http://schemas.microsoft.com/office/drawing/2014/main" id="{29A223AE-B501-497C-9B59-D16B7770A60D}"/>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university1652_drone_to_satellite/university1652_drone_to_satellite/seed-3/population/bin-5/label">
            <a:extLst xmlns:a="http://schemas.openxmlformats.org/drawingml/2006/main">
              <a:ext uri="{FF2B5EF4-FFF2-40B4-BE49-F238E27FC236}">
                <a16:creationId xmlns:a16="http://schemas.microsoft.com/office/drawing/2014/main" id="{42E9736B-478B-49BD-985D-6EC5031A0A71}"/>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24" name="university1652_drone_to_satellite/university1652_drone_to_satellite/seed-3/population/bin-5/visual">
            <a:extLst xmlns:a="http://schemas.openxmlformats.org/drawingml/2006/main">
              <a:ext uri="{FF2B5EF4-FFF2-40B4-BE49-F238E27FC236}">
                <a16:creationId xmlns:a16="http://schemas.microsoft.com/office/drawing/2014/main" id="{03C0D3C9-C101-49F6-ACDF-9223BAA719C3}"/>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university1652_drone_to_satellite/university1652_drone_to_satellite/seed-3/population/bin-5/full">
            <a:extLst xmlns:a="http://schemas.openxmlformats.org/drawingml/2006/main">
              <a:ext uri="{FF2B5EF4-FFF2-40B4-BE49-F238E27FC236}">
                <a16:creationId xmlns:a16="http://schemas.microsoft.com/office/drawing/2014/main" id="{5114A807-9032-43D7-8887-3C5123E8150D}"/>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university1652_drone_to_satellite/university1652_drone_to_satellite/seed-3/population/bin-6/label">
            <a:extLst xmlns:a="http://schemas.openxmlformats.org/drawingml/2006/main">
              <a:ext uri="{FF2B5EF4-FFF2-40B4-BE49-F238E27FC236}">
                <a16:creationId xmlns:a16="http://schemas.microsoft.com/office/drawing/2014/main" id="{EB465AAC-7C3E-486E-90B1-223AD762A2A8}"/>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27" name="university1652_drone_to_satellite/university1652_drone_to_satellite/seed-3/population/bin-6/visual">
            <a:extLst xmlns:a="http://schemas.openxmlformats.org/drawingml/2006/main">
              <a:ext uri="{FF2B5EF4-FFF2-40B4-BE49-F238E27FC236}">
                <a16:creationId xmlns:a16="http://schemas.microsoft.com/office/drawing/2014/main" id="{450BDFE6-A415-4797-817A-9BC241EF885D}"/>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university1652_drone_to_satellite/university1652_drone_to_satellite/seed-3/population/bin-6/full">
            <a:extLst xmlns:a="http://schemas.openxmlformats.org/drawingml/2006/main">
              <a:ext uri="{FF2B5EF4-FFF2-40B4-BE49-F238E27FC236}">
                <a16:creationId xmlns:a16="http://schemas.microsoft.com/office/drawing/2014/main" id="{F8DE1887-AD78-4D95-8A10-12535540FBBB}"/>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university1652_drone_to_satellite/university1652_drone_to_satellite/seed-3/population/bin-7/label">
            <a:extLst xmlns:a="http://schemas.openxmlformats.org/drawingml/2006/main">
              <a:ext uri="{FF2B5EF4-FFF2-40B4-BE49-F238E27FC236}">
                <a16:creationId xmlns:a16="http://schemas.microsoft.com/office/drawing/2014/main" id="{AC5138AC-7886-4291-96C9-10163DE4C034}"/>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30" name="university1652_drone_to_satellite/university1652_drone_to_satellite/seed-3/population/bin-7/visual">
            <a:extLst xmlns:a="http://schemas.openxmlformats.org/drawingml/2006/main">
              <a:ext uri="{FF2B5EF4-FFF2-40B4-BE49-F238E27FC236}">
                <a16:creationId xmlns:a16="http://schemas.microsoft.com/office/drawing/2014/main" id="{B5237145-53CB-46AA-9994-28BB109D325B}"/>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university1652_drone_to_satellite/university1652_drone_to_satellite/seed-3/population/bin-7/full">
            <a:extLst xmlns:a="http://schemas.openxmlformats.org/drawingml/2006/main">
              <a:ext uri="{FF2B5EF4-FFF2-40B4-BE49-F238E27FC236}">
                <a16:creationId xmlns:a16="http://schemas.microsoft.com/office/drawing/2014/main" id="{D63F3D0C-4FD8-4A1C-B9BD-46425564BB3A}"/>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university1652_drone_to_satellite/university1652_drone_to_satellite/seed-3/population/bin-8/label">
            <a:extLst xmlns:a="http://schemas.openxmlformats.org/drawingml/2006/main">
              <a:ext uri="{FF2B5EF4-FFF2-40B4-BE49-F238E27FC236}">
                <a16:creationId xmlns:a16="http://schemas.microsoft.com/office/drawing/2014/main" id="{8C30170C-D052-4537-9293-0FCCB7980089}"/>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33" name="university1652_drone_to_satellite/university1652_drone_to_satellite/seed-3/population/bin-8/visual">
            <a:extLst xmlns:a="http://schemas.openxmlformats.org/drawingml/2006/main">
              <a:ext uri="{FF2B5EF4-FFF2-40B4-BE49-F238E27FC236}">
                <a16:creationId xmlns:a16="http://schemas.microsoft.com/office/drawing/2014/main" id="{FA072960-0623-4F7D-A5E6-303EC0207F01}"/>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university1652_drone_to_satellite/university1652_drone_to_satellite/seed-3/population/bin-8/full">
            <a:extLst xmlns:a="http://schemas.openxmlformats.org/drawingml/2006/main">
              <a:ext uri="{FF2B5EF4-FFF2-40B4-BE49-F238E27FC236}">
                <a16:creationId xmlns:a16="http://schemas.microsoft.com/office/drawing/2014/main" id="{6C2C8876-7364-46FF-A973-EC4BB79138BD}"/>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university1652_drone_to_satellite/university1652_drone_to_satellite/seed-3/population/bin-9/label">
            <a:extLst xmlns:a="http://schemas.openxmlformats.org/drawingml/2006/main">
              <a:ext uri="{FF2B5EF4-FFF2-40B4-BE49-F238E27FC236}">
                <a16:creationId xmlns:a16="http://schemas.microsoft.com/office/drawing/2014/main" id="{1C61DB20-1A49-417B-A010-03228CB90C0C}"/>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6" name="university1652_drone_to_satellite/university1652_drone_to_satellite/seed-3/population/bin-9/visual">
            <a:extLst xmlns:a="http://schemas.openxmlformats.org/drawingml/2006/main">
              <a:ext uri="{FF2B5EF4-FFF2-40B4-BE49-F238E27FC236}">
                <a16:creationId xmlns:a16="http://schemas.microsoft.com/office/drawing/2014/main" id="{5F4D8649-F5FC-47D0-87C6-5E32BEF88CD2}"/>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university1652_drone_to_satellite/university1652_drone_to_satellite/seed-3/population/bin-9/full">
            <a:extLst xmlns:a="http://schemas.openxmlformats.org/drawingml/2006/main">
              <a:ext uri="{FF2B5EF4-FFF2-40B4-BE49-F238E27FC236}">
                <a16:creationId xmlns:a16="http://schemas.microsoft.com/office/drawing/2014/main" id="{36128153-1A59-44C0-A4A2-5FECAABD1176}"/>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university1652_drone_to_satellite/university1652_drone_to_satellite/seed-3/population/bin-10/label">
            <a:extLst xmlns:a="http://schemas.openxmlformats.org/drawingml/2006/main">
              <a:ext uri="{FF2B5EF4-FFF2-40B4-BE49-F238E27FC236}">
                <a16:creationId xmlns:a16="http://schemas.microsoft.com/office/drawing/2014/main" id="{C2D35815-7E40-4F4E-9D8C-F480E80DB735}"/>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39" name="university1652_drone_to_satellite/university1652_drone_to_satellite/seed-3/population/bin-10/visual">
            <a:extLst xmlns:a="http://schemas.openxmlformats.org/drawingml/2006/main">
              <a:ext uri="{FF2B5EF4-FFF2-40B4-BE49-F238E27FC236}">
                <a16:creationId xmlns:a16="http://schemas.microsoft.com/office/drawing/2014/main" id="{92A317C8-6A1B-49BD-8B83-CEB4B93D1CD5}"/>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university1652_drone_to_satellite/university1652_drone_to_satellite/seed-3/population/bin-10/full">
            <a:extLst xmlns:a="http://schemas.openxmlformats.org/drawingml/2006/main">
              <a:ext uri="{FF2B5EF4-FFF2-40B4-BE49-F238E27FC236}">
                <a16:creationId xmlns:a16="http://schemas.microsoft.com/office/drawing/2014/main" id="{0C3D3919-4A3C-450D-A4D7-8C14781169F2}"/>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university1652_drone_to_satellite/university1652_drone_to_satellite/seed-3/population/bin-11/label">
            <a:extLst xmlns:a="http://schemas.openxmlformats.org/drawingml/2006/main">
              <a:ext uri="{FF2B5EF4-FFF2-40B4-BE49-F238E27FC236}">
                <a16:creationId xmlns:a16="http://schemas.microsoft.com/office/drawing/2014/main" id="{3F086220-F834-47E7-A1FD-A1D45EE6A233}"/>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42" name="university1652_drone_to_satellite/university1652_drone_to_satellite/seed-3/population/bin-11/visual">
            <a:extLst xmlns:a="http://schemas.openxmlformats.org/drawingml/2006/main">
              <a:ext uri="{FF2B5EF4-FFF2-40B4-BE49-F238E27FC236}">
                <a16:creationId xmlns:a16="http://schemas.microsoft.com/office/drawing/2014/main" id="{2B36FD19-F211-4486-8493-0FAB11CFC8A4}"/>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university1652_drone_to_satellite/university1652_drone_to_satellite/seed-3/population/bin-11/full">
            <a:extLst xmlns:a="http://schemas.openxmlformats.org/drawingml/2006/main">
              <a:ext uri="{FF2B5EF4-FFF2-40B4-BE49-F238E27FC236}">
                <a16:creationId xmlns:a16="http://schemas.microsoft.com/office/drawing/2014/main" id="{23368F47-851D-43BC-BEE5-CA0B6D76CC12}"/>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university1652_drone_to_satellite/university1652_drone_to_satellite/seed-3/population/bin-12/label">
            <a:extLst xmlns:a="http://schemas.openxmlformats.org/drawingml/2006/main">
              <a:ext uri="{FF2B5EF4-FFF2-40B4-BE49-F238E27FC236}">
                <a16:creationId xmlns:a16="http://schemas.microsoft.com/office/drawing/2014/main" id="{72AA3400-AF68-4811-BF4A-3F824E5B25F0}"/>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5" name="university1652_drone_to_satellite/university1652_drone_to_satellite/seed-3/population/bin-12/visual">
            <a:extLst xmlns:a="http://schemas.openxmlformats.org/drawingml/2006/main">
              <a:ext uri="{FF2B5EF4-FFF2-40B4-BE49-F238E27FC236}">
                <a16:creationId xmlns:a16="http://schemas.microsoft.com/office/drawing/2014/main" id="{6468055D-6D1E-41B3-8A39-470232DC1161}"/>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6" name="university1652_drone_to_satellite/university1652_drone_to_satellite/seed-3/population/bin-12/full">
            <a:extLst xmlns:a="http://schemas.openxmlformats.org/drawingml/2006/main">
              <a:ext uri="{FF2B5EF4-FFF2-40B4-BE49-F238E27FC236}">
                <a16:creationId xmlns:a16="http://schemas.microsoft.com/office/drawing/2014/main" id="{7026B432-1693-4440-B6F3-9DA3A750228C}"/>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7" name="university1652_drone_to_satellite/university1652_drone_to_satellite/seed-3/population/bin-13/label">
            <a:extLst xmlns:a="http://schemas.openxmlformats.org/drawingml/2006/main">
              <a:ext uri="{FF2B5EF4-FFF2-40B4-BE49-F238E27FC236}">
                <a16:creationId xmlns:a16="http://schemas.microsoft.com/office/drawing/2014/main" id="{34AE42ED-0960-4AED-BE33-6B43FF2FAD0A}"/>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48" name="university1652_drone_to_satellite/university1652_drone_to_satellite/seed-3/population/bin-13/visual">
            <a:extLst xmlns:a="http://schemas.openxmlformats.org/drawingml/2006/main">
              <a:ext uri="{FF2B5EF4-FFF2-40B4-BE49-F238E27FC236}">
                <a16:creationId xmlns:a16="http://schemas.microsoft.com/office/drawing/2014/main" id="{120CD438-C6F7-44F3-B7AB-08EE75C16F1E}"/>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9" name="university1652_drone_to_satellite/university1652_drone_to_satellite/seed-3/population/bin-13/full">
            <a:extLst xmlns:a="http://schemas.openxmlformats.org/drawingml/2006/main">
              <a:ext uri="{FF2B5EF4-FFF2-40B4-BE49-F238E27FC236}">
                <a16:creationId xmlns:a16="http://schemas.microsoft.com/office/drawing/2014/main" id="{00B1D38D-8C3B-4576-B92F-591CEC7C3DBE}"/>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0" name="university1652_drone_to_satellite/university1652_drone_to_satellite/seed-3/population/bin-14/label">
            <a:extLst xmlns:a="http://schemas.openxmlformats.org/drawingml/2006/main">
              <a:ext uri="{FF2B5EF4-FFF2-40B4-BE49-F238E27FC236}">
                <a16:creationId xmlns:a16="http://schemas.microsoft.com/office/drawing/2014/main" id="{5F4D4438-2786-4A9D-B33B-C7A4A929AF49}"/>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51" name="university1652_drone_to_satellite/university1652_drone_to_satellite/seed-3/population/bin-14/visual">
            <a:extLst xmlns:a="http://schemas.openxmlformats.org/drawingml/2006/main">
              <a:ext uri="{FF2B5EF4-FFF2-40B4-BE49-F238E27FC236}">
                <a16:creationId xmlns:a16="http://schemas.microsoft.com/office/drawing/2014/main" id="{4F3E1944-4BA2-487A-A6C8-01186B5B7840}"/>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2" name="university1652_drone_to_satellite/university1652_drone_to_satellite/seed-3/population/bin-14/full">
            <a:extLst xmlns:a="http://schemas.openxmlformats.org/drawingml/2006/main">
              <a:ext uri="{FF2B5EF4-FFF2-40B4-BE49-F238E27FC236}">
                <a16:creationId xmlns:a16="http://schemas.microsoft.com/office/drawing/2014/main" id="{2DE403F1-8E57-4ECF-87D9-A8337F0D751B}"/>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3" name="university1652_drone_to_satellite/university1652_drone_to_satellite/seed-3/population/bin-15/label">
            <a:extLst xmlns:a="http://schemas.openxmlformats.org/drawingml/2006/main">
              <a:ext uri="{FF2B5EF4-FFF2-40B4-BE49-F238E27FC236}">
                <a16:creationId xmlns:a16="http://schemas.microsoft.com/office/drawing/2014/main" id="{DBE196E9-FB05-4772-9AA4-313562CE7DAF}"/>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54" name="university1652_drone_to_satellite/university1652_drone_to_satellite/seed-3/population/bin-15/visual">
            <a:extLst xmlns:a="http://schemas.openxmlformats.org/drawingml/2006/main">
              <a:ext uri="{FF2B5EF4-FFF2-40B4-BE49-F238E27FC236}">
                <a16:creationId xmlns:a16="http://schemas.microsoft.com/office/drawing/2014/main" id="{BDE5AE65-A600-46AB-8C98-791F36E45659}"/>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5" name="university1652_drone_to_satellite/university1652_drone_to_satellite/seed-3/population/bin-15/full">
            <a:extLst xmlns:a="http://schemas.openxmlformats.org/drawingml/2006/main">
              <a:ext uri="{FF2B5EF4-FFF2-40B4-BE49-F238E27FC236}">
                <a16:creationId xmlns:a16="http://schemas.microsoft.com/office/drawing/2014/main" id="{60E3C4C8-AB0F-4301-B0F8-91FED3577BD1}"/>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6" name="university1652_drone_to_satellite/x-axis-label">
            <a:extLst xmlns:a="http://schemas.openxmlformats.org/drawingml/2006/main">
              <a:ext uri="{FF2B5EF4-FFF2-40B4-BE49-F238E27FC236}">
                <a16:creationId xmlns:a16="http://schemas.microsoft.com/office/drawing/2014/main" id="{7632505B-6912-462C-B28B-4F041102307E}"/>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57" name="university1652_drone_to_satellite/footnote-1">
            <a:extLst xmlns:a="http://schemas.openxmlformats.org/drawingml/2006/main">
              <a:ext uri="{FF2B5EF4-FFF2-40B4-BE49-F238E27FC236}">
                <a16:creationId xmlns:a16="http://schemas.microsoft.com/office/drawing/2014/main" id="{C06EA7CE-CED6-42C4-988F-40553F7D389C}"/>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58" name="university1652_drone_to_satellite/footnote-2">
            <a:extLst xmlns:a="http://schemas.openxmlformats.org/drawingml/2006/main">
              <a:ext uri="{FF2B5EF4-FFF2-40B4-BE49-F238E27FC236}">
                <a16:creationId xmlns:a16="http://schemas.microsoft.com/office/drawing/2014/main" id="{AD7F6CF2-76B3-4A36-92C1-BC3206611DFF}"/>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59" name="university1652_drone_to_satellite/footnote-3">
            <a:extLst xmlns:a="http://schemas.openxmlformats.org/drawingml/2006/main">
              <a:ext uri="{FF2B5EF4-FFF2-40B4-BE49-F238E27FC236}">
                <a16:creationId xmlns:a16="http://schemas.microsoft.com/office/drawing/2014/main" id="{CAB5A839-6ECF-4C44-968B-5605ACC3F573}"/>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60" name="university1652_drone_to_satellite/footnote-4">
            <a:extLst xmlns:a="http://schemas.openxmlformats.org/drawingml/2006/main">
              <a:ext uri="{FF2B5EF4-FFF2-40B4-BE49-F238E27FC236}">
                <a16:creationId xmlns:a16="http://schemas.microsoft.com/office/drawing/2014/main" id="{D34ACD2D-5BC4-4EBE-A3F8-4B9587885FCC}"/>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61" name="university1652_drone_to_satellite/footnote-5">
            <a:extLst xmlns:a="http://schemas.openxmlformats.org/drawingml/2006/main">
              <a:ext uri="{FF2B5EF4-FFF2-40B4-BE49-F238E27FC236}">
                <a16:creationId xmlns:a16="http://schemas.microsoft.com/office/drawing/2014/main" id="{9745B85D-6A98-42E0-B1B4-D12C8941BBA6}"/>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62" name="university1652_drone_to_satellite/footnote-6">
            <a:extLst xmlns:a="http://schemas.openxmlformats.org/drawingml/2006/main">
              <a:ext uri="{FF2B5EF4-FFF2-40B4-BE49-F238E27FC236}">
                <a16:creationId xmlns:a16="http://schemas.microsoft.com/office/drawing/2014/main" id="{36403939-87FD-44C9-8704-6E51AAE1F199}"/>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72081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university1652_satellite_to_drone/title">
            <a:extLst xmlns:a="http://schemas.openxmlformats.org/drawingml/2006/main">
              <a:ext uri="{FF2B5EF4-FFF2-40B4-BE49-F238E27FC236}">
                <a16:creationId xmlns:a16="http://schemas.microsoft.com/office/drawing/2014/main" id="{9D7F8CC6-C906-4CBA-A3F9-227AD1022920}"/>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Satellite → drone</a:t>
            </a:r>
          </a:p>
        </p:txBody>
      </p:sp>
      <p:sp>
        <p:nvSpPr>
          <p:cNvPr id="2" name="university1652_satellite_to_drone/subtitle">
            <a:extLst xmlns:a="http://schemas.openxmlformats.org/drawingml/2006/main">
              <a:ext uri="{FF2B5EF4-FFF2-40B4-BE49-F238E27FC236}">
                <a16:creationId xmlns:a16="http://schemas.microsoft.com/office/drawing/2014/main" id="{B9CB1E79-564F-40B3-BBE4-322FE1349056}"/>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university1652_satellite_to_drone/legend/visual/marker">
            <a:extLst xmlns:a="http://schemas.openxmlformats.org/drawingml/2006/main">
              <a:ext uri="{FF2B5EF4-FFF2-40B4-BE49-F238E27FC236}">
                <a16:creationId xmlns:a16="http://schemas.microsoft.com/office/drawing/2014/main" id="{87B239FA-8CE5-409F-B4CF-029BB40C4E7D}"/>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satellite_to_drone/legend/visual/text">
            <a:extLst xmlns:a="http://schemas.openxmlformats.org/drawingml/2006/main">
              <a:ext uri="{FF2B5EF4-FFF2-40B4-BE49-F238E27FC236}">
                <a16:creationId xmlns:a16="http://schemas.microsoft.com/office/drawing/2014/main" id="{E4FA16AA-6F44-40B6-92C0-1C9DA1C6D262}"/>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satellite_to_drone/legend/full/marker">
            <a:extLst xmlns:a="http://schemas.openxmlformats.org/drawingml/2006/main">
              <a:ext uri="{FF2B5EF4-FFF2-40B4-BE49-F238E27FC236}">
                <a16:creationId xmlns:a16="http://schemas.microsoft.com/office/drawing/2014/main" id="{ABF2B868-485F-4BEE-AB43-9E17EC44F46A}"/>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satellite_to_drone/legend/full/text">
            <a:extLst xmlns:a="http://schemas.openxmlformats.org/drawingml/2006/main">
              <a:ext uri="{FF2B5EF4-FFF2-40B4-BE49-F238E27FC236}">
                <a16:creationId xmlns:a16="http://schemas.microsoft.com/office/drawing/2014/main" id="{79741ACF-6CAA-4282-9BA4-A48C46DF0269}"/>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satellite_to_drone/legend/equality/line">
            <a:extLst xmlns:a="http://schemas.openxmlformats.org/drawingml/2006/main">
              <a:ext uri="{FF2B5EF4-FFF2-40B4-BE49-F238E27FC236}">
                <a16:creationId xmlns:a16="http://schemas.microsoft.com/office/drawing/2014/main" id="{3F4D5817-2446-406B-B5DA-70AF94A18758}"/>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university1652_satellite_to_drone/legend/equality/text">
            <a:extLst xmlns:a="http://schemas.openxmlformats.org/drawingml/2006/main">
              <a:ext uri="{FF2B5EF4-FFF2-40B4-BE49-F238E27FC236}">
                <a16:creationId xmlns:a16="http://schemas.microsoft.com/office/drawing/2014/main" id="{98ED821A-A459-4246-A842-96FB3DEA0F5B}"/>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university1652_satellite_to_drone/y-axis-label">
            <a:extLst xmlns:a="http://schemas.openxmlformats.org/drawingml/2006/main">
              <a:ext uri="{FF2B5EF4-FFF2-40B4-BE49-F238E27FC236}">
                <a16:creationId xmlns:a16="http://schemas.microsoft.com/office/drawing/2014/main" id="{05B337E7-B867-421F-84AA-32F82E63C409}"/>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university1652_satellite_to_drone/university1652_satellite_to_drone/seed-1/seed-heading">
            <a:extLst xmlns:a="http://schemas.openxmlformats.org/drawingml/2006/main">
              <a:ext uri="{FF2B5EF4-FFF2-40B4-BE49-F238E27FC236}">
                <a16:creationId xmlns:a16="http://schemas.microsoft.com/office/drawing/2014/main" id="{6157F81A-7FF9-4256-A3F9-ABEACD3F9732}"/>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university1652_satellite_to_drone/university1652_satellite_to_drone/seed-1/y-grid-0">
            <a:extLst xmlns:a="http://schemas.openxmlformats.org/drawingml/2006/main">
              <a:ext uri="{FF2B5EF4-FFF2-40B4-BE49-F238E27FC236}">
                <a16:creationId xmlns:a16="http://schemas.microsoft.com/office/drawing/2014/main" id="{599FBCBB-6CA9-4F2D-AE7C-88E439FA74A0}"/>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university1652_satellite_to_drone/university1652_satellite_to_drone/seed-1/y-label-0">
            <a:extLst xmlns:a="http://schemas.openxmlformats.org/drawingml/2006/main">
              <a:ext uri="{FF2B5EF4-FFF2-40B4-BE49-F238E27FC236}">
                <a16:creationId xmlns:a16="http://schemas.microsoft.com/office/drawing/2014/main" id="{DD8AE165-0418-4304-86DA-CDA085ED0C75}"/>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atellite_to_drone/university1652_satellite_to_drone/seed-1/x-tick-0">
            <a:extLst xmlns:a="http://schemas.openxmlformats.org/drawingml/2006/main">
              <a:ext uri="{FF2B5EF4-FFF2-40B4-BE49-F238E27FC236}">
                <a16:creationId xmlns:a16="http://schemas.microsoft.com/office/drawing/2014/main" id="{CAC60E07-B033-42F3-89DC-B17CE404E069}"/>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university1652_satellite_to_drone/university1652_satellite_to_drone/seed-1/x-label-0">
            <a:extLst xmlns:a="http://schemas.openxmlformats.org/drawingml/2006/main">
              <a:ext uri="{FF2B5EF4-FFF2-40B4-BE49-F238E27FC236}">
                <a16:creationId xmlns:a16="http://schemas.microsoft.com/office/drawing/2014/main" id="{FFC265BF-F820-4E76-BC0F-C62CD1880183}"/>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university1652_satellite_to_drone/university1652_satellite_to_drone/seed-1/y-grid-0.25">
            <a:extLst xmlns:a="http://schemas.openxmlformats.org/drawingml/2006/main">
              <a:ext uri="{FF2B5EF4-FFF2-40B4-BE49-F238E27FC236}">
                <a16:creationId xmlns:a16="http://schemas.microsoft.com/office/drawing/2014/main" id="{FBBFCFB0-D8FE-405F-9660-C83B0EAA59CA}"/>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university1652_satellite_to_drone/university1652_satellite_to_drone/seed-1/y-label-0.25">
            <a:extLst xmlns:a="http://schemas.openxmlformats.org/drawingml/2006/main">
              <a:ext uri="{FF2B5EF4-FFF2-40B4-BE49-F238E27FC236}">
                <a16:creationId xmlns:a16="http://schemas.microsoft.com/office/drawing/2014/main" id="{D2CFE882-BB33-4B47-AB7C-1C0C79D8353F}"/>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university1652_satellite_to_drone/university1652_satellite_to_drone/seed-1/x-tick-0.25">
            <a:extLst xmlns:a="http://schemas.openxmlformats.org/drawingml/2006/main">
              <a:ext uri="{FF2B5EF4-FFF2-40B4-BE49-F238E27FC236}">
                <a16:creationId xmlns:a16="http://schemas.microsoft.com/office/drawing/2014/main" id="{AB1FAB27-2473-45D8-A824-8E4FFCAB9144}"/>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university1652_satellite_to_drone/university1652_satellite_to_drone/seed-1/x-label-0.25">
            <a:extLst xmlns:a="http://schemas.openxmlformats.org/drawingml/2006/main">
              <a:ext uri="{FF2B5EF4-FFF2-40B4-BE49-F238E27FC236}">
                <a16:creationId xmlns:a16="http://schemas.microsoft.com/office/drawing/2014/main" id="{4D674975-DFAD-441D-BC22-800458449801}"/>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university1652_satellite_to_drone/university1652_satellite_to_drone/seed-1/y-grid-0.5">
            <a:extLst xmlns:a="http://schemas.openxmlformats.org/drawingml/2006/main">
              <a:ext uri="{FF2B5EF4-FFF2-40B4-BE49-F238E27FC236}">
                <a16:creationId xmlns:a16="http://schemas.microsoft.com/office/drawing/2014/main" id="{EE9D7826-3785-45F6-88D4-1AFD73F3C46D}"/>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university1652_satellite_to_drone/university1652_satellite_to_drone/seed-1/y-label-0.5">
            <a:extLst xmlns:a="http://schemas.openxmlformats.org/drawingml/2006/main">
              <a:ext uri="{FF2B5EF4-FFF2-40B4-BE49-F238E27FC236}">
                <a16:creationId xmlns:a16="http://schemas.microsoft.com/office/drawing/2014/main" id="{BE541536-3876-4FA8-A9A5-51A0499C9E1D}"/>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university1652_satellite_to_drone/university1652_satellite_to_drone/seed-1/x-tick-0.5">
            <a:extLst xmlns:a="http://schemas.openxmlformats.org/drawingml/2006/main">
              <a:ext uri="{FF2B5EF4-FFF2-40B4-BE49-F238E27FC236}">
                <a16:creationId xmlns:a16="http://schemas.microsoft.com/office/drawing/2014/main" id="{5E1012BA-6912-4376-BE69-2339462C17B7}"/>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university1652_satellite_to_drone/university1652_satellite_to_drone/seed-1/x-label-0.5">
            <a:extLst xmlns:a="http://schemas.openxmlformats.org/drawingml/2006/main">
              <a:ext uri="{FF2B5EF4-FFF2-40B4-BE49-F238E27FC236}">
                <a16:creationId xmlns:a16="http://schemas.microsoft.com/office/drawing/2014/main" id="{F11644E5-91F8-45AE-A72C-ADF95ABFE99C}"/>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university1652_satellite_to_drone/university1652_satellite_to_drone/seed-1/y-grid-0.75">
            <a:extLst xmlns:a="http://schemas.openxmlformats.org/drawingml/2006/main">
              <a:ext uri="{FF2B5EF4-FFF2-40B4-BE49-F238E27FC236}">
                <a16:creationId xmlns:a16="http://schemas.microsoft.com/office/drawing/2014/main" id="{EE130906-BA9A-4A18-9ABE-078802630E8A}"/>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university1652_satellite_to_drone/university1652_satellite_to_drone/seed-1/y-label-0.75">
            <a:extLst xmlns:a="http://schemas.openxmlformats.org/drawingml/2006/main">
              <a:ext uri="{FF2B5EF4-FFF2-40B4-BE49-F238E27FC236}">
                <a16:creationId xmlns:a16="http://schemas.microsoft.com/office/drawing/2014/main" id="{912FAE32-C117-47FF-A489-0DCF57685648}"/>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university1652_satellite_to_drone/university1652_satellite_to_drone/seed-1/x-tick-0.75">
            <a:extLst xmlns:a="http://schemas.openxmlformats.org/drawingml/2006/main">
              <a:ext uri="{FF2B5EF4-FFF2-40B4-BE49-F238E27FC236}">
                <a16:creationId xmlns:a16="http://schemas.microsoft.com/office/drawing/2014/main" id="{B85DD2EF-44DD-4836-903F-9FB92A4864C4}"/>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university1652_satellite_to_drone/university1652_satellite_to_drone/seed-1/x-label-0.75">
            <a:extLst xmlns:a="http://schemas.openxmlformats.org/drawingml/2006/main">
              <a:ext uri="{FF2B5EF4-FFF2-40B4-BE49-F238E27FC236}">
                <a16:creationId xmlns:a16="http://schemas.microsoft.com/office/drawing/2014/main" id="{6A50C5E1-56A3-4C1F-89F6-71840541CFEC}"/>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university1652_satellite_to_drone/university1652_satellite_to_drone/seed-1/y-grid-1">
            <a:extLst xmlns:a="http://schemas.openxmlformats.org/drawingml/2006/main">
              <a:ext uri="{FF2B5EF4-FFF2-40B4-BE49-F238E27FC236}">
                <a16:creationId xmlns:a16="http://schemas.microsoft.com/office/drawing/2014/main" id="{BA84B3E2-D437-495E-8759-1159C22F86D6}"/>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university1652_satellite_to_drone/university1652_satellite_to_drone/seed-1/y-label-1">
            <a:extLst xmlns:a="http://schemas.openxmlformats.org/drawingml/2006/main">
              <a:ext uri="{FF2B5EF4-FFF2-40B4-BE49-F238E27FC236}">
                <a16:creationId xmlns:a16="http://schemas.microsoft.com/office/drawing/2014/main" id="{A6BC5844-50D9-4BA7-8FF5-8D502EA1EF92}"/>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university1652_satellite_to_drone/university1652_satellite_to_drone/seed-1/x-tick-1">
            <a:extLst xmlns:a="http://schemas.openxmlformats.org/drawingml/2006/main">
              <a:ext uri="{FF2B5EF4-FFF2-40B4-BE49-F238E27FC236}">
                <a16:creationId xmlns:a16="http://schemas.microsoft.com/office/drawing/2014/main" id="{19C25C2B-EA0A-427B-8E81-EE292E83D948}"/>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atellite_to_drone/university1652_satellite_to_drone/seed-1/x-label-1">
            <a:extLst xmlns:a="http://schemas.openxmlformats.org/drawingml/2006/main">
              <a:ext uri="{FF2B5EF4-FFF2-40B4-BE49-F238E27FC236}">
                <a16:creationId xmlns:a16="http://schemas.microsoft.com/office/drawing/2014/main" id="{8D77BEAF-C3EF-4D82-B815-143301D64242}"/>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university1652_satellite_to_drone/university1652_satellite_to_drone/seed-1/reference-equality">
            <a:extLst xmlns:a="http://schemas.openxmlformats.org/drawingml/2006/main">
              <a:ext uri="{FF2B5EF4-FFF2-40B4-BE49-F238E27FC236}">
                <a16:creationId xmlns:a16="http://schemas.microsoft.com/office/drawing/2014/main" id="{5A62AF62-99CB-461F-8D64-0404C1070B7A}"/>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university1652_satellite_to_drone/university1652_satellite_to_drone/seed-1/y-axis">
            <a:extLst xmlns:a="http://schemas.openxmlformats.org/drawingml/2006/main">
              <a:ext uri="{FF2B5EF4-FFF2-40B4-BE49-F238E27FC236}">
                <a16:creationId xmlns:a16="http://schemas.microsoft.com/office/drawing/2014/main" id="{8361D74C-A657-4904-B0FB-54DBA05782F1}"/>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university1652_satellite_to_drone/university1652_satellite_to_drone/seed-1/x-axis">
            <a:extLst xmlns:a="http://schemas.openxmlformats.org/drawingml/2006/main">
              <a:ext uri="{FF2B5EF4-FFF2-40B4-BE49-F238E27FC236}">
                <a16:creationId xmlns:a16="http://schemas.microsoft.com/office/drawing/2014/main" id="{912901E8-7AA1-49F2-97E9-8C1E21182C3D}"/>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university1652_satellite_to_drone/university1652_satellite_to_drone/seed-1/visual/bin-1/point">
            <a:extLst xmlns:a="http://schemas.openxmlformats.org/drawingml/2006/main">
              <a:ext uri="{FF2B5EF4-FFF2-40B4-BE49-F238E27FC236}">
                <a16:creationId xmlns:a16="http://schemas.microsoft.com/office/drawing/2014/main" id="{CD228919-3849-4F97-ABE5-998D901D5FFE}"/>
              </a:ext>
            </a:extLst>
          </p:cNvPr>
          <p:cNvSpPr>
            <a:spLocks xmlns:a="http://schemas.openxmlformats.org/drawingml/2006/main" noGrp="1"/>
          </p:cNvSpPr>
          <p:nvPr/>
        </p:nvSpPr>
        <p:spPr>
          <a:xfrm xmlns:a="http://schemas.openxmlformats.org/drawingml/2006/main">
            <a:off x="515777" y="181763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satellite_to_drone/university1652_satellite_to_drone/seed-1/visual/ECE">
            <a:extLst xmlns:a="http://schemas.openxmlformats.org/drawingml/2006/main">
              <a:ext uri="{FF2B5EF4-FFF2-40B4-BE49-F238E27FC236}">
                <a16:creationId xmlns:a16="http://schemas.microsoft.com/office/drawing/2014/main" id="{F9E2FF1A-CFDC-48A3-A705-04B30A7410BD}"/>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0.5573</a:t>
            </a:r>
          </a:p>
        </p:txBody>
      </p:sp>
      <p:sp>
        <p:nvSpPr>
          <p:cNvPr id="36" name="university1652_satellite_to_drone/university1652_satellite_to_drone/seed-1/full/bin-1/point">
            <a:extLst xmlns:a="http://schemas.openxmlformats.org/drawingml/2006/main">
              <a:ext uri="{FF2B5EF4-FFF2-40B4-BE49-F238E27FC236}">
                <a16:creationId xmlns:a16="http://schemas.microsoft.com/office/drawing/2014/main" id="{443B2268-E91D-4A85-B9CA-9DF67B57D594}"/>
              </a:ext>
            </a:extLst>
          </p:cNvPr>
          <p:cNvSpPr>
            <a:spLocks xmlns:a="http://schemas.openxmlformats.org/drawingml/2006/main" noGrp="1"/>
          </p:cNvSpPr>
          <p:nvPr/>
        </p:nvSpPr>
        <p:spPr>
          <a:xfrm xmlns:a="http://schemas.openxmlformats.org/drawingml/2006/main">
            <a:off x="519270" y="197886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7" name="university1652_satellite_to_drone/university1652_satellite_to_drone/seed-1/full/ECE">
            <a:extLst xmlns:a="http://schemas.openxmlformats.org/drawingml/2006/main">
              <a:ext uri="{FF2B5EF4-FFF2-40B4-BE49-F238E27FC236}">
                <a16:creationId xmlns:a16="http://schemas.microsoft.com/office/drawing/2014/main" id="{5F96DAE6-ADF3-4371-94FE-FC3CF15FA1D6}"/>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0.4531</a:t>
            </a:r>
          </a:p>
        </p:txBody>
      </p:sp>
      <p:sp>
        <p:nvSpPr>
          <p:cNvPr id="38" name="university1652_satellite_to_drone/university1652_satellite_to_drone/seed-1/population/N">
            <a:extLst xmlns:a="http://schemas.openxmlformats.org/drawingml/2006/main">
              <a:ext uri="{FF2B5EF4-FFF2-40B4-BE49-F238E27FC236}">
                <a16:creationId xmlns:a16="http://schemas.microsoft.com/office/drawing/2014/main" id="{473762EC-2DF2-48E5-8580-1D9C35991172}"/>
              </a:ext>
            </a:extLst>
          </p:cNvPr>
          <p:cNvSpPr>
            <a:spLocks xmlns:a="http://schemas.openxmlformats.org/drawingml/2006/main" noGrp="1"/>
          </p:cNvSpPr>
          <p:nvPr/>
        </p:nvSpPr>
        <p:spPr>
          <a:xfrm xmlns:a="http://schemas.openxmlformats.org/drawingml/2006/main">
            <a:off x="740807" y="3716528"/>
            <a:ext cx="11853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701; bin populations</a:t>
            </a:r>
          </a:p>
        </p:txBody>
      </p:sp>
      <p:sp>
        <p:nvSpPr>
          <p:cNvPr id="39" name="university1652_satellite_to_drone/university1652_satellite_to_drone/seed-1/population/header/bin">
            <a:extLst xmlns:a="http://schemas.openxmlformats.org/drawingml/2006/main">
              <a:ext uri="{FF2B5EF4-FFF2-40B4-BE49-F238E27FC236}">
                <a16:creationId xmlns:a16="http://schemas.microsoft.com/office/drawing/2014/main" id="{3EEF7F4C-9438-42A0-8290-03430A90DA9F}"/>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0" name="university1652_satellite_to_drone/university1652_satellite_to_drone/seed-1/population/header/visual">
            <a:extLst xmlns:a="http://schemas.openxmlformats.org/drawingml/2006/main">
              <a:ext uri="{FF2B5EF4-FFF2-40B4-BE49-F238E27FC236}">
                <a16:creationId xmlns:a16="http://schemas.microsoft.com/office/drawing/2014/main" id="{8761B9CF-AF7C-4A96-8A2C-E0576D5A9969}"/>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1" name="university1652_satellite_to_drone/university1652_satellite_to_drone/seed-1/population/header/full">
            <a:extLst xmlns:a="http://schemas.openxmlformats.org/drawingml/2006/main">
              <a:ext uri="{FF2B5EF4-FFF2-40B4-BE49-F238E27FC236}">
                <a16:creationId xmlns:a16="http://schemas.microsoft.com/office/drawing/2014/main" id="{EFD73EB5-199C-4D78-988B-E6BC79698680}"/>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2" name="university1652_satellite_to_drone/university1652_satellite_to_drone/seed-1/population/header/rule">
            <a:extLst xmlns:a="http://schemas.openxmlformats.org/drawingml/2006/main">
              <a:ext uri="{FF2B5EF4-FFF2-40B4-BE49-F238E27FC236}">
                <a16:creationId xmlns:a16="http://schemas.microsoft.com/office/drawing/2014/main" id="{DE372320-183A-487C-90D8-A358E7A32CED}"/>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3" name="university1652_satellite_to_drone/university1652_satellite_to_drone/seed-1/population/bin-1/label">
            <a:extLst xmlns:a="http://schemas.openxmlformats.org/drawingml/2006/main">
              <a:ext uri="{FF2B5EF4-FFF2-40B4-BE49-F238E27FC236}">
                <a16:creationId xmlns:a16="http://schemas.microsoft.com/office/drawing/2014/main" id="{D427D190-7019-4FBC-A8E5-053662DD0A46}"/>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4" name="university1652_satellite_to_drone/university1652_satellite_to_drone/seed-1/population/bin-1/visual">
            <a:extLst xmlns:a="http://schemas.openxmlformats.org/drawingml/2006/main">
              <a:ext uri="{FF2B5EF4-FFF2-40B4-BE49-F238E27FC236}">
                <a16:creationId xmlns:a16="http://schemas.microsoft.com/office/drawing/2014/main" id="{5C3181F7-4F98-4AEE-B5F3-026935D14EA6}"/>
              </a:ext>
            </a:extLst>
          </p:cNvPr>
          <p:cNvSpPr>
            <a:spLocks xmlns:a="http://schemas.openxmlformats.org/drawingml/2006/main" noGrp="1"/>
          </p:cNvSpPr>
          <p:nvPr/>
        </p:nvSpPr>
        <p:spPr>
          <a:xfrm xmlns:a="http://schemas.openxmlformats.org/drawingml/2006/main">
            <a:off x="11805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701</a:t>
            </a:r>
          </a:p>
        </p:txBody>
      </p:sp>
      <p:sp>
        <p:nvSpPr>
          <p:cNvPr id="45" name="university1652_satellite_to_drone/university1652_satellite_to_drone/seed-1/population/bin-1/full">
            <a:extLst xmlns:a="http://schemas.openxmlformats.org/drawingml/2006/main">
              <a:ext uri="{FF2B5EF4-FFF2-40B4-BE49-F238E27FC236}">
                <a16:creationId xmlns:a16="http://schemas.microsoft.com/office/drawing/2014/main" id="{45921C79-28BC-4B33-B289-63591F3EAEDC}"/>
              </a:ext>
            </a:extLst>
          </p:cNvPr>
          <p:cNvSpPr>
            <a:spLocks xmlns:a="http://schemas.openxmlformats.org/drawingml/2006/main" noGrp="1"/>
          </p:cNvSpPr>
          <p:nvPr/>
        </p:nvSpPr>
        <p:spPr>
          <a:xfrm xmlns:a="http://schemas.openxmlformats.org/drawingml/2006/main">
            <a:off x="18155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701</a:t>
            </a:r>
          </a:p>
        </p:txBody>
      </p:sp>
      <p:sp>
        <p:nvSpPr>
          <p:cNvPr id="46" name="university1652_satellite_to_drone/university1652_satellite_to_drone/seed-1/population/bin-2/label">
            <a:extLst xmlns:a="http://schemas.openxmlformats.org/drawingml/2006/main">
              <a:ext uri="{FF2B5EF4-FFF2-40B4-BE49-F238E27FC236}">
                <a16:creationId xmlns:a16="http://schemas.microsoft.com/office/drawing/2014/main" id="{40314C9B-07FC-43C4-87CC-20C0D7D9695C}"/>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7" name="university1652_satellite_to_drone/university1652_satellite_to_drone/seed-1/population/bin-2/visual">
            <a:extLst xmlns:a="http://schemas.openxmlformats.org/drawingml/2006/main">
              <a:ext uri="{FF2B5EF4-FFF2-40B4-BE49-F238E27FC236}">
                <a16:creationId xmlns:a16="http://schemas.microsoft.com/office/drawing/2014/main" id="{44929AB3-46C2-4FCA-BF39-F501DE54F749}"/>
              </a:ext>
            </a:extLst>
          </p:cNvPr>
          <p:cNvSpPr>
            <a:spLocks xmlns:a="http://schemas.openxmlformats.org/drawingml/2006/main" noGrp="1"/>
          </p:cNvSpPr>
          <p:nvPr/>
        </p:nvSpPr>
        <p:spPr>
          <a:xfrm xmlns:a="http://schemas.openxmlformats.org/drawingml/2006/main">
            <a:off x="1236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8" name="university1652_satellite_to_drone/university1652_satellite_to_drone/seed-1/population/bin-2/full">
            <a:extLst xmlns:a="http://schemas.openxmlformats.org/drawingml/2006/main">
              <a:ext uri="{FF2B5EF4-FFF2-40B4-BE49-F238E27FC236}">
                <a16:creationId xmlns:a16="http://schemas.microsoft.com/office/drawing/2014/main" id="{F6751645-6EBF-494C-B4E9-C3DB48FEC5EB}"/>
              </a:ext>
            </a:extLst>
          </p:cNvPr>
          <p:cNvSpPr>
            <a:spLocks xmlns:a="http://schemas.openxmlformats.org/drawingml/2006/main" noGrp="1"/>
          </p:cNvSpPr>
          <p:nvPr/>
        </p:nvSpPr>
        <p:spPr>
          <a:xfrm xmlns:a="http://schemas.openxmlformats.org/drawingml/2006/main">
            <a:off x="187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9" name="university1652_satellite_to_drone/university1652_satellite_to_drone/seed-1/population/bin-3/label">
            <a:extLst xmlns:a="http://schemas.openxmlformats.org/drawingml/2006/main">
              <a:ext uri="{FF2B5EF4-FFF2-40B4-BE49-F238E27FC236}">
                <a16:creationId xmlns:a16="http://schemas.microsoft.com/office/drawing/2014/main" id="{939DF3FC-F6D0-4AC1-8198-8950C7ABD5B9}"/>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0" name="university1652_satellite_to_drone/university1652_satellite_to_drone/seed-1/population/bin-3/visual">
            <a:extLst xmlns:a="http://schemas.openxmlformats.org/drawingml/2006/main">
              <a:ext uri="{FF2B5EF4-FFF2-40B4-BE49-F238E27FC236}">
                <a16:creationId xmlns:a16="http://schemas.microsoft.com/office/drawing/2014/main" id="{2C22D904-11EC-4E10-8016-EADC88901D32}"/>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1" name="university1652_satellite_to_drone/university1652_satellite_to_drone/seed-1/population/bin-3/full">
            <a:extLst xmlns:a="http://schemas.openxmlformats.org/drawingml/2006/main">
              <a:ext uri="{FF2B5EF4-FFF2-40B4-BE49-F238E27FC236}">
                <a16:creationId xmlns:a16="http://schemas.microsoft.com/office/drawing/2014/main" id="{17692AAE-7F6A-4CE1-ACA2-A6B1149C068A}"/>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2" name="university1652_satellite_to_drone/university1652_satellite_to_drone/seed-1/population/bin-4/label">
            <a:extLst xmlns:a="http://schemas.openxmlformats.org/drawingml/2006/main">
              <a:ext uri="{FF2B5EF4-FFF2-40B4-BE49-F238E27FC236}">
                <a16:creationId xmlns:a16="http://schemas.microsoft.com/office/drawing/2014/main" id="{95D02B91-8825-4471-9B33-B25DFF70C43E}"/>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3" name="university1652_satellite_to_drone/university1652_satellite_to_drone/seed-1/population/bin-4/visual">
            <a:extLst xmlns:a="http://schemas.openxmlformats.org/drawingml/2006/main">
              <a:ext uri="{FF2B5EF4-FFF2-40B4-BE49-F238E27FC236}">
                <a16:creationId xmlns:a16="http://schemas.microsoft.com/office/drawing/2014/main" id="{F6ACACE4-E1DB-436D-AD95-0BFBBA52FCF1}"/>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university1652_satellite_to_drone/university1652_satellite_to_drone/seed-1/population/bin-4/full">
            <a:extLst xmlns:a="http://schemas.openxmlformats.org/drawingml/2006/main">
              <a:ext uri="{FF2B5EF4-FFF2-40B4-BE49-F238E27FC236}">
                <a16:creationId xmlns:a16="http://schemas.microsoft.com/office/drawing/2014/main" id="{B19151DD-4EFB-4BB1-A32C-A409F2843BCA}"/>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5" name="university1652_satellite_to_drone/university1652_satellite_to_drone/seed-1/population/bin-5/label">
            <a:extLst xmlns:a="http://schemas.openxmlformats.org/drawingml/2006/main">
              <a:ext uri="{FF2B5EF4-FFF2-40B4-BE49-F238E27FC236}">
                <a16:creationId xmlns:a16="http://schemas.microsoft.com/office/drawing/2014/main" id="{D04773B2-85CE-41BF-A8B9-0BA137904A67}"/>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6" name="university1652_satellite_to_drone/university1652_satellite_to_drone/seed-1/population/bin-5/visual">
            <a:extLst xmlns:a="http://schemas.openxmlformats.org/drawingml/2006/main">
              <a:ext uri="{FF2B5EF4-FFF2-40B4-BE49-F238E27FC236}">
                <a16:creationId xmlns:a16="http://schemas.microsoft.com/office/drawing/2014/main" id="{524DB921-116A-4103-BC66-FBEA6AF2FC15}"/>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university1652_satellite_to_drone/university1652_satellite_to_drone/seed-1/population/bin-5/full">
            <a:extLst xmlns:a="http://schemas.openxmlformats.org/drawingml/2006/main">
              <a:ext uri="{FF2B5EF4-FFF2-40B4-BE49-F238E27FC236}">
                <a16:creationId xmlns:a16="http://schemas.microsoft.com/office/drawing/2014/main" id="{CDB91283-17AE-4F32-AB05-11A944304D7B}"/>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university1652_satellite_to_drone/university1652_satellite_to_drone/seed-1/population/bin-6/label">
            <a:extLst xmlns:a="http://schemas.openxmlformats.org/drawingml/2006/main">
              <a:ext uri="{FF2B5EF4-FFF2-40B4-BE49-F238E27FC236}">
                <a16:creationId xmlns:a16="http://schemas.microsoft.com/office/drawing/2014/main" id="{1CBA7A7B-E6C0-43D5-AB6B-70263B2E8818}"/>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59" name="university1652_satellite_to_drone/university1652_satellite_to_drone/seed-1/population/bin-6/visual">
            <a:extLst xmlns:a="http://schemas.openxmlformats.org/drawingml/2006/main">
              <a:ext uri="{FF2B5EF4-FFF2-40B4-BE49-F238E27FC236}">
                <a16:creationId xmlns:a16="http://schemas.microsoft.com/office/drawing/2014/main" id="{82D5119E-44B2-4643-894F-1D305B55226D}"/>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university1652_satellite_to_drone/university1652_satellite_to_drone/seed-1/population/bin-6/full">
            <a:extLst xmlns:a="http://schemas.openxmlformats.org/drawingml/2006/main">
              <a:ext uri="{FF2B5EF4-FFF2-40B4-BE49-F238E27FC236}">
                <a16:creationId xmlns:a16="http://schemas.microsoft.com/office/drawing/2014/main" id="{CCC15AB5-E4BB-4E2B-8CDB-81014A910B99}"/>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university1652_satellite_to_drone/university1652_satellite_to_drone/seed-1/population/bin-7/label">
            <a:extLst xmlns:a="http://schemas.openxmlformats.org/drawingml/2006/main">
              <a:ext uri="{FF2B5EF4-FFF2-40B4-BE49-F238E27FC236}">
                <a16:creationId xmlns:a16="http://schemas.microsoft.com/office/drawing/2014/main" id="{284D918D-7FB6-463D-8C92-F91532EC3942}"/>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2" name="university1652_satellite_to_drone/university1652_satellite_to_drone/seed-1/population/bin-7/visual">
            <a:extLst xmlns:a="http://schemas.openxmlformats.org/drawingml/2006/main">
              <a:ext uri="{FF2B5EF4-FFF2-40B4-BE49-F238E27FC236}">
                <a16:creationId xmlns:a16="http://schemas.microsoft.com/office/drawing/2014/main" id="{2A05BF43-0049-4FEC-B509-B77A874E0620}"/>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university1652_satellite_to_drone/university1652_satellite_to_drone/seed-1/population/bin-7/full">
            <a:extLst xmlns:a="http://schemas.openxmlformats.org/drawingml/2006/main">
              <a:ext uri="{FF2B5EF4-FFF2-40B4-BE49-F238E27FC236}">
                <a16:creationId xmlns:a16="http://schemas.microsoft.com/office/drawing/2014/main" id="{6AA7AAA0-A39E-4682-A0A4-D7C893D37C4B}"/>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university1652_satellite_to_drone/university1652_satellite_to_drone/seed-1/population/bin-8/label">
            <a:extLst xmlns:a="http://schemas.openxmlformats.org/drawingml/2006/main">
              <a:ext uri="{FF2B5EF4-FFF2-40B4-BE49-F238E27FC236}">
                <a16:creationId xmlns:a16="http://schemas.microsoft.com/office/drawing/2014/main" id="{1575E560-DE90-4357-A33F-ADA94B8F36F0}"/>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5" name="university1652_satellite_to_drone/university1652_satellite_to_drone/seed-1/population/bin-8/visual">
            <a:extLst xmlns:a="http://schemas.openxmlformats.org/drawingml/2006/main">
              <a:ext uri="{FF2B5EF4-FFF2-40B4-BE49-F238E27FC236}">
                <a16:creationId xmlns:a16="http://schemas.microsoft.com/office/drawing/2014/main" id="{AD001CC6-0CAD-4151-87BD-8B0DA52082FE}"/>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university1652_satellite_to_drone/university1652_satellite_to_drone/seed-1/population/bin-8/full">
            <a:extLst xmlns:a="http://schemas.openxmlformats.org/drawingml/2006/main">
              <a:ext uri="{FF2B5EF4-FFF2-40B4-BE49-F238E27FC236}">
                <a16:creationId xmlns:a16="http://schemas.microsoft.com/office/drawing/2014/main" id="{EA1E377A-AF21-4345-A2BB-3301ADA3EB46}"/>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university1652_satellite_to_drone/university1652_satellite_to_drone/seed-1/population/bin-9/label">
            <a:extLst xmlns:a="http://schemas.openxmlformats.org/drawingml/2006/main">
              <a:ext uri="{FF2B5EF4-FFF2-40B4-BE49-F238E27FC236}">
                <a16:creationId xmlns:a16="http://schemas.microsoft.com/office/drawing/2014/main" id="{6F8BE0A9-C62F-4A36-810E-1AD829EAFDF8}"/>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68" name="university1652_satellite_to_drone/university1652_satellite_to_drone/seed-1/population/bin-9/visual">
            <a:extLst xmlns:a="http://schemas.openxmlformats.org/drawingml/2006/main">
              <a:ext uri="{FF2B5EF4-FFF2-40B4-BE49-F238E27FC236}">
                <a16:creationId xmlns:a16="http://schemas.microsoft.com/office/drawing/2014/main" id="{58FA9D16-E966-46C1-BB97-9CFD8C7B510B}"/>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university1652_satellite_to_drone/university1652_satellite_to_drone/seed-1/population/bin-9/full">
            <a:extLst xmlns:a="http://schemas.openxmlformats.org/drawingml/2006/main">
              <a:ext uri="{FF2B5EF4-FFF2-40B4-BE49-F238E27FC236}">
                <a16:creationId xmlns:a16="http://schemas.microsoft.com/office/drawing/2014/main" id="{B4DEADDE-DCFA-477E-879A-6DCDB89A8343}"/>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university1652_satellite_to_drone/university1652_satellite_to_drone/seed-1/population/bin-10/label">
            <a:extLst xmlns:a="http://schemas.openxmlformats.org/drawingml/2006/main">
              <a:ext uri="{FF2B5EF4-FFF2-40B4-BE49-F238E27FC236}">
                <a16:creationId xmlns:a16="http://schemas.microsoft.com/office/drawing/2014/main" id="{28D84E60-FCFE-42BB-9649-7CADE106B2F5}"/>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1" name="university1652_satellite_to_drone/university1652_satellite_to_drone/seed-1/population/bin-10/visual">
            <a:extLst xmlns:a="http://schemas.openxmlformats.org/drawingml/2006/main">
              <a:ext uri="{FF2B5EF4-FFF2-40B4-BE49-F238E27FC236}">
                <a16:creationId xmlns:a16="http://schemas.microsoft.com/office/drawing/2014/main" id="{CD756826-F658-47C4-8067-FBB48D6FF638}"/>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university1652_satellite_to_drone/university1652_satellite_to_drone/seed-1/population/bin-10/full">
            <a:extLst xmlns:a="http://schemas.openxmlformats.org/drawingml/2006/main">
              <a:ext uri="{FF2B5EF4-FFF2-40B4-BE49-F238E27FC236}">
                <a16:creationId xmlns:a16="http://schemas.microsoft.com/office/drawing/2014/main" id="{920AC7A7-EC98-4D4D-A468-53AEB29D0058}"/>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university1652_satellite_to_drone/university1652_satellite_to_drone/seed-1/population/bin-11/label">
            <a:extLst xmlns:a="http://schemas.openxmlformats.org/drawingml/2006/main">
              <a:ext uri="{FF2B5EF4-FFF2-40B4-BE49-F238E27FC236}">
                <a16:creationId xmlns:a16="http://schemas.microsoft.com/office/drawing/2014/main" id="{E09F6EE8-FE92-4B56-BC9D-1A4962CFA318}"/>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4" name="university1652_satellite_to_drone/university1652_satellite_to_drone/seed-1/population/bin-11/visual">
            <a:extLst xmlns:a="http://schemas.openxmlformats.org/drawingml/2006/main">
              <a:ext uri="{FF2B5EF4-FFF2-40B4-BE49-F238E27FC236}">
                <a16:creationId xmlns:a16="http://schemas.microsoft.com/office/drawing/2014/main" id="{D960DBA2-E71B-4A24-82D2-F1B6535BD76A}"/>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university1652_satellite_to_drone/university1652_satellite_to_drone/seed-1/population/bin-11/full">
            <a:extLst xmlns:a="http://schemas.openxmlformats.org/drawingml/2006/main">
              <a:ext uri="{FF2B5EF4-FFF2-40B4-BE49-F238E27FC236}">
                <a16:creationId xmlns:a16="http://schemas.microsoft.com/office/drawing/2014/main" id="{3A37B367-A8BD-4407-B4E2-842D27A69554}"/>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university1652_satellite_to_drone/university1652_satellite_to_drone/seed-1/population/bin-12/label">
            <a:extLst xmlns:a="http://schemas.openxmlformats.org/drawingml/2006/main">
              <a:ext uri="{FF2B5EF4-FFF2-40B4-BE49-F238E27FC236}">
                <a16:creationId xmlns:a16="http://schemas.microsoft.com/office/drawing/2014/main" id="{007C475A-56E6-449B-A969-7B26F2EE0F04}"/>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7" name="university1652_satellite_to_drone/university1652_satellite_to_drone/seed-1/population/bin-12/visual">
            <a:extLst xmlns:a="http://schemas.openxmlformats.org/drawingml/2006/main">
              <a:ext uri="{FF2B5EF4-FFF2-40B4-BE49-F238E27FC236}">
                <a16:creationId xmlns:a16="http://schemas.microsoft.com/office/drawing/2014/main" id="{5E0FEBC3-0019-4ACF-B63D-FDFCD54209DF}"/>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university1652_satellite_to_drone/university1652_satellite_to_drone/seed-1/population/bin-12/full">
            <a:extLst xmlns:a="http://schemas.openxmlformats.org/drawingml/2006/main">
              <a:ext uri="{FF2B5EF4-FFF2-40B4-BE49-F238E27FC236}">
                <a16:creationId xmlns:a16="http://schemas.microsoft.com/office/drawing/2014/main" id="{7E912850-A38C-4ADA-BB4D-846225268582}"/>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university1652_satellite_to_drone/university1652_satellite_to_drone/seed-1/population/bin-13/label">
            <a:extLst xmlns:a="http://schemas.openxmlformats.org/drawingml/2006/main">
              <a:ext uri="{FF2B5EF4-FFF2-40B4-BE49-F238E27FC236}">
                <a16:creationId xmlns:a16="http://schemas.microsoft.com/office/drawing/2014/main" id="{FE82985F-BAE1-403F-ACEF-A22F9F843CCB}"/>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0" name="university1652_satellite_to_drone/university1652_satellite_to_drone/seed-1/population/bin-13/visual">
            <a:extLst xmlns:a="http://schemas.openxmlformats.org/drawingml/2006/main">
              <a:ext uri="{FF2B5EF4-FFF2-40B4-BE49-F238E27FC236}">
                <a16:creationId xmlns:a16="http://schemas.microsoft.com/office/drawing/2014/main" id="{55D150DA-91FF-45DD-AEBF-4BB9A2ABE33F}"/>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university1652_satellite_to_drone/university1652_satellite_to_drone/seed-1/population/bin-13/full">
            <a:extLst xmlns:a="http://schemas.openxmlformats.org/drawingml/2006/main">
              <a:ext uri="{FF2B5EF4-FFF2-40B4-BE49-F238E27FC236}">
                <a16:creationId xmlns:a16="http://schemas.microsoft.com/office/drawing/2014/main" id="{CA7B7BB9-DDF8-493F-8D3F-326CF4A5792C}"/>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university1652_satellite_to_drone/university1652_satellite_to_drone/seed-1/population/bin-14/label">
            <a:extLst xmlns:a="http://schemas.openxmlformats.org/drawingml/2006/main">
              <a:ext uri="{FF2B5EF4-FFF2-40B4-BE49-F238E27FC236}">
                <a16:creationId xmlns:a16="http://schemas.microsoft.com/office/drawing/2014/main" id="{4FFF38D3-C35A-4EF4-A909-62F1CCF7EA29}"/>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3" name="university1652_satellite_to_drone/university1652_satellite_to_drone/seed-1/population/bin-14/visual">
            <a:extLst xmlns:a="http://schemas.openxmlformats.org/drawingml/2006/main">
              <a:ext uri="{FF2B5EF4-FFF2-40B4-BE49-F238E27FC236}">
                <a16:creationId xmlns:a16="http://schemas.microsoft.com/office/drawing/2014/main" id="{A9C7A3E6-4BBB-49CE-8BEE-D1474D058EF6}"/>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university1652_satellite_to_drone/university1652_satellite_to_drone/seed-1/population/bin-14/full">
            <a:extLst xmlns:a="http://schemas.openxmlformats.org/drawingml/2006/main">
              <a:ext uri="{FF2B5EF4-FFF2-40B4-BE49-F238E27FC236}">
                <a16:creationId xmlns:a16="http://schemas.microsoft.com/office/drawing/2014/main" id="{6E2FF226-7EF4-4EA8-9732-7635C695F251}"/>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university1652_satellite_to_drone/university1652_satellite_to_drone/seed-1/population/bin-15/label">
            <a:extLst xmlns:a="http://schemas.openxmlformats.org/drawingml/2006/main">
              <a:ext uri="{FF2B5EF4-FFF2-40B4-BE49-F238E27FC236}">
                <a16:creationId xmlns:a16="http://schemas.microsoft.com/office/drawing/2014/main" id="{E510CD62-AE01-409B-9E41-F408EB56226B}"/>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6" name="university1652_satellite_to_drone/university1652_satellite_to_drone/seed-1/population/bin-15/visual">
            <a:extLst xmlns:a="http://schemas.openxmlformats.org/drawingml/2006/main">
              <a:ext uri="{FF2B5EF4-FFF2-40B4-BE49-F238E27FC236}">
                <a16:creationId xmlns:a16="http://schemas.microsoft.com/office/drawing/2014/main" id="{83717381-53D8-4C1E-98E3-1632492AAE57}"/>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university1652_satellite_to_drone/university1652_satellite_to_drone/seed-1/population/bin-15/full">
            <a:extLst xmlns:a="http://schemas.openxmlformats.org/drawingml/2006/main">
              <a:ext uri="{FF2B5EF4-FFF2-40B4-BE49-F238E27FC236}">
                <a16:creationId xmlns:a16="http://schemas.microsoft.com/office/drawing/2014/main" id="{8CE85B43-1B08-417E-8809-9D4564A6F221}"/>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university1652_satellite_to_drone/university1652_satellite_to_drone/seed-2/seed-heading">
            <a:extLst xmlns:a="http://schemas.openxmlformats.org/drawingml/2006/main">
              <a:ext uri="{FF2B5EF4-FFF2-40B4-BE49-F238E27FC236}">
                <a16:creationId xmlns:a16="http://schemas.microsoft.com/office/drawing/2014/main" id="{B89BEB01-C294-4FC7-82B8-F688C6DC7903}"/>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89" name="university1652_satellite_to_drone/university1652_satellite_to_drone/seed-2/y-grid-0">
            <a:extLst xmlns:a="http://schemas.openxmlformats.org/drawingml/2006/main">
              <a:ext uri="{FF2B5EF4-FFF2-40B4-BE49-F238E27FC236}">
                <a16:creationId xmlns:a16="http://schemas.microsoft.com/office/drawing/2014/main" id="{2694B1E6-1B12-4DCC-8C63-16E2D2928578}"/>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university1652_satellite_to_drone/university1652_satellite_to_drone/seed-2/y-label-0">
            <a:extLst xmlns:a="http://schemas.openxmlformats.org/drawingml/2006/main">
              <a:ext uri="{FF2B5EF4-FFF2-40B4-BE49-F238E27FC236}">
                <a16:creationId xmlns:a16="http://schemas.microsoft.com/office/drawing/2014/main" id="{94E7D3A0-6A59-49D9-91F5-05C5475D25FC}"/>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1" name="university1652_satellite_to_drone/university1652_satellite_to_drone/seed-2/x-tick-0">
            <a:extLst xmlns:a="http://schemas.openxmlformats.org/drawingml/2006/main">
              <a:ext uri="{FF2B5EF4-FFF2-40B4-BE49-F238E27FC236}">
                <a16:creationId xmlns:a16="http://schemas.microsoft.com/office/drawing/2014/main" id="{E42610C8-8A57-4BBA-AA49-20A562E6CAF8}"/>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university1652_satellite_to_drone/university1652_satellite_to_drone/seed-2/x-label-0">
            <a:extLst xmlns:a="http://schemas.openxmlformats.org/drawingml/2006/main">
              <a:ext uri="{FF2B5EF4-FFF2-40B4-BE49-F238E27FC236}">
                <a16:creationId xmlns:a16="http://schemas.microsoft.com/office/drawing/2014/main" id="{90ACAB51-585A-4B56-A560-41EECB9FA671}"/>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university1652_satellite_to_drone/university1652_satellite_to_drone/seed-2/y-grid-0.25">
            <a:extLst xmlns:a="http://schemas.openxmlformats.org/drawingml/2006/main">
              <a:ext uri="{FF2B5EF4-FFF2-40B4-BE49-F238E27FC236}">
                <a16:creationId xmlns:a16="http://schemas.microsoft.com/office/drawing/2014/main" id="{E240B7B0-6094-4786-B4D0-A04B2B90B7F4}"/>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university1652_satellite_to_drone/university1652_satellite_to_drone/seed-2/y-label-0.25">
            <a:extLst xmlns:a="http://schemas.openxmlformats.org/drawingml/2006/main">
              <a:ext uri="{FF2B5EF4-FFF2-40B4-BE49-F238E27FC236}">
                <a16:creationId xmlns:a16="http://schemas.microsoft.com/office/drawing/2014/main" id="{F542C304-49B3-413C-AB30-4DCF3175F97A}"/>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5" name="university1652_satellite_to_drone/university1652_satellite_to_drone/seed-2/x-tick-0.25">
            <a:extLst xmlns:a="http://schemas.openxmlformats.org/drawingml/2006/main">
              <a:ext uri="{FF2B5EF4-FFF2-40B4-BE49-F238E27FC236}">
                <a16:creationId xmlns:a16="http://schemas.microsoft.com/office/drawing/2014/main" id="{04F941D9-8894-4C66-8C28-4F50EB5CD309}"/>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university1652_satellite_to_drone/university1652_satellite_to_drone/seed-2/x-label-0.25">
            <a:extLst xmlns:a="http://schemas.openxmlformats.org/drawingml/2006/main">
              <a:ext uri="{FF2B5EF4-FFF2-40B4-BE49-F238E27FC236}">
                <a16:creationId xmlns:a16="http://schemas.microsoft.com/office/drawing/2014/main" id="{31E8591B-40BF-45E5-9411-9BEE38953D20}"/>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university1652_satellite_to_drone/university1652_satellite_to_drone/seed-2/y-grid-0.5">
            <a:extLst xmlns:a="http://schemas.openxmlformats.org/drawingml/2006/main">
              <a:ext uri="{FF2B5EF4-FFF2-40B4-BE49-F238E27FC236}">
                <a16:creationId xmlns:a16="http://schemas.microsoft.com/office/drawing/2014/main" id="{F01DAEFA-BB61-42D0-9FC0-17FACAD7C8F7}"/>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university1652_satellite_to_drone/university1652_satellite_to_drone/seed-2/y-label-0.5">
            <a:extLst xmlns:a="http://schemas.openxmlformats.org/drawingml/2006/main">
              <a:ext uri="{FF2B5EF4-FFF2-40B4-BE49-F238E27FC236}">
                <a16:creationId xmlns:a16="http://schemas.microsoft.com/office/drawing/2014/main" id="{3C3932B1-3220-4072-A4CF-18D63DCD5DFC}"/>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99" name="university1652_satellite_to_drone/university1652_satellite_to_drone/seed-2/x-tick-0.5">
            <a:extLst xmlns:a="http://schemas.openxmlformats.org/drawingml/2006/main">
              <a:ext uri="{FF2B5EF4-FFF2-40B4-BE49-F238E27FC236}">
                <a16:creationId xmlns:a16="http://schemas.microsoft.com/office/drawing/2014/main" id="{C2DB96EC-998F-4B52-8D05-55A0B05EA025}"/>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university1652_satellite_to_drone/university1652_satellite_to_drone/seed-2/x-label-0.5">
            <a:extLst xmlns:a="http://schemas.openxmlformats.org/drawingml/2006/main">
              <a:ext uri="{FF2B5EF4-FFF2-40B4-BE49-F238E27FC236}">
                <a16:creationId xmlns:a16="http://schemas.microsoft.com/office/drawing/2014/main" id="{16D6BB36-AFF5-4FA6-A47B-B709693E79FA}"/>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university1652_satellite_to_drone/university1652_satellite_to_drone/seed-2/y-grid-0.75">
            <a:extLst xmlns:a="http://schemas.openxmlformats.org/drawingml/2006/main">
              <a:ext uri="{FF2B5EF4-FFF2-40B4-BE49-F238E27FC236}">
                <a16:creationId xmlns:a16="http://schemas.microsoft.com/office/drawing/2014/main" id="{5372E1FA-FA97-4522-9448-207FA835EF71}"/>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university1652_satellite_to_drone/university1652_satellite_to_drone/seed-2/y-label-0.75">
            <a:extLst xmlns:a="http://schemas.openxmlformats.org/drawingml/2006/main">
              <a:ext uri="{FF2B5EF4-FFF2-40B4-BE49-F238E27FC236}">
                <a16:creationId xmlns:a16="http://schemas.microsoft.com/office/drawing/2014/main" id="{3D6F16D2-BA50-4B4B-85F7-D7E783567A53}"/>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3" name="university1652_satellite_to_drone/university1652_satellite_to_drone/seed-2/x-tick-0.75">
            <a:extLst xmlns:a="http://schemas.openxmlformats.org/drawingml/2006/main">
              <a:ext uri="{FF2B5EF4-FFF2-40B4-BE49-F238E27FC236}">
                <a16:creationId xmlns:a16="http://schemas.microsoft.com/office/drawing/2014/main" id="{A6D869D5-B201-471F-881E-43D9642BA279}"/>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university1652_satellite_to_drone/university1652_satellite_to_drone/seed-2/x-label-0.75">
            <a:extLst xmlns:a="http://schemas.openxmlformats.org/drawingml/2006/main">
              <a:ext uri="{FF2B5EF4-FFF2-40B4-BE49-F238E27FC236}">
                <a16:creationId xmlns:a16="http://schemas.microsoft.com/office/drawing/2014/main" id="{446E118A-219C-47F1-AD57-8570D0380BFC}"/>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university1652_satellite_to_drone/university1652_satellite_to_drone/seed-2/y-grid-1">
            <a:extLst xmlns:a="http://schemas.openxmlformats.org/drawingml/2006/main">
              <a:ext uri="{FF2B5EF4-FFF2-40B4-BE49-F238E27FC236}">
                <a16:creationId xmlns:a16="http://schemas.microsoft.com/office/drawing/2014/main" id="{6DC782D3-3EA8-4AD6-84E0-AF8DB14C0FBE}"/>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university1652_satellite_to_drone/university1652_satellite_to_drone/seed-2/y-label-1">
            <a:extLst xmlns:a="http://schemas.openxmlformats.org/drawingml/2006/main">
              <a:ext uri="{FF2B5EF4-FFF2-40B4-BE49-F238E27FC236}">
                <a16:creationId xmlns:a16="http://schemas.microsoft.com/office/drawing/2014/main" id="{10E85E3A-DE5F-41BC-8D6B-A5A76BF72AC3}"/>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7" name="university1652_satellite_to_drone/university1652_satellite_to_drone/seed-2/x-tick-1">
            <a:extLst xmlns:a="http://schemas.openxmlformats.org/drawingml/2006/main">
              <a:ext uri="{FF2B5EF4-FFF2-40B4-BE49-F238E27FC236}">
                <a16:creationId xmlns:a16="http://schemas.microsoft.com/office/drawing/2014/main" id="{A0B181F2-1603-44D1-BF44-0F566AB0123E}"/>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university1652_satellite_to_drone/university1652_satellite_to_drone/seed-2/x-label-1">
            <a:extLst xmlns:a="http://schemas.openxmlformats.org/drawingml/2006/main">
              <a:ext uri="{FF2B5EF4-FFF2-40B4-BE49-F238E27FC236}">
                <a16:creationId xmlns:a16="http://schemas.microsoft.com/office/drawing/2014/main" id="{4CDC9AD8-F65C-4D6A-886D-3BEC7B1A1089}"/>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university1652_satellite_to_drone/university1652_satellite_to_drone/seed-2/reference-equality">
            <a:extLst xmlns:a="http://schemas.openxmlformats.org/drawingml/2006/main">
              <a:ext uri="{FF2B5EF4-FFF2-40B4-BE49-F238E27FC236}">
                <a16:creationId xmlns:a16="http://schemas.microsoft.com/office/drawing/2014/main" id="{5C2BB38D-F544-4782-A922-E1BA4AD74735}"/>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0" name="university1652_satellite_to_drone/university1652_satellite_to_drone/seed-2/y-axis">
            <a:extLst xmlns:a="http://schemas.openxmlformats.org/drawingml/2006/main">
              <a:ext uri="{FF2B5EF4-FFF2-40B4-BE49-F238E27FC236}">
                <a16:creationId xmlns:a16="http://schemas.microsoft.com/office/drawing/2014/main" id="{834FF61C-873B-4220-8773-4B62FB6A6991}"/>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university1652_satellite_to_drone/university1652_satellite_to_drone/seed-2/x-axis">
            <a:extLst xmlns:a="http://schemas.openxmlformats.org/drawingml/2006/main">
              <a:ext uri="{FF2B5EF4-FFF2-40B4-BE49-F238E27FC236}">
                <a16:creationId xmlns:a16="http://schemas.microsoft.com/office/drawing/2014/main" id="{BFFC42EE-76B0-4849-BF2C-149927D2699C}"/>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university1652_satellite_to_drone/university1652_satellite_to_drone/seed-2/visual/bin-1/point">
            <a:extLst xmlns:a="http://schemas.openxmlformats.org/drawingml/2006/main">
              <a:ext uri="{FF2B5EF4-FFF2-40B4-BE49-F238E27FC236}">
                <a16:creationId xmlns:a16="http://schemas.microsoft.com/office/drawing/2014/main" id="{CEEFD773-4F91-42EF-937F-BDF5D7879A1E}"/>
              </a:ext>
            </a:extLst>
          </p:cNvPr>
          <p:cNvSpPr>
            <a:spLocks xmlns:a="http://schemas.openxmlformats.org/drawingml/2006/main" noGrp="1"/>
          </p:cNvSpPr>
          <p:nvPr/>
        </p:nvSpPr>
        <p:spPr>
          <a:xfrm xmlns:a="http://schemas.openxmlformats.org/drawingml/2006/main">
            <a:off x="2522036" y="190800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3" name="university1652_satellite_to_drone/university1652_satellite_to_drone/seed-2/visual/ECE">
            <a:extLst xmlns:a="http://schemas.openxmlformats.org/drawingml/2006/main">
              <a:ext uri="{FF2B5EF4-FFF2-40B4-BE49-F238E27FC236}">
                <a16:creationId xmlns:a16="http://schemas.microsoft.com/office/drawing/2014/main" id="{02FE2BEA-04AA-44EB-AA37-DAB154DFA0AF}"/>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0.4961</a:t>
            </a:r>
          </a:p>
        </p:txBody>
      </p:sp>
      <p:sp>
        <p:nvSpPr>
          <p:cNvPr id="114" name="university1652_satellite_to_drone/university1652_satellite_to_drone/seed-2/full/bin-1/point">
            <a:extLst xmlns:a="http://schemas.openxmlformats.org/drawingml/2006/main">
              <a:ext uri="{FF2B5EF4-FFF2-40B4-BE49-F238E27FC236}">
                <a16:creationId xmlns:a16="http://schemas.microsoft.com/office/drawing/2014/main" id="{288645B6-5C6D-428C-B8E7-2FCBF4FB0858}"/>
              </a:ext>
            </a:extLst>
          </p:cNvPr>
          <p:cNvSpPr>
            <a:spLocks xmlns:a="http://schemas.openxmlformats.org/drawingml/2006/main" noGrp="1"/>
          </p:cNvSpPr>
          <p:nvPr/>
        </p:nvSpPr>
        <p:spPr>
          <a:xfrm xmlns:a="http://schemas.openxmlformats.org/drawingml/2006/main">
            <a:off x="2526584" y="202089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5" name="university1652_satellite_to_drone/university1652_satellite_to_drone/seed-2/full/ECE">
            <a:extLst xmlns:a="http://schemas.openxmlformats.org/drawingml/2006/main">
              <a:ext uri="{FF2B5EF4-FFF2-40B4-BE49-F238E27FC236}">
                <a16:creationId xmlns:a16="http://schemas.microsoft.com/office/drawing/2014/main" id="{F240EABE-42E2-426E-80A2-5DD52069C73F}"/>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0.4241</a:t>
            </a:r>
          </a:p>
        </p:txBody>
      </p:sp>
      <p:sp>
        <p:nvSpPr>
          <p:cNvPr id="116" name="university1652_satellite_to_drone/university1652_satellite_to_drone/seed-2/population/N">
            <a:extLst xmlns:a="http://schemas.openxmlformats.org/drawingml/2006/main">
              <a:ext uri="{FF2B5EF4-FFF2-40B4-BE49-F238E27FC236}">
                <a16:creationId xmlns:a16="http://schemas.microsoft.com/office/drawing/2014/main" id="{90A0C110-5E3C-4F69-B361-14E09CFF4BF4}"/>
              </a:ext>
            </a:extLst>
          </p:cNvPr>
          <p:cNvSpPr>
            <a:spLocks xmlns:a="http://schemas.openxmlformats.org/drawingml/2006/main" noGrp="1"/>
          </p:cNvSpPr>
          <p:nvPr/>
        </p:nvSpPr>
        <p:spPr>
          <a:xfrm xmlns:a="http://schemas.openxmlformats.org/drawingml/2006/main">
            <a:off x="2747407" y="3716528"/>
            <a:ext cx="11853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701; bin populations</a:t>
            </a:r>
          </a:p>
        </p:txBody>
      </p:sp>
      <p:sp>
        <p:nvSpPr>
          <p:cNvPr id="117" name="university1652_satellite_to_drone/university1652_satellite_to_drone/seed-2/population/header/bin">
            <a:extLst xmlns:a="http://schemas.openxmlformats.org/drawingml/2006/main">
              <a:ext uri="{FF2B5EF4-FFF2-40B4-BE49-F238E27FC236}">
                <a16:creationId xmlns:a16="http://schemas.microsoft.com/office/drawing/2014/main" id="{632C7FA5-5AB5-4162-B653-EC1E543E6259}"/>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18" name="university1652_satellite_to_drone/university1652_satellite_to_drone/seed-2/population/header/visual">
            <a:extLst xmlns:a="http://schemas.openxmlformats.org/drawingml/2006/main">
              <a:ext uri="{FF2B5EF4-FFF2-40B4-BE49-F238E27FC236}">
                <a16:creationId xmlns:a16="http://schemas.microsoft.com/office/drawing/2014/main" id="{C3838FF0-AF0B-4863-9AD8-B91FBF7F63F9}"/>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19" name="university1652_satellite_to_drone/university1652_satellite_to_drone/seed-2/population/header/full">
            <a:extLst xmlns:a="http://schemas.openxmlformats.org/drawingml/2006/main">
              <a:ext uri="{FF2B5EF4-FFF2-40B4-BE49-F238E27FC236}">
                <a16:creationId xmlns:a16="http://schemas.microsoft.com/office/drawing/2014/main" id="{54744B16-42A4-41E0-BBD0-1A4AEE124C6F}"/>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0" name="university1652_satellite_to_drone/university1652_satellite_to_drone/seed-2/population/header/rule">
            <a:extLst xmlns:a="http://schemas.openxmlformats.org/drawingml/2006/main">
              <a:ext uri="{FF2B5EF4-FFF2-40B4-BE49-F238E27FC236}">
                <a16:creationId xmlns:a16="http://schemas.microsoft.com/office/drawing/2014/main" id="{00E4FF93-708E-44DB-8C18-E6DF99ACC8CD}"/>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1" name="university1652_satellite_to_drone/university1652_satellite_to_drone/seed-2/population/bin-1/label">
            <a:extLst xmlns:a="http://schemas.openxmlformats.org/drawingml/2006/main">
              <a:ext uri="{FF2B5EF4-FFF2-40B4-BE49-F238E27FC236}">
                <a16:creationId xmlns:a16="http://schemas.microsoft.com/office/drawing/2014/main" id="{A2695E82-2491-4246-B937-33BD963A772C}"/>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2" name="university1652_satellite_to_drone/university1652_satellite_to_drone/seed-2/population/bin-1/visual">
            <a:extLst xmlns:a="http://schemas.openxmlformats.org/drawingml/2006/main">
              <a:ext uri="{FF2B5EF4-FFF2-40B4-BE49-F238E27FC236}">
                <a16:creationId xmlns:a16="http://schemas.microsoft.com/office/drawing/2014/main" id="{38466763-DD95-46D6-917F-6D6D26B065DF}"/>
              </a:ext>
            </a:extLst>
          </p:cNvPr>
          <p:cNvSpPr>
            <a:spLocks xmlns:a="http://schemas.openxmlformats.org/drawingml/2006/main" noGrp="1"/>
          </p:cNvSpPr>
          <p:nvPr/>
        </p:nvSpPr>
        <p:spPr>
          <a:xfrm xmlns:a="http://schemas.openxmlformats.org/drawingml/2006/main">
            <a:off x="31871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701</a:t>
            </a:r>
          </a:p>
        </p:txBody>
      </p:sp>
      <p:sp>
        <p:nvSpPr>
          <p:cNvPr id="123" name="university1652_satellite_to_drone/university1652_satellite_to_drone/seed-2/population/bin-1/full">
            <a:extLst xmlns:a="http://schemas.openxmlformats.org/drawingml/2006/main">
              <a:ext uri="{FF2B5EF4-FFF2-40B4-BE49-F238E27FC236}">
                <a16:creationId xmlns:a16="http://schemas.microsoft.com/office/drawing/2014/main" id="{5586D08B-1726-4C09-9954-62F5FE66151B}"/>
              </a:ext>
            </a:extLst>
          </p:cNvPr>
          <p:cNvSpPr>
            <a:spLocks xmlns:a="http://schemas.openxmlformats.org/drawingml/2006/main" noGrp="1"/>
          </p:cNvSpPr>
          <p:nvPr/>
        </p:nvSpPr>
        <p:spPr>
          <a:xfrm xmlns:a="http://schemas.openxmlformats.org/drawingml/2006/main">
            <a:off x="38221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701</a:t>
            </a:r>
          </a:p>
        </p:txBody>
      </p:sp>
      <p:sp>
        <p:nvSpPr>
          <p:cNvPr id="124" name="university1652_satellite_to_drone/university1652_satellite_to_drone/seed-2/population/bin-2/label">
            <a:extLst xmlns:a="http://schemas.openxmlformats.org/drawingml/2006/main">
              <a:ext uri="{FF2B5EF4-FFF2-40B4-BE49-F238E27FC236}">
                <a16:creationId xmlns:a16="http://schemas.microsoft.com/office/drawing/2014/main" id="{273BF21E-5633-48E7-AAEB-D78A2772F68B}"/>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25" name="university1652_satellite_to_drone/university1652_satellite_to_drone/seed-2/population/bin-2/visual">
            <a:extLst xmlns:a="http://schemas.openxmlformats.org/drawingml/2006/main">
              <a:ext uri="{FF2B5EF4-FFF2-40B4-BE49-F238E27FC236}">
                <a16:creationId xmlns:a16="http://schemas.microsoft.com/office/drawing/2014/main" id="{5AB344B6-8AF7-48F5-99CD-A09001B33908}"/>
              </a:ext>
            </a:extLst>
          </p:cNvPr>
          <p:cNvSpPr>
            <a:spLocks xmlns:a="http://schemas.openxmlformats.org/drawingml/2006/main" noGrp="1"/>
          </p:cNvSpPr>
          <p:nvPr/>
        </p:nvSpPr>
        <p:spPr>
          <a:xfrm xmlns:a="http://schemas.openxmlformats.org/drawingml/2006/main">
            <a:off x="3243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6" name="university1652_satellite_to_drone/university1652_satellite_to_drone/seed-2/population/bin-2/full">
            <a:extLst xmlns:a="http://schemas.openxmlformats.org/drawingml/2006/main">
              <a:ext uri="{FF2B5EF4-FFF2-40B4-BE49-F238E27FC236}">
                <a16:creationId xmlns:a16="http://schemas.microsoft.com/office/drawing/2014/main" id="{1C1D2E15-8B70-432A-8216-0886C2EBC254}"/>
              </a:ext>
            </a:extLst>
          </p:cNvPr>
          <p:cNvSpPr>
            <a:spLocks xmlns:a="http://schemas.openxmlformats.org/drawingml/2006/main" noGrp="1"/>
          </p:cNvSpPr>
          <p:nvPr/>
        </p:nvSpPr>
        <p:spPr>
          <a:xfrm xmlns:a="http://schemas.openxmlformats.org/drawingml/2006/main">
            <a:off x="387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7" name="university1652_satellite_to_drone/university1652_satellite_to_drone/seed-2/population/bin-3/label">
            <a:extLst xmlns:a="http://schemas.openxmlformats.org/drawingml/2006/main">
              <a:ext uri="{FF2B5EF4-FFF2-40B4-BE49-F238E27FC236}">
                <a16:creationId xmlns:a16="http://schemas.microsoft.com/office/drawing/2014/main" id="{B17FD9F2-7E26-412E-B800-67B793ADAD43}"/>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28" name="university1652_satellite_to_drone/university1652_satellite_to_drone/seed-2/population/bin-3/visual">
            <a:extLst xmlns:a="http://schemas.openxmlformats.org/drawingml/2006/main">
              <a:ext uri="{FF2B5EF4-FFF2-40B4-BE49-F238E27FC236}">
                <a16:creationId xmlns:a16="http://schemas.microsoft.com/office/drawing/2014/main" id="{373903D5-EAEA-464F-8F59-9A17AFFF893E}"/>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9" name="university1652_satellite_to_drone/university1652_satellite_to_drone/seed-2/population/bin-3/full">
            <a:extLst xmlns:a="http://schemas.openxmlformats.org/drawingml/2006/main">
              <a:ext uri="{FF2B5EF4-FFF2-40B4-BE49-F238E27FC236}">
                <a16:creationId xmlns:a16="http://schemas.microsoft.com/office/drawing/2014/main" id="{8D7C32AF-F6ED-40B9-B1B9-5FB0D3B20E67}"/>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0" name="university1652_satellite_to_drone/university1652_satellite_to_drone/seed-2/population/bin-4/label">
            <a:extLst xmlns:a="http://schemas.openxmlformats.org/drawingml/2006/main">
              <a:ext uri="{FF2B5EF4-FFF2-40B4-BE49-F238E27FC236}">
                <a16:creationId xmlns:a16="http://schemas.microsoft.com/office/drawing/2014/main" id="{6D5995F8-EAE3-4A72-9583-AC26F467BE8F}"/>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1" name="university1652_satellite_to_drone/university1652_satellite_to_drone/seed-2/population/bin-4/visual">
            <a:extLst xmlns:a="http://schemas.openxmlformats.org/drawingml/2006/main">
              <a:ext uri="{FF2B5EF4-FFF2-40B4-BE49-F238E27FC236}">
                <a16:creationId xmlns:a16="http://schemas.microsoft.com/office/drawing/2014/main" id="{4753D3D5-F3E0-4605-A78A-E5B7D43D20E6}"/>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2" name="university1652_satellite_to_drone/university1652_satellite_to_drone/seed-2/population/bin-4/full">
            <a:extLst xmlns:a="http://schemas.openxmlformats.org/drawingml/2006/main">
              <a:ext uri="{FF2B5EF4-FFF2-40B4-BE49-F238E27FC236}">
                <a16:creationId xmlns:a16="http://schemas.microsoft.com/office/drawing/2014/main" id="{5B094868-2ACA-405F-9235-0EAC12253619}"/>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3" name="university1652_satellite_to_drone/university1652_satellite_to_drone/seed-2/population/bin-5/label">
            <a:extLst xmlns:a="http://schemas.openxmlformats.org/drawingml/2006/main">
              <a:ext uri="{FF2B5EF4-FFF2-40B4-BE49-F238E27FC236}">
                <a16:creationId xmlns:a16="http://schemas.microsoft.com/office/drawing/2014/main" id="{D1321A14-5743-4E02-A049-020254C6B9D2}"/>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4" name="university1652_satellite_to_drone/university1652_satellite_to_drone/seed-2/population/bin-5/visual">
            <a:extLst xmlns:a="http://schemas.openxmlformats.org/drawingml/2006/main">
              <a:ext uri="{FF2B5EF4-FFF2-40B4-BE49-F238E27FC236}">
                <a16:creationId xmlns:a16="http://schemas.microsoft.com/office/drawing/2014/main" id="{46F88F40-9697-46AE-8D2E-FC06624A761A}"/>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5" name="university1652_satellite_to_drone/university1652_satellite_to_drone/seed-2/population/bin-5/full">
            <a:extLst xmlns:a="http://schemas.openxmlformats.org/drawingml/2006/main">
              <a:ext uri="{FF2B5EF4-FFF2-40B4-BE49-F238E27FC236}">
                <a16:creationId xmlns:a16="http://schemas.microsoft.com/office/drawing/2014/main" id="{9D07ECAF-347A-4B42-862E-7A19A8A495EC}"/>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6" name="university1652_satellite_to_drone/university1652_satellite_to_drone/seed-2/population/bin-6/label">
            <a:extLst xmlns:a="http://schemas.openxmlformats.org/drawingml/2006/main">
              <a:ext uri="{FF2B5EF4-FFF2-40B4-BE49-F238E27FC236}">
                <a16:creationId xmlns:a16="http://schemas.microsoft.com/office/drawing/2014/main" id="{A5E37BAC-5484-4DD2-9F7A-5F8721ADB4B5}"/>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37" name="university1652_satellite_to_drone/university1652_satellite_to_drone/seed-2/population/bin-6/visual">
            <a:extLst xmlns:a="http://schemas.openxmlformats.org/drawingml/2006/main">
              <a:ext uri="{FF2B5EF4-FFF2-40B4-BE49-F238E27FC236}">
                <a16:creationId xmlns:a16="http://schemas.microsoft.com/office/drawing/2014/main" id="{A9377FB1-A3B6-4ED0-AC46-D719FCE22CEE}"/>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university1652_satellite_to_drone/university1652_satellite_to_drone/seed-2/population/bin-6/full">
            <a:extLst xmlns:a="http://schemas.openxmlformats.org/drawingml/2006/main">
              <a:ext uri="{FF2B5EF4-FFF2-40B4-BE49-F238E27FC236}">
                <a16:creationId xmlns:a16="http://schemas.microsoft.com/office/drawing/2014/main" id="{4A5F892B-329F-4847-8DFF-DD5BCD0FC0FC}"/>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9" name="university1652_satellite_to_drone/university1652_satellite_to_drone/seed-2/population/bin-7/label">
            <a:extLst xmlns:a="http://schemas.openxmlformats.org/drawingml/2006/main">
              <a:ext uri="{FF2B5EF4-FFF2-40B4-BE49-F238E27FC236}">
                <a16:creationId xmlns:a16="http://schemas.microsoft.com/office/drawing/2014/main" id="{8A5478E6-339E-4FD5-A321-766DB010239C}"/>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0" name="university1652_satellite_to_drone/university1652_satellite_to_drone/seed-2/population/bin-7/visual">
            <a:extLst xmlns:a="http://schemas.openxmlformats.org/drawingml/2006/main">
              <a:ext uri="{FF2B5EF4-FFF2-40B4-BE49-F238E27FC236}">
                <a16:creationId xmlns:a16="http://schemas.microsoft.com/office/drawing/2014/main" id="{D6146406-3A0B-4B73-B731-649E2197679B}"/>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university1652_satellite_to_drone/university1652_satellite_to_drone/seed-2/population/bin-7/full">
            <a:extLst xmlns:a="http://schemas.openxmlformats.org/drawingml/2006/main">
              <a:ext uri="{FF2B5EF4-FFF2-40B4-BE49-F238E27FC236}">
                <a16:creationId xmlns:a16="http://schemas.microsoft.com/office/drawing/2014/main" id="{E445C8AD-66D6-4220-AED8-F0DDD5501F44}"/>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university1652_satellite_to_drone/university1652_satellite_to_drone/seed-2/population/bin-8/label">
            <a:extLst xmlns:a="http://schemas.openxmlformats.org/drawingml/2006/main">
              <a:ext uri="{FF2B5EF4-FFF2-40B4-BE49-F238E27FC236}">
                <a16:creationId xmlns:a16="http://schemas.microsoft.com/office/drawing/2014/main" id="{CF61BC96-E4B3-4ECA-9441-D4918BC72C59}"/>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3" name="university1652_satellite_to_drone/university1652_satellite_to_drone/seed-2/population/bin-8/visual">
            <a:extLst xmlns:a="http://schemas.openxmlformats.org/drawingml/2006/main">
              <a:ext uri="{FF2B5EF4-FFF2-40B4-BE49-F238E27FC236}">
                <a16:creationId xmlns:a16="http://schemas.microsoft.com/office/drawing/2014/main" id="{082E9B83-179F-446E-931B-D7182A5F37F3}"/>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university1652_satellite_to_drone/university1652_satellite_to_drone/seed-2/population/bin-8/full">
            <a:extLst xmlns:a="http://schemas.openxmlformats.org/drawingml/2006/main">
              <a:ext uri="{FF2B5EF4-FFF2-40B4-BE49-F238E27FC236}">
                <a16:creationId xmlns:a16="http://schemas.microsoft.com/office/drawing/2014/main" id="{63DF9F5B-77B3-44A6-B726-898612F583E5}"/>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university1652_satellite_to_drone/university1652_satellite_to_drone/seed-2/population/bin-9/label">
            <a:extLst xmlns:a="http://schemas.openxmlformats.org/drawingml/2006/main">
              <a:ext uri="{FF2B5EF4-FFF2-40B4-BE49-F238E27FC236}">
                <a16:creationId xmlns:a16="http://schemas.microsoft.com/office/drawing/2014/main" id="{699FD9C8-FE28-452B-B8A6-4CCB0F56C1A8}"/>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46" name="university1652_satellite_to_drone/university1652_satellite_to_drone/seed-2/population/bin-9/visual">
            <a:extLst xmlns:a="http://schemas.openxmlformats.org/drawingml/2006/main">
              <a:ext uri="{FF2B5EF4-FFF2-40B4-BE49-F238E27FC236}">
                <a16:creationId xmlns:a16="http://schemas.microsoft.com/office/drawing/2014/main" id="{E3EE2861-A4BA-4A42-9D48-631ED328FA54}"/>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university1652_satellite_to_drone/university1652_satellite_to_drone/seed-2/population/bin-9/full">
            <a:extLst xmlns:a="http://schemas.openxmlformats.org/drawingml/2006/main">
              <a:ext uri="{FF2B5EF4-FFF2-40B4-BE49-F238E27FC236}">
                <a16:creationId xmlns:a16="http://schemas.microsoft.com/office/drawing/2014/main" id="{96F358A6-90AE-4AF4-A0E2-88317786B194}"/>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university1652_satellite_to_drone/university1652_satellite_to_drone/seed-2/population/bin-10/label">
            <a:extLst xmlns:a="http://schemas.openxmlformats.org/drawingml/2006/main">
              <a:ext uri="{FF2B5EF4-FFF2-40B4-BE49-F238E27FC236}">
                <a16:creationId xmlns:a16="http://schemas.microsoft.com/office/drawing/2014/main" id="{4171A3A2-D98D-4311-973D-466ABF74ACF4}"/>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49" name="university1652_satellite_to_drone/university1652_satellite_to_drone/seed-2/population/bin-10/visual">
            <a:extLst xmlns:a="http://schemas.openxmlformats.org/drawingml/2006/main">
              <a:ext uri="{FF2B5EF4-FFF2-40B4-BE49-F238E27FC236}">
                <a16:creationId xmlns:a16="http://schemas.microsoft.com/office/drawing/2014/main" id="{DC1B8726-1DA8-493F-8FE8-86E70882BA31}"/>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university1652_satellite_to_drone/university1652_satellite_to_drone/seed-2/population/bin-10/full">
            <a:extLst xmlns:a="http://schemas.openxmlformats.org/drawingml/2006/main">
              <a:ext uri="{FF2B5EF4-FFF2-40B4-BE49-F238E27FC236}">
                <a16:creationId xmlns:a16="http://schemas.microsoft.com/office/drawing/2014/main" id="{E2200F58-8E6F-41E7-915C-819ED2E646A0}"/>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university1652_satellite_to_drone/university1652_satellite_to_drone/seed-2/population/bin-11/label">
            <a:extLst xmlns:a="http://schemas.openxmlformats.org/drawingml/2006/main">
              <a:ext uri="{FF2B5EF4-FFF2-40B4-BE49-F238E27FC236}">
                <a16:creationId xmlns:a16="http://schemas.microsoft.com/office/drawing/2014/main" id="{67BC7D3B-D30D-448F-A389-DCAA618215D0}"/>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2" name="university1652_satellite_to_drone/university1652_satellite_to_drone/seed-2/population/bin-11/visual">
            <a:extLst xmlns:a="http://schemas.openxmlformats.org/drawingml/2006/main">
              <a:ext uri="{FF2B5EF4-FFF2-40B4-BE49-F238E27FC236}">
                <a16:creationId xmlns:a16="http://schemas.microsoft.com/office/drawing/2014/main" id="{14122A73-B52E-4D81-8909-6B7CA8174B0A}"/>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university1652_satellite_to_drone/university1652_satellite_to_drone/seed-2/population/bin-11/full">
            <a:extLst xmlns:a="http://schemas.openxmlformats.org/drawingml/2006/main">
              <a:ext uri="{FF2B5EF4-FFF2-40B4-BE49-F238E27FC236}">
                <a16:creationId xmlns:a16="http://schemas.microsoft.com/office/drawing/2014/main" id="{4C4BEF04-5644-4145-9EDB-0C8D5DFC1BA6}"/>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university1652_satellite_to_drone/university1652_satellite_to_drone/seed-2/population/bin-12/label">
            <a:extLst xmlns:a="http://schemas.openxmlformats.org/drawingml/2006/main">
              <a:ext uri="{FF2B5EF4-FFF2-40B4-BE49-F238E27FC236}">
                <a16:creationId xmlns:a16="http://schemas.microsoft.com/office/drawing/2014/main" id="{01361407-F510-4791-AD32-39E4BC574C32}"/>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55" name="university1652_satellite_to_drone/university1652_satellite_to_drone/seed-2/population/bin-12/visual">
            <a:extLst xmlns:a="http://schemas.openxmlformats.org/drawingml/2006/main">
              <a:ext uri="{FF2B5EF4-FFF2-40B4-BE49-F238E27FC236}">
                <a16:creationId xmlns:a16="http://schemas.microsoft.com/office/drawing/2014/main" id="{721664E9-37A1-4192-9ACB-79FA130B3759}"/>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university1652_satellite_to_drone/university1652_satellite_to_drone/seed-2/population/bin-12/full">
            <a:extLst xmlns:a="http://schemas.openxmlformats.org/drawingml/2006/main">
              <a:ext uri="{FF2B5EF4-FFF2-40B4-BE49-F238E27FC236}">
                <a16:creationId xmlns:a16="http://schemas.microsoft.com/office/drawing/2014/main" id="{0B70ECA6-5A1F-43F0-A59E-91F80A089141}"/>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university1652_satellite_to_drone/university1652_satellite_to_drone/seed-2/population/bin-13/label">
            <a:extLst xmlns:a="http://schemas.openxmlformats.org/drawingml/2006/main">
              <a:ext uri="{FF2B5EF4-FFF2-40B4-BE49-F238E27FC236}">
                <a16:creationId xmlns:a16="http://schemas.microsoft.com/office/drawing/2014/main" id="{D0C62E9C-55AA-429A-A165-A5EC60648AA5}"/>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58" name="university1652_satellite_to_drone/university1652_satellite_to_drone/seed-2/population/bin-13/visual">
            <a:extLst xmlns:a="http://schemas.openxmlformats.org/drawingml/2006/main">
              <a:ext uri="{FF2B5EF4-FFF2-40B4-BE49-F238E27FC236}">
                <a16:creationId xmlns:a16="http://schemas.microsoft.com/office/drawing/2014/main" id="{9D6024F2-677D-4436-811E-2A260749FB6F}"/>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university1652_satellite_to_drone/university1652_satellite_to_drone/seed-2/population/bin-13/full">
            <a:extLst xmlns:a="http://schemas.openxmlformats.org/drawingml/2006/main">
              <a:ext uri="{FF2B5EF4-FFF2-40B4-BE49-F238E27FC236}">
                <a16:creationId xmlns:a16="http://schemas.microsoft.com/office/drawing/2014/main" id="{8F21186E-AE99-4EC8-A87F-B81B60ACC246}"/>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university1652_satellite_to_drone/university1652_satellite_to_drone/seed-2/population/bin-14/label">
            <a:extLst xmlns:a="http://schemas.openxmlformats.org/drawingml/2006/main">
              <a:ext uri="{FF2B5EF4-FFF2-40B4-BE49-F238E27FC236}">
                <a16:creationId xmlns:a16="http://schemas.microsoft.com/office/drawing/2014/main" id="{4852B116-9812-4B8A-B606-27871F99333C}"/>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1" name="university1652_satellite_to_drone/university1652_satellite_to_drone/seed-2/population/bin-14/visual">
            <a:extLst xmlns:a="http://schemas.openxmlformats.org/drawingml/2006/main">
              <a:ext uri="{FF2B5EF4-FFF2-40B4-BE49-F238E27FC236}">
                <a16:creationId xmlns:a16="http://schemas.microsoft.com/office/drawing/2014/main" id="{903B97B4-B706-465B-B793-EA0AA49676C4}"/>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university1652_satellite_to_drone/university1652_satellite_to_drone/seed-2/population/bin-14/full">
            <a:extLst xmlns:a="http://schemas.openxmlformats.org/drawingml/2006/main">
              <a:ext uri="{FF2B5EF4-FFF2-40B4-BE49-F238E27FC236}">
                <a16:creationId xmlns:a16="http://schemas.microsoft.com/office/drawing/2014/main" id="{3439BCB5-506B-432E-A743-F0F12DE68D4B}"/>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university1652_satellite_to_drone/university1652_satellite_to_drone/seed-2/population/bin-15/label">
            <a:extLst xmlns:a="http://schemas.openxmlformats.org/drawingml/2006/main">
              <a:ext uri="{FF2B5EF4-FFF2-40B4-BE49-F238E27FC236}">
                <a16:creationId xmlns:a16="http://schemas.microsoft.com/office/drawing/2014/main" id="{ACC07BA2-902C-4D7F-A068-BADF631C1C35}"/>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4" name="university1652_satellite_to_drone/university1652_satellite_to_drone/seed-2/population/bin-15/visual">
            <a:extLst xmlns:a="http://schemas.openxmlformats.org/drawingml/2006/main">
              <a:ext uri="{FF2B5EF4-FFF2-40B4-BE49-F238E27FC236}">
                <a16:creationId xmlns:a16="http://schemas.microsoft.com/office/drawing/2014/main" id="{B800AA75-CEF9-4A2C-84A6-F3DD31BDA667}"/>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university1652_satellite_to_drone/university1652_satellite_to_drone/seed-2/population/bin-15/full">
            <a:extLst xmlns:a="http://schemas.openxmlformats.org/drawingml/2006/main">
              <a:ext uri="{FF2B5EF4-FFF2-40B4-BE49-F238E27FC236}">
                <a16:creationId xmlns:a16="http://schemas.microsoft.com/office/drawing/2014/main" id="{4FE1CCB4-D1C4-4BEE-9A7F-11FF502E2683}"/>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university1652_satellite_to_drone/university1652_satellite_to_drone/seed-3/seed-heading">
            <a:extLst xmlns:a="http://schemas.openxmlformats.org/drawingml/2006/main">
              <a:ext uri="{FF2B5EF4-FFF2-40B4-BE49-F238E27FC236}">
                <a16:creationId xmlns:a16="http://schemas.microsoft.com/office/drawing/2014/main" id="{7CF641E6-B3A8-4805-BA6E-5FC05B7E7DD3}"/>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67" name="university1652_satellite_to_drone/university1652_satellite_to_drone/seed-3/y-grid-0">
            <a:extLst xmlns:a="http://schemas.openxmlformats.org/drawingml/2006/main">
              <a:ext uri="{FF2B5EF4-FFF2-40B4-BE49-F238E27FC236}">
                <a16:creationId xmlns:a16="http://schemas.microsoft.com/office/drawing/2014/main" id="{C6146B46-D6D3-442F-90AD-94379ACED67C}"/>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8" name="university1652_satellite_to_drone/university1652_satellite_to_drone/seed-3/y-label-0">
            <a:extLst xmlns:a="http://schemas.openxmlformats.org/drawingml/2006/main">
              <a:ext uri="{FF2B5EF4-FFF2-40B4-BE49-F238E27FC236}">
                <a16:creationId xmlns:a16="http://schemas.microsoft.com/office/drawing/2014/main" id="{6DFF271B-B4C0-4C96-B2BB-0D325760DC78}"/>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69" name="university1652_satellite_to_drone/university1652_satellite_to_drone/seed-3/x-tick-0">
            <a:extLst xmlns:a="http://schemas.openxmlformats.org/drawingml/2006/main">
              <a:ext uri="{FF2B5EF4-FFF2-40B4-BE49-F238E27FC236}">
                <a16:creationId xmlns:a16="http://schemas.microsoft.com/office/drawing/2014/main" id="{4BF66115-DBF4-4DB3-B347-013DCFE977F5}"/>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0" name="university1652_satellite_to_drone/university1652_satellite_to_drone/seed-3/x-label-0">
            <a:extLst xmlns:a="http://schemas.openxmlformats.org/drawingml/2006/main">
              <a:ext uri="{FF2B5EF4-FFF2-40B4-BE49-F238E27FC236}">
                <a16:creationId xmlns:a16="http://schemas.microsoft.com/office/drawing/2014/main" id="{01F63727-4B9B-432F-9926-5DBA7B8FF080}"/>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university1652_satellite_to_drone/university1652_satellite_to_drone/seed-3/y-grid-0.25">
            <a:extLst xmlns:a="http://schemas.openxmlformats.org/drawingml/2006/main">
              <a:ext uri="{FF2B5EF4-FFF2-40B4-BE49-F238E27FC236}">
                <a16:creationId xmlns:a16="http://schemas.microsoft.com/office/drawing/2014/main" id="{64925C3A-24CE-4119-A26C-77C4072FF32F}"/>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2" name="university1652_satellite_to_drone/university1652_satellite_to_drone/seed-3/y-label-0.25">
            <a:extLst xmlns:a="http://schemas.openxmlformats.org/drawingml/2006/main">
              <a:ext uri="{FF2B5EF4-FFF2-40B4-BE49-F238E27FC236}">
                <a16:creationId xmlns:a16="http://schemas.microsoft.com/office/drawing/2014/main" id="{535AD816-EEA9-4199-990E-94C742A3127B}"/>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3" name="university1652_satellite_to_drone/university1652_satellite_to_drone/seed-3/x-tick-0.25">
            <a:extLst xmlns:a="http://schemas.openxmlformats.org/drawingml/2006/main">
              <a:ext uri="{FF2B5EF4-FFF2-40B4-BE49-F238E27FC236}">
                <a16:creationId xmlns:a16="http://schemas.microsoft.com/office/drawing/2014/main" id="{668A30F8-F15B-4771-9E9E-72B679EAA2B1}"/>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4" name="university1652_satellite_to_drone/university1652_satellite_to_drone/seed-3/x-label-0.25">
            <a:extLst xmlns:a="http://schemas.openxmlformats.org/drawingml/2006/main">
              <a:ext uri="{FF2B5EF4-FFF2-40B4-BE49-F238E27FC236}">
                <a16:creationId xmlns:a16="http://schemas.microsoft.com/office/drawing/2014/main" id="{2E0A317D-BCB1-40D1-A5B7-94FC3C902E04}"/>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5" name="university1652_satellite_to_drone/university1652_satellite_to_drone/seed-3/y-grid-0.5">
            <a:extLst xmlns:a="http://schemas.openxmlformats.org/drawingml/2006/main">
              <a:ext uri="{FF2B5EF4-FFF2-40B4-BE49-F238E27FC236}">
                <a16:creationId xmlns:a16="http://schemas.microsoft.com/office/drawing/2014/main" id="{33DAFCD7-3E5F-44F0-B5B1-61E58D6D794D}"/>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university1652_satellite_to_drone/university1652_satellite_to_drone/seed-3/y-label-0.5">
            <a:extLst xmlns:a="http://schemas.openxmlformats.org/drawingml/2006/main">
              <a:ext uri="{FF2B5EF4-FFF2-40B4-BE49-F238E27FC236}">
                <a16:creationId xmlns:a16="http://schemas.microsoft.com/office/drawing/2014/main" id="{23BE13DB-1E85-4ED0-9BE5-A03E752118E4}"/>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7" name="university1652_satellite_to_drone/university1652_satellite_to_drone/seed-3/x-tick-0.5">
            <a:extLst xmlns:a="http://schemas.openxmlformats.org/drawingml/2006/main">
              <a:ext uri="{FF2B5EF4-FFF2-40B4-BE49-F238E27FC236}">
                <a16:creationId xmlns:a16="http://schemas.microsoft.com/office/drawing/2014/main" id="{91B2BADF-703C-403E-BFD6-16729BDF887A}"/>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university1652_satellite_to_drone/university1652_satellite_to_drone/seed-3/x-label-0.5">
            <a:extLst xmlns:a="http://schemas.openxmlformats.org/drawingml/2006/main">
              <a:ext uri="{FF2B5EF4-FFF2-40B4-BE49-F238E27FC236}">
                <a16:creationId xmlns:a16="http://schemas.microsoft.com/office/drawing/2014/main" id="{4D4B1CD8-C6B7-4755-912D-2AEC6779A740}"/>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9" name="university1652_satellite_to_drone/university1652_satellite_to_drone/seed-3/y-grid-0.75">
            <a:extLst xmlns:a="http://schemas.openxmlformats.org/drawingml/2006/main">
              <a:ext uri="{FF2B5EF4-FFF2-40B4-BE49-F238E27FC236}">
                <a16:creationId xmlns:a16="http://schemas.microsoft.com/office/drawing/2014/main" id="{785FF479-0FC8-4535-B395-7C80572F08E5}"/>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university1652_satellite_to_drone/university1652_satellite_to_drone/seed-3/y-label-0.75">
            <a:extLst xmlns:a="http://schemas.openxmlformats.org/drawingml/2006/main">
              <a:ext uri="{FF2B5EF4-FFF2-40B4-BE49-F238E27FC236}">
                <a16:creationId xmlns:a16="http://schemas.microsoft.com/office/drawing/2014/main" id="{AFF0877C-BE24-4C9A-B174-163C8F884E77}"/>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1" name="university1652_satellite_to_drone/university1652_satellite_to_drone/seed-3/x-tick-0.75">
            <a:extLst xmlns:a="http://schemas.openxmlformats.org/drawingml/2006/main">
              <a:ext uri="{FF2B5EF4-FFF2-40B4-BE49-F238E27FC236}">
                <a16:creationId xmlns:a16="http://schemas.microsoft.com/office/drawing/2014/main" id="{3519CE5E-256E-4F98-8F08-ABF4F4D6F35C}"/>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university1652_satellite_to_drone/university1652_satellite_to_drone/seed-3/x-label-0.75">
            <a:extLst xmlns:a="http://schemas.openxmlformats.org/drawingml/2006/main">
              <a:ext uri="{FF2B5EF4-FFF2-40B4-BE49-F238E27FC236}">
                <a16:creationId xmlns:a16="http://schemas.microsoft.com/office/drawing/2014/main" id="{11C379D2-BED3-4AFC-95B3-510D4E5CB99E}"/>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3" name="university1652_satellite_to_drone/university1652_satellite_to_drone/seed-3/y-grid-1">
            <a:extLst xmlns:a="http://schemas.openxmlformats.org/drawingml/2006/main">
              <a:ext uri="{FF2B5EF4-FFF2-40B4-BE49-F238E27FC236}">
                <a16:creationId xmlns:a16="http://schemas.microsoft.com/office/drawing/2014/main" id="{063CC81F-DD91-4541-B82C-F1CA9D0CDDE5}"/>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university1652_satellite_to_drone/university1652_satellite_to_drone/seed-3/y-label-1">
            <a:extLst xmlns:a="http://schemas.openxmlformats.org/drawingml/2006/main">
              <a:ext uri="{FF2B5EF4-FFF2-40B4-BE49-F238E27FC236}">
                <a16:creationId xmlns:a16="http://schemas.microsoft.com/office/drawing/2014/main" id="{EEED38CD-5B8A-474E-97E8-C54963BF51D9}"/>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5" name="university1652_satellite_to_drone/university1652_satellite_to_drone/seed-3/x-tick-1">
            <a:extLst xmlns:a="http://schemas.openxmlformats.org/drawingml/2006/main">
              <a:ext uri="{FF2B5EF4-FFF2-40B4-BE49-F238E27FC236}">
                <a16:creationId xmlns:a16="http://schemas.microsoft.com/office/drawing/2014/main" id="{654577DF-A1FD-4377-B996-E45672D9B9EE}"/>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university1652_satellite_to_drone/university1652_satellite_to_drone/seed-3/x-label-1">
            <a:extLst xmlns:a="http://schemas.openxmlformats.org/drawingml/2006/main">
              <a:ext uri="{FF2B5EF4-FFF2-40B4-BE49-F238E27FC236}">
                <a16:creationId xmlns:a16="http://schemas.microsoft.com/office/drawing/2014/main" id="{4739AD14-0606-48A6-84BD-07836AC95837}"/>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7" name="university1652_satellite_to_drone/university1652_satellite_to_drone/seed-3/reference-equality">
            <a:extLst xmlns:a="http://schemas.openxmlformats.org/drawingml/2006/main">
              <a:ext uri="{FF2B5EF4-FFF2-40B4-BE49-F238E27FC236}">
                <a16:creationId xmlns:a16="http://schemas.microsoft.com/office/drawing/2014/main" id="{8E70331A-AA1C-41EE-86A6-1506F2121094}"/>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88" name="university1652_satellite_to_drone/university1652_satellite_to_drone/seed-3/y-axis">
            <a:extLst xmlns:a="http://schemas.openxmlformats.org/drawingml/2006/main">
              <a:ext uri="{FF2B5EF4-FFF2-40B4-BE49-F238E27FC236}">
                <a16:creationId xmlns:a16="http://schemas.microsoft.com/office/drawing/2014/main" id="{CA332757-DE64-4F1D-8EEA-358904ABFD98}"/>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9" name="university1652_satellite_to_drone/university1652_satellite_to_drone/seed-3/x-axis">
            <a:extLst xmlns:a="http://schemas.openxmlformats.org/drawingml/2006/main">
              <a:ext uri="{FF2B5EF4-FFF2-40B4-BE49-F238E27FC236}">
                <a16:creationId xmlns:a16="http://schemas.microsoft.com/office/drawing/2014/main" id="{3BE1FD5D-CD52-4B36-8C3A-A46EE9255167}"/>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university1652_satellite_to_drone/university1652_satellite_to_drone/seed-3/visual/bin-1/point">
            <a:extLst xmlns:a="http://schemas.openxmlformats.org/drawingml/2006/main">
              <a:ext uri="{FF2B5EF4-FFF2-40B4-BE49-F238E27FC236}">
                <a16:creationId xmlns:a16="http://schemas.microsoft.com/office/drawing/2014/main" id="{E033FC82-08F5-4778-89C8-513F1B7C519D}"/>
              </a:ext>
            </a:extLst>
          </p:cNvPr>
          <p:cNvSpPr>
            <a:spLocks xmlns:a="http://schemas.openxmlformats.org/drawingml/2006/main" noGrp="1"/>
          </p:cNvSpPr>
          <p:nvPr/>
        </p:nvSpPr>
        <p:spPr>
          <a:xfrm xmlns:a="http://schemas.openxmlformats.org/drawingml/2006/main">
            <a:off x="4527673" y="182393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1" name="university1652_satellite_to_drone/university1652_satellite_to_drone/seed-3/visual/ECE">
            <a:extLst xmlns:a="http://schemas.openxmlformats.org/drawingml/2006/main">
              <a:ext uri="{FF2B5EF4-FFF2-40B4-BE49-F238E27FC236}">
                <a16:creationId xmlns:a16="http://schemas.microsoft.com/office/drawing/2014/main" id="{A69B0022-E995-427F-A033-0CD5B64ECB82}"/>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0.5538</a:t>
            </a:r>
          </a:p>
        </p:txBody>
      </p:sp>
      <p:sp>
        <p:nvSpPr>
          <p:cNvPr id="192" name="university1652_satellite_to_drone/university1652_satellite_to_drone/seed-3/full/bin-1/point">
            <a:extLst xmlns:a="http://schemas.openxmlformats.org/drawingml/2006/main">
              <a:ext uri="{FF2B5EF4-FFF2-40B4-BE49-F238E27FC236}">
                <a16:creationId xmlns:a16="http://schemas.microsoft.com/office/drawing/2014/main" id="{58B06775-3F0B-4F94-8681-8D6DDCC0FC17}"/>
              </a:ext>
            </a:extLst>
          </p:cNvPr>
          <p:cNvSpPr>
            <a:spLocks xmlns:a="http://schemas.openxmlformats.org/drawingml/2006/main" noGrp="1"/>
          </p:cNvSpPr>
          <p:nvPr/>
        </p:nvSpPr>
        <p:spPr>
          <a:xfrm xmlns:a="http://schemas.openxmlformats.org/drawingml/2006/main">
            <a:off x="4533059" y="201459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3" name="university1652_satellite_to_drone/university1652_satellite_to_drone/seed-3/full/ECE">
            <a:extLst xmlns:a="http://schemas.openxmlformats.org/drawingml/2006/main">
              <a:ext uri="{FF2B5EF4-FFF2-40B4-BE49-F238E27FC236}">
                <a16:creationId xmlns:a16="http://schemas.microsoft.com/office/drawing/2014/main" id="{DF940EAB-EC9F-4552-9C3D-34E14323D545}"/>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0.4285</a:t>
            </a:r>
          </a:p>
        </p:txBody>
      </p:sp>
      <p:sp>
        <p:nvSpPr>
          <p:cNvPr id="194" name="university1652_satellite_to_drone/university1652_satellite_to_drone/seed-3/population/N">
            <a:extLst xmlns:a="http://schemas.openxmlformats.org/drawingml/2006/main">
              <a:ext uri="{FF2B5EF4-FFF2-40B4-BE49-F238E27FC236}">
                <a16:creationId xmlns:a16="http://schemas.microsoft.com/office/drawing/2014/main" id="{4E82FE13-9FA2-43B9-9C25-4CEEC0B6516A}"/>
              </a:ext>
            </a:extLst>
          </p:cNvPr>
          <p:cNvSpPr>
            <a:spLocks xmlns:a="http://schemas.openxmlformats.org/drawingml/2006/main" noGrp="1"/>
          </p:cNvSpPr>
          <p:nvPr/>
        </p:nvSpPr>
        <p:spPr>
          <a:xfrm xmlns:a="http://schemas.openxmlformats.org/drawingml/2006/main">
            <a:off x="4754007" y="3716528"/>
            <a:ext cx="11853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701; bin populations</a:t>
            </a:r>
          </a:p>
        </p:txBody>
      </p:sp>
      <p:sp>
        <p:nvSpPr>
          <p:cNvPr id="195" name="university1652_satellite_to_drone/university1652_satellite_to_drone/seed-3/population/header/bin">
            <a:extLst xmlns:a="http://schemas.openxmlformats.org/drawingml/2006/main">
              <a:ext uri="{FF2B5EF4-FFF2-40B4-BE49-F238E27FC236}">
                <a16:creationId xmlns:a16="http://schemas.microsoft.com/office/drawing/2014/main" id="{50B6D022-8A8A-4A0A-A91D-7E62660575CF}"/>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96" name="university1652_satellite_to_drone/university1652_satellite_to_drone/seed-3/population/header/visual">
            <a:extLst xmlns:a="http://schemas.openxmlformats.org/drawingml/2006/main">
              <a:ext uri="{FF2B5EF4-FFF2-40B4-BE49-F238E27FC236}">
                <a16:creationId xmlns:a16="http://schemas.microsoft.com/office/drawing/2014/main" id="{EEE9B667-58FF-4D7E-ABD6-FED437305816}"/>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97" name="university1652_satellite_to_drone/university1652_satellite_to_drone/seed-3/population/header/full">
            <a:extLst xmlns:a="http://schemas.openxmlformats.org/drawingml/2006/main">
              <a:ext uri="{FF2B5EF4-FFF2-40B4-BE49-F238E27FC236}">
                <a16:creationId xmlns:a16="http://schemas.microsoft.com/office/drawing/2014/main" id="{C007BA8E-4660-4E42-9744-3B144B9F8E59}"/>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98" name="university1652_satellite_to_drone/university1652_satellite_to_drone/seed-3/population/header/rule">
            <a:extLst xmlns:a="http://schemas.openxmlformats.org/drawingml/2006/main">
              <a:ext uri="{FF2B5EF4-FFF2-40B4-BE49-F238E27FC236}">
                <a16:creationId xmlns:a16="http://schemas.microsoft.com/office/drawing/2014/main" id="{2DC57574-F127-4D66-BB8A-8EECC92562A9}"/>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99" name="university1652_satellite_to_drone/university1652_satellite_to_drone/seed-3/population/bin-1/label">
            <a:extLst xmlns:a="http://schemas.openxmlformats.org/drawingml/2006/main">
              <a:ext uri="{FF2B5EF4-FFF2-40B4-BE49-F238E27FC236}">
                <a16:creationId xmlns:a16="http://schemas.microsoft.com/office/drawing/2014/main" id="{667B08DB-A844-433A-8CE5-202483293821}"/>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0" name="university1652_satellite_to_drone/university1652_satellite_to_drone/seed-3/population/bin-1/visual">
            <a:extLst xmlns:a="http://schemas.openxmlformats.org/drawingml/2006/main">
              <a:ext uri="{FF2B5EF4-FFF2-40B4-BE49-F238E27FC236}">
                <a16:creationId xmlns:a16="http://schemas.microsoft.com/office/drawing/2014/main" id="{EA68852C-0D4A-443B-8BF8-24E745743D6F}"/>
              </a:ext>
            </a:extLst>
          </p:cNvPr>
          <p:cNvSpPr>
            <a:spLocks xmlns:a="http://schemas.openxmlformats.org/drawingml/2006/main" noGrp="1"/>
          </p:cNvSpPr>
          <p:nvPr/>
        </p:nvSpPr>
        <p:spPr>
          <a:xfrm xmlns:a="http://schemas.openxmlformats.org/drawingml/2006/main">
            <a:off x="51937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701</a:t>
            </a:r>
          </a:p>
        </p:txBody>
      </p:sp>
      <p:sp>
        <p:nvSpPr>
          <p:cNvPr id="201" name="university1652_satellite_to_drone/university1652_satellite_to_drone/seed-3/population/bin-1/full">
            <a:extLst xmlns:a="http://schemas.openxmlformats.org/drawingml/2006/main">
              <a:ext uri="{FF2B5EF4-FFF2-40B4-BE49-F238E27FC236}">
                <a16:creationId xmlns:a16="http://schemas.microsoft.com/office/drawing/2014/main" id="{43086787-B3D2-4C1D-BC42-56606C307ADE}"/>
              </a:ext>
            </a:extLst>
          </p:cNvPr>
          <p:cNvSpPr>
            <a:spLocks xmlns:a="http://schemas.openxmlformats.org/drawingml/2006/main" noGrp="1"/>
          </p:cNvSpPr>
          <p:nvPr/>
        </p:nvSpPr>
        <p:spPr>
          <a:xfrm xmlns:a="http://schemas.openxmlformats.org/drawingml/2006/main">
            <a:off x="5828760" y="41356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701</a:t>
            </a:r>
          </a:p>
        </p:txBody>
      </p:sp>
      <p:sp>
        <p:nvSpPr>
          <p:cNvPr id="202" name="university1652_satellite_to_drone/university1652_satellite_to_drone/seed-3/population/bin-2/label">
            <a:extLst xmlns:a="http://schemas.openxmlformats.org/drawingml/2006/main">
              <a:ext uri="{FF2B5EF4-FFF2-40B4-BE49-F238E27FC236}">
                <a16:creationId xmlns:a16="http://schemas.microsoft.com/office/drawing/2014/main" id="{0608E17B-1D01-4B5D-B9F3-543DAD2F40DA}"/>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03" name="university1652_satellite_to_drone/university1652_satellite_to_drone/seed-3/population/bin-2/visual">
            <a:extLst xmlns:a="http://schemas.openxmlformats.org/drawingml/2006/main">
              <a:ext uri="{FF2B5EF4-FFF2-40B4-BE49-F238E27FC236}">
                <a16:creationId xmlns:a16="http://schemas.microsoft.com/office/drawing/2014/main" id="{0F64564D-AFC0-4F8B-AB31-E6F6548BD8F7}"/>
              </a:ext>
            </a:extLst>
          </p:cNvPr>
          <p:cNvSpPr>
            <a:spLocks xmlns:a="http://schemas.openxmlformats.org/drawingml/2006/main" noGrp="1"/>
          </p:cNvSpPr>
          <p:nvPr/>
        </p:nvSpPr>
        <p:spPr>
          <a:xfrm xmlns:a="http://schemas.openxmlformats.org/drawingml/2006/main">
            <a:off x="5250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4" name="university1652_satellite_to_drone/university1652_satellite_to_drone/seed-3/population/bin-2/full">
            <a:extLst xmlns:a="http://schemas.openxmlformats.org/drawingml/2006/main">
              <a:ext uri="{FF2B5EF4-FFF2-40B4-BE49-F238E27FC236}">
                <a16:creationId xmlns:a16="http://schemas.microsoft.com/office/drawing/2014/main" id="{CD112F5A-EB0E-45A7-8102-8CEDBD601898}"/>
              </a:ext>
            </a:extLst>
          </p:cNvPr>
          <p:cNvSpPr>
            <a:spLocks xmlns:a="http://schemas.openxmlformats.org/drawingml/2006/main" noGrp="1"/>
          </p:cNvSpPr>
          <p:nvPr/>
        </p:nvSpPr>
        <p:spPr>
          <a:xfrm xmlns:a="http://schemas.openxmlformats.org/drawingml/2006/main">
            <a:off x="588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5" name="university1652_satellite_to_drone/university1652_satellite_to_drone/seed-3/population/bin-3/label">
            <a:extLst xmlns:a="http://schemas.openxmlformats.org/drawingml/2006/main">
              <a:ext uri="{FF2B5EF4-FFF2-40B4-BE49-F238E27FC236}">
                <a16:creationId xmlns:a16="http://schemas.microsoft.com/office/drawing/2014/main" id="{1F19288B-B661-4EBC-9F29-8814C0946B15}"/>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06" name="university1652_satellite_to_drone/university1652_satellite_to_drone/seed-3/population/bin-3/visual">
            <a:extLst xmlns:a="http://schemas.openxmlformats.org/drawingml/2006/main">
              <a:ext uri="{FF2B5EF4-FFF2-40B4-BE49-F238E27FC236}">
                <a16:creationId xmlns:a16="http://schemas.microsoft.com/office/drawing/2014/main" id="{7F945836-3C75-4518-AAFC-9BEAE85CF01C}"/>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7" name="university1652_satellite_to_drone/university1652_satellite_to_drone/seed-3/population/bin-3/full">
            <a:extLst xmlns:a="http://schemas.openxmlformats.org/drawingml/2006/main">
              <a:ext uri="{FF2B5EF4-FFF2-40B4-BE49-F238E27FC236}">
                <a16:creationId xmlns:a16="http://schemas.microsoft.com/office/drawing/2014/main" id="{CF6A679F-F01B-4894-9D43-1908B45CA6EC}"/>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8" name="university1652_satellite_to_drone/university1652_satellite_to_drone/seed-3/population/bin-4/label">
            <a:extLst xmlns:a="http://schemas.openxmlformats.org/drawingml/2006/main">
              <a:ext uri="{FF2B5EF4-FFF2-40B4-BE49-F238E27FC236}">
                <a16:creationId xmlns:a16="http://schemas.microsoft.com/office/drawing/2014/main" id="{E32969E8-F1AD-4C13-AC94-B080589A6A4E}"/>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09" name="university1652_satellite_to_drone/university1652_satellite_to_drone/seed-3/population/bin-4/visual">
            <a:extLst xmlns:a="http://schemas.openxmlformats.org/drawingml/2006/main">
              <a:ext uri="{FF2B5EF4-FFF2-40B4-BE49-F238E27FC236}">
                <a16:creationId xmlns:a16="http://schemas.microsoft.com/office/drawing/2014/main" id="{34E4AB85-F429-45B6-B1DA-AA3F4F7011C5}"/>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0" name="university1652_satellite_to_drone/university1652_satellite_to_drone/seed-3/population/bin-4/full">
            <a:extLst xmlns:a="http://schemas.openxmlformats.org/drawingml/2006/main">
              <a:ext uri="{FF2B5EF4-FFF2-40B4-BE49-F238E27FC236}">
                <a16:creationId xmlns:a16="http://schemas.microsoft.com/office/drawing/2014/main" id="{D1FBB0D9-0711-4EE5-81EA-A8DA7FFA0B44}"/>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1" name="university1652_satellite_to_drone/university1652_satellite_to_drone/seed-3/population/bin-5/label">
            <a:extLst xmlns:a="http://schemas.openxmlformats.org/drawingml/2006/main">
              <a:ext uri="{FF2B5EF4-FFF2-40B4-BE49-F238E27FC236}">
                <a16:creationId xmlns:a16="http://schemas.microsoft.com/office/drawing/2014/main" id="{302FBB9C-ABD7-453C-B497-9C84275E3733}"/>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2" name="university1652_satellite_to_drone/university1652_satellite_to_drone/seed-3/population/bin-5/visual">
            <a:extLst xmlns:a="http://schemas.openxmlformats.org/drawingml/2006/main">
              <a:ext uri="{FF2B5EF4-FFF2-40B4-BE49-F238E27FC236}">
                <a16:creationId xmlns:a16="http://schemas.microsoft.com/office/drawing/2014/main" id="{00DF170E-1CDE-4B2E-A3F9-1BFEF37DBB4E}"/>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3" name="university1652_satellite_to_drone/university1652_satellite_to_drone/seed-3/population/bin-5/full">
            <a:extLst xmlns:a="http://schemas.openxmlformats.org/drawingml/2006/main">
              <a:ext uri="{FF2B5EF4-FFF2-40B4-BE49-F238E27FC236}">
                <a16:creationId xmlns:a16="http://schemas.microsoft.com/office/drawing/2014/main" id="{96FDEEE6-1AFE-4B04-B01B-FBFF2C729882}"/>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university1652_satellite_to_drone/university1652_satellite_to_drone/seed-3/population/bin-6/label">
            <a:extLst xmlns:a="http://schemas.openxmlformats.org/drawingml/2006/main">
              <a:ext uri="{FF2B5EF4-FFF2-40B4-BE49-F238E27FC236}">
                <a16:creationId xmlns:a16="http://schemas.microsoft.com/office/drawing/2014/main" id="{80F1A048-414B-4D39-9E4B-CF7A1110F7C0}"/>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15" name="university1652_satellite_to_drone/university1652_satellite_to_drone/seed-3/population/bin-6/visual">
            <a:extLst xmlns:a="http://schemas.openxmlformats.org/drawingml/2006/main">
              <a:ext uri="{FF2B5EF4-FFF2-40B4-BE49-F238E27FC236}">
                <a16:creationId xmlns:a16="http://schemas.microsoft.com/office/drawing/2014/main" id="{7E114328-E0FA-4595-B512-B8313B20C832}"/>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6" name="university1652_satellite_to_drone/university1652_satellite_to_drone/seed-3/population/bin-6/full">
            <a:extLst xmlns:a="http://schemas.openxmlformats.org/drawingml/2006/main">
              <a:ext uri="{FF2B5EF4-FFF2-40B4-BE49-F238E27FC236}">
                <a16:creationId xmlns:a16="http://schemas.microsoft.com/office/drawing/2014/main" id="{50409EB3-2835-4656-9783-EFCBB7E12FBD}"/>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university1652_satellite_to_drone/university1652_satellite_to_drone/seed-3/population/bin-7/label">
            <a:extLst xmlns:a="http://schemas.openxmlformats.org/drawingml/2006/main">
              <a:ext uri="{FF2B5EF4-FFF2-40B4-BE49-F238E27FC236}">
                <a16:creationId xmlns:a16="http://schemas.microsoft.com/office/drawing/2014/main" id="{37EA03CB-A44E-4BDE-8455-EE417AE82626}"/>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18" name="university1652_satellite_to_drone/university1652_satellite_to_drone/seed-3/population/bin-7/visual">
            <a:extLst xmlns:a="http://schemas.openxmlformats.org/drawingml/2006/main">
              <a:ext uri="{FF2B5EF4-FFF2-40B4-BE49-F238E27FC236}">
                <a16:creationId xmlns:a16="http://schemas.microsoft.com/office/drawing/2014/main" id="{F1DDF984-E549-41F7-9AF2-0BCDCBB3A1A0}"/>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9" name="university1652_satellite_to_drone/university1652_satellite_to_drone/seed-3/population/bin-7/full">
            <a:extLst xmlns:a="http://schemas.openxmlformats.org/drawingml/2006/main">
              <a:ext uri="{FF2B5EF4-FFF2-40B4-BE49-F238E27FC236}">
                <a16:creationId xmlns:a16="http://schemas.microsoft.com/office/drawing/2014/main" id="{191EFAC8-E43B-4E35-A313-30FBEA25F5A7}"/>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university1652_satellite_to_drone/university1652_satellite_to_drone/seed-3/population/bin-8/label">
            <a:extLst xmlns:a="http://schemas.openxmlformats.org/drawingml/2006/main">
              <a:ext uri="{FF2B5EF4-FFF2-40B4-BE49-F238E27FC236}">
                <a16:creationId xmlns:a16="http://schemas.microsoft.com/office/drawing/2014/main" id="{C501393C-F1F4-48F3-BC02-4332BB97A855}"/>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1" name="university1652_satellite_to_drone/university1652_satellite_to_drone/seed-3/population/bin-8/visual">
            <a:extLst xmlns:a="http://schemas.openxmlformats.org/drawingml/2006/main">
              <a:ext uri="{FF2B5EF4-FFF2-40B4-BE49-F238E27FC236}">
                <a16:creationId xmlns:a16="http://schemas.microsoft.com/office/drawing/2014/main" id="{EF54A62E-73F9-4B9D-ABB7-BEB0DFEB3D98}"/>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university1652_satellite_to_drone/university1652_satellite_to_drone/seed-3/population/bin-8/full">
            <a:extLst xmlns:a="http://schemas.openxmlformats.org/drawingml/2006/main">
              <a:ext uri="{FF2B5EF4-FFF2-40B4-BE49-F238E27FC236}">
                <a16:creationId xmlns:a16="http://schemas.microsoft.com/office/drawing/2014/main" id="{DC37CC38-008C-40EA-B4FA-6DE776EC1FAC}"/>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university1652_satellite_to_drone/university1652_satellite_to_drone/seed-3/population/bin-9/label">
            <a:extLst xmlns:a="http://schemas.openxmlformats.org/drawingml/2006/main">
              <a:ext uri="{FF2B5EF4-FFF2-40B4-BE49-F238E27FC236}">
                <a16:creationId xmlns:a16="http://schemas.microsoft.com/office/drawing/2014/main" id="{E9E7B7A8-FCD8-44BC-97F1-DCD2B0504A3B}"/>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24" name="university1652_satellite_to_drone/university1652_satellite_to_drone/seed-3/population/bin-9/visual">
            <a:extLst xmlns:a="http://schemas.openxmlformats.org/drawingml/2006/main">
              <a:ext uri="{FF2B5EF4-FFF2-40B4-BE49-F238E27FC236}">
                <a16:creationId xmlns:a16="http://schemas.microsoft.com/office/drawing/2014/main" id="{E62A2716-AE9A-43A4-B477-5C9BABB84756}"/>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university1652_satellite_to_drone/university1652_satellite_to_drone/seed-3/population/bin-9/full">
            <a:extLst xmlns:a="http://schemas.openxmlformats.org/drawingml/2006/main">
              <a:ext uri="{FF2B5EF4-FFF2-40B4-BE49-F238E27FC236}">
                <a16:creationId xmlns:a16="http://schemas.microsoft.com/office/drawing/2014/main" id="{4A1BE501-BCFE-491E-863E-569AAB8705D9}"/>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university1652_satellite_to_drone/university1652_satellite_to_drone/seed-3/population/bin-10/label">
            <a:extLst xmlns:a="http://schemas.openxmlformats.org/drawingml/2006/main">
              <a:ext uri="{FF2B5EF4-FFF2-40B4-BE49-F238E27FC236}">
                <a16:creationId xmlns:a16="http://schemas.microsoft.com/office/drawing/2014/main" id="{BDE14EA7-972F-4989-B371-B7870B58C371}"/>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27" name="university1652_satellite_to_drone/university1652_satellite_to_drone/seed-3/population/bin-10/visual">
            <a:extLst xmlns:a="http://schemas.openxmlformats.org/drawingml/2006/main">
              <a:ext uri="{FF2B5EF4-FFF2-40B4-BE49-F238E27FC236}">
                <a16:creationId xmlns:a16="http://schemas.microsoft.com/office/drawing/2014/main" id="{7AC75E66-A7E2-4131-9391-39CE330F4026}"/>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university1652_satellite_to_drone/university1652_satellite_to_drone/seed-3/population/bin-10/full">
            <a:extLst xmlns:a="http://schemas.openxmlformats.org/drawingml/2006/main">
              <a:ext uri="{FF2B5EF4-FFF2-40B4-BE49-F238E27FC236}">
                <a16:creationId xmlns:a16="http://schemas.microsoft.com/office/drawing/2014/main" id="{31BC79A2-3C8D-438F-B1C5-E411B80624F8}"/>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university1652_satellite_to_drone/university1652_satellite_to_drone/seed-3/population/bin-11/label">
            <a:extLst xmlns:a="http://schemas.openxmlformats.org/drawingml/2006/main">
              <a:ext uri="{FF2B5EF4-FFF2-40B4-BE49-F238E27FC236}">
                <a16:creationId xmlns:a16="http://schemas.microsoft.com/office/drawing/2014/main" id="{296D7E71-DEE8-4CDA-97E1-B05A86ABC7B8}"/>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0" name="university1652_satellite_to_drone/university1652_satellite_to_drone/seed-3/population/bin-11/visual">
            <a:extLst xmlns:a="http://schemas.openxmlformats.org/drawingml/2006/main">
              <a:ext uri="{FF2B5EF4-FFF2-40B4-BE49-F238E27FC236}">
                <a16:creationId xmlns:a16="http://schemas.microsoft.com/office/drawing/2014/main" id="{39E0671D-92BF-4065-9CC3-079B2E7DE671}"/>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university1652_satellite_to_drone/university1652_satellite_to_drone/seed-3/population/bin-11/full">
            <a:extLst xmlns:a="http://schemas.openxmlformats.org/drawingml/2006/main">
              <a:ext uri="{FF2B5EF4-FFF2-40B4-BE49-F238E27FC236}">
                <a16:creationId xmlns:a16="http://schemas.microsoft.com/office/drawing/2014/main" id="{B282F1F9-7CA1-4671-9F70-7AE8B223CAF4}"/>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university1652_satellite_to_drone/university1652_satellite_to_drone/seed-3/population/bin-12/label">
            <a:extLst xmlns:a="http://schemas.openxmlformats.org/drawingml/2006/main">
              <a:ext uri="{FF2B5EF4-FFF2-40B4-BE49-F238E27FC236}">
                <a16:creationId xmlns:a16="http://schemas.microsoft.com/office/drawing/2014/main" id="{4B06005D-03BD-4F5E-950E-383CFE252892}"/>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33" name="university1652_satellite_to_drone/university1652_satellite_to_drone/seed-3/population/bin-12/visual">
            <a:extLst xmlns:a="http://schemas.openxmlformats.org/drawingml/2006/main">
              <a:ext uri="{FF2B5EF4-FFF2-40B4-BE49-F238E27FC236}">
                <a16:creationId xmlns:a16="http://schemas.microsoft.com/office/drawing/2014/main" id="{4991D491-5BD0-4B6D-B118-D667FA078E05}"/>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university1652_satellite_to_drone/university1652_satellite_to_drone/seed-3/population/bin-12/full">
            <a:extLst xmlns:a="http://schemas.openxmlformats.org/drawingml/2006/main">
              <a:ext uri="{FF2B5EF4-FFF2-40B4-BE49-F238E27FC236}">
                <a16:creationId xmlns:a16="http://schemas.microsoft.com/office/drawing/2014/main" id="{AB98F6D2-548F-40A2-BF4E-42652D338706}"/>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university1652_satellite_to_drone/university1652_satellite_to_drone/seed-3/population/bin-13/label">
            <a:extLst xmlns:a="http://schemas.openxmlformats.org/drawingml/2006/main">
              <a:ext uri="{FF2B5EF4-FFF2-40B4-BE49-F238E27FC236}">
                <a16:creationId xmlns:a16="http://schemas.microsoft.com/office/drawing/2014/main" id="{C9A81F5B-8874-429C-86B1-4C4F1484E073}"/>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36" name="university1652_satellite_to_drone/university1652_satellite_to_drone/seed-3/population/bin-13/visual">
            <a:extLst xmlns:a="http://schemas.openxmlformats.org/drawingml/2006/main">
              <a:ext uri="{FF2B5EF4-FFF2-40B4-BE49-F238E27FC236}">
                <a16:creationId xmlns:a16="http://schemas.microsoft.com/office/drawing/2014/main" id="{8F16342A-AD1B-43B1-8BBB-552AD6070621}"/>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university1652_satellite_to_drone/university1652_satellite_to_drone/seed-3/population/bin-13/full">
            <a:extLst xmlns:a="http://schemas.openxmlformats.org/drawingml/2006/main">
              <a:ext uri="{FF2B5EF4-FFF2-40B4-BE49-F238E27FC236}">
                <a16:creationId xmlns:a16="http://schemas.microsoft.com/office/drawing/2014/main" id="{C915F487-B947-49BF-A3FD-30D16136CC6B}"/>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university1652_satellite_to_drone/university1652_satellite_to_drone/seed-3/population/bin-14/label">
            <a:extLst xmlns:a="http://schemas.openxmlformats.org/drawingml/2006/main">
              <a:ext uri="{FF2B5EF4-FFF2-40B4-BE49-F238E27FC236}">
                <a16:creationId xmlns:a16="http://schemas.microsoft.com/office/drawing/2014/main" id="{077D4B14-4E7D-4898-B60E-A0CE3A474A57}"/>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39" name="university1652_satellite_to_drone/university1652_satellite_to_drone/seed-3/population/bin-14/visual">
            <a:extLst xmlns:a="http://schemas.openxmlformats.org/drawingml/2006/main">
              <a:ext uri="{FF2B5EF4-FFF2-40B4-BE49-F238E27FC236}">
                <a16:creationId xmlns:a16="http://schemas.microsoft.com/office/drawing/2014/main" id="{B3B16334-A2CA-46A7-B393-DFC9090D4170}"/>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university1652_satellite_to_drone/university1652_satellite_to_drone/seed-3/population/bin-14/full">
            <a:extLst xmlns:a="http://schemas.openxmlformats.org/drawingml/2006/main">
              <a:ext uri="{FF2B5EF4-FFF2-40B4-BE49-F238E27FC236}">
                <a16:creationId xmlns:a16="http://schemas.microsoft.com/office/drawing/2014/main" id="{A2F0F900-E5A3-4564-8199-07067E8C16B1}"/>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university1652_satellite_to_drone/university1652_satellite_to_drone/seed-3/population/bin-15/label">
            <a:extLst xmlns:a="http://schemas.openxmlformats.org/drawingml/2006/main">
              <a:ext uri="{FF2B5EF4-FFF2-40B4-BE49-F238E27FC236}">
                <a16:creationId xmlns:a16="http://schemas.microsoft.com/office/drawing/2014/main" id="{ECD0C379-73F3-46BA-82EE-5C39F8E480FC}"/>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2" name="university1652_satellite_to_drone/university1652_satellite_to_drone/seed-3/population/bin-15/visual">
            <a:extLst xmlns:a="http://schemas.openxmlformats.org/drawingml/2006/main">
              <a:ext uri="{FF2B5EF4-FFF2-40B4-BE49-F238E27FC236}">
                <a16:creationId xmlns:a16="http://schemas.microsoft.com/office/drawing/2014/main" id="{7DB1FE7F-EE9D-4A8A-9ADF-A9756E7649E1}"/>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university1652_satellite_to_drone/university1652_satellite_to_drone/seed-3/population/bin-15/full">
            <a:extLst xmlns:a="http://schemas.openxmlformats.org/drawingml/2006/main">
              <a:ext uri="{FF2B5EF4-FFF2-40B4-BE49-F238E27FC236}">
                <a16:creationId xmlns:a16="http://schemas.microsoft.com/office/drawing/2014/main" id="{3AFD0236-CE53-4671-A7E3-979DB16CDC45}"/>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university1652_satellite_to_drone/x-axis-label">
            <a:extLst xmlns:a="http://schemas.openxmlformats.org/drawingml/2006/main">
              <a:ext uri="{FF2B5EF4-FFF2-40B4-BE49-F238E27FC236}">
                <a16:creationId xmlns:a16="http://schemas.microsoft.com/office/drawing/2014/main" id="{25CCB08A-91F2-4DBA-8E41-928E153A1D17}"/>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45" name="university1652_satellite_to_drone/footnote-1">
            <a:extLst xmlns:a="http://schemas.openxmlformats.org/drawingml/2006/main">
              <a:ext uri="{FF2B5EF4-FFF2-40B4-BE49-F238E27FC236}">
                <a16:creationId xmlns:a16="http://schemas.microsoft.com/office/drawing/2014/main" id="{2F6FBB26-2220-404B-9495-44943F094CF5}"/>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46" name="university1652_satellite_to_drone/footnote-2">
            <a:extLst xmlns:a="http://schemas.openxmlformats.org/drawingml/2006/main">
              <a:ext uri="{FF2B5EF4-FFF2-40B4-BE49-F238E27FC236}">
                <a16:creationId xmlns:a16="http://schemas.microsoft.com/office/drawing/2014/main" id="{373E2CC5-F128-4D5C-9569-D5B026206367}"/>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47" name="university1652_satellite_to_drone/footnote-3">
            <a:extLst xmlns:a="http://schemas.openxmlformats.org/drawingml/2006/main">
              <a:ext uri="{FF2B5EF4-FFF2-40B4-BE49-F238E27FC236}">
                <a16:creationId xmlns:a16="http://schemas.microsoft.com/office/drawing/2014/main" id="{80E8BC57-1ACD-4D77-A67D-C3AB18BCDDB2}"/>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48" name="university1652_satellite_to_drone/footnote-4">
            <a:extLst xmlns:a="http://schemas.openxmlformats.org/drawingml/2006/main">
              <a:ext uri="{FF2B5EF4-FFF2-40B4-BE49-F238E27FC236}">
                <a16:creationId xmlns:a16="http://schemas.microsoft.com/office/drawing/2014/main" id="{C3EEF07A-77AE-4567-93F4-F4DEAC25A4FA}"/>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49" name="university1652_satellite_to_drone/footnote-5">
            <a:extLst xmlns:a="http://schemas.openxmlformats.org/drawingml/2006/main">
              <a:ext uri="{FF2B5EF4-FFF2-40B4-BE49-F238E27FC236}">
                <a16:creationId xmlns:a16="http://schemas.microsoft.com/office/drawing/2014/main" id="{FEE5906F-370B-4811-ADB3-E1ABF1FD3190}"/>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0" name="university1652_satellite_to_drone/footnote-6">
            <a:extLst xmlns:a="http://schemas.openxmlformats.org/drawingml/2006/main">
              <a:ext uri="{FF2B5EF4-FFF2-40B4-BE49-F238E27FC236}">
                <a16:creationId xmlns:a16="http://schemas.microsoft.com/office/drawing/2014/main" id="{AA67F635-FEDA-4EE3-A8CD-99CCF96CE273}"/>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4446182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8" name="university1652_street_to_satellite/title">
            <a:extLst xmlns:a="http://schemas.openxmlformats.org/drawingml/2006/main">
              <a:ext uri="{FF2B5EF4-FFF2-40B4-BE49-F238E27FC236}">
                <a16:creationId xmlns:a16="http://schemas.microsoft.com/office/drawing/2014/main" id="{A1D20234-6491-4E1B-959D-3EB4E749F060}"/>
              </a:ext>
            </a:extLst>
          </p:cNvPr>
          <p:cNvSpPr>
            <a:spLocks xmlns:a="http://schemas.openxmlformats.org/drawingml/2006/main" noGrp="1"/>
          </p:cNvSpPr>
          <p:nvPr/>
        </p:nvSpPr>
        <p:spPr>
          <a:xfrm xmlns:a="http://schemas.openxmlformats.org/drawingml/2006/main">
            <a:off x="190500" y="111760"/>
            <a:ext cx="2055781"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Street → satellite</a:t>
            </a:r>
          </a:p>
        </p:txBody>
      </p:sp>
      <p:sp>
        <p:nvSpPr>
          <p:cNvPr id="2" name="university1652_street_to_satellite/subtitle">
            <a:extLst xmlns:a="http://schemas.openxmlformats.org/drawingml/2006/main">
              <a:ext uri="{FF2B5EF4-FFF2-40B4-BE49-F238E27FC236}">
                <a16:creationId xmlns:a16="http://schemas.microsoft.com/office/drawing/2014/main" id="{B146740E-1B1C-46B4-8163-77F2F58552CB}"/>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university1652_street_to_satellite/legend/visual/marker">
            <a:extLst xmlns:a="http://schemas.openxmlformats.org/drawingml/2006/main">
              <a:ext uri="{FF2B5EF4-FFF2-40B4-BE49-F238E27FC236}">
                <a16:creationId xmlns:a16="http://schemas.microsoft.com/office/drawing/2014/main" id="{87A56757-4D5B-4CD5-AAC5-720C9106BC7C}"/>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street_to_satellite/legend/visual/text">
            <a:extLst xmlns:a="http://schemas.openxmlformats.org/drawingml/2006/main">
              <a:ext uri="{FF2B5EF4-FFF2-40B4-BE49-F238E27FC236}">
                <a16:creationId xmlns:a16="http://schemas.microsoft.com/office/drawing/2014/main" id="{EE59B0A0-6336-407C-B1EA-6D01486F4908}"/>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street_to_satellite/legend/full/marker">
            <a:extLst xmlns:a="http://schemas.openxmlformats.org/drawingml/2006/main">
              <a:ext uri="{FF2B5EF4-FFF2-40B4-BE49-F238E27FC236}">
                <a16:creationId xmlns:a16="http://schemas.microsoft.com/office/drawing/2014/main" id="{428EEE1D-54D9-4740-8D64-64B956508F74}"/>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street_to_satellite/legend/full/text">
            <a:extLst xmlns:a="http://schemas.openxmlformats.org/drawingml/2006/main">
              <a:ext uri="{FF2B5EF4-FFF2-40B4-BE49-F238E27FC236}">
                <a16:creationId xmlns:a16="http://schemas.microsoft.com/office/drawing/2014/main" id="{88E95C2D-8829-4CB6-9373-EB389E7500A3}"/>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street_to_satellite/legend/equality/line">
            <a:extLst xmlns:a="http://schemas.openxmlformats.org/drawingml/2006/main">
              <a:ext uri="{FF2B5EF4-FFF2-40B4-BE49-F238E27FC236}">
                <a16:creationId xmlns:a16="http://schemas.microsoft.com/office/drawing/2014/main" id="{318AFDEF-64E7-45C9-94DE-82B6D3230097}"/>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university1652_street_to_satellite/legend/equality/text">
            <a:extLst xmlns:a="http://schemas.openxmlformats.org/drawingml/2006/main">
              <a:ext uri="{FF2B5EF4-FFF2-40B4-BE49-F238E27FC236}">
                <a16:creationId xmlns:a16="http://schemas.microsoft.com/office/drawing/2014/main" id="{B4D94D30-DB46-4D46-9808-38249D1C9E50}"/>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university1652_street_to_satellite/y-axis-label">
            <a:extLst xmlns:a="http://schemas.openxmlformats.org/drawingml/2006/main">
              <a:ext uri="{FF2B5EF4-FFF2-40B4-BE49-F238E27FC236}">
                <a16:creationId xmlns:a16="http://schemas.microsoft.com/office/drawing/2014/main" id="{95C91B35-792D-445A-98D1-C7FB097EEE8E}"/>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university1652_street_to_satellite/university1652_street_to_satellite/seed-1/seed-heading">
            <a:extLst xmlns:a="http://schemas.openxmlformats.org/drawingml/2006/main">
              <a:ext uri="{FF2B5EF4-FFF2-40B4-BE49-F238E27FC236}">
                <a16:creationId xmlns:a16="http://schemas.microsoft.com/office/drawing/2014/main" id="{99BD2C7B-821C-4DBE-AD91-70A525B375B2}"/>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university1652_street_to_satellite/university1652_street_to_satellite/seed-1/y-grid-0">
            <a:extLst xmlns:a="http://schemas.openxmlformats.org/drawingml/2006/main">
              <a:ext uri="{FF2B5EF4-FFF2-40B4-BE49-F238E27FC236}">
                <a16:creationId xmlns:a16="http://schemas.microsoft.com/office/drawing/2014/main" id="{E2A0D270-1576-4AE7-B7EF-23DAE90AC966}"/>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university1652_street_to_satellite/university1652_street_to_satellite/seed-1/y-label-0">
            <a:extLst xmlns:a="http://schemas.openxmlformats.org/drawingml/2006/main">
              <a:ext uri="{FF2B5EF4-FFF2-40B4-BE49-F238E27FC236}">
                <a16:creationId xmlns:a16="http://schemas.microsoft.com/office/drawing/2014/main" id="{A6A5534C-F945-495F-8F17-1EEB20A152E6}"/>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treet_to_satellite/university1652_street_to_satellite/seed-1/x-tick-0">
            <a:extLst xmlns:a="http://schemas.openxmlformats.org/drawingml/2006/main">
              <a:ext uri="{FF2B5EF4-FFF2-40B4-BE49-F238E27FC236}">
                <a16:creationId xmlns:a16="http://schemas.microsoft.com/office/drawing/2014/main" id="{F8284D90-A154-49A4-8801-163B6C0A0D8B}"/>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university1652_street_to_satellite/university1652_street_to_satellite/seed-1/x-label-0">
            <a:extLst xmlns:a="http://schemas.openxmlformats.org/drawingml/2006/main">
              <a:ext uri="{FF2B5EF4-FFF2-40B4-BE49-F238E27FC236}">
                <a16:creationId xmlns:a16="http://schemas.microsoft.com/office/drawing/2014/main" id="{B788EA83-BAEE-41E1-AE8E-03418C214871}"/>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university1652_street_to_satellite/university1652_street_to_satellite/seed-1/y-grid-0.25">
            <a:extLst xmlns:a="http://schemas.openxmlformats.org/drawingml/2006/main">
              <a:ext uri="{FF2B5EF4-FFF2-40B4-BE49-F238E27FC236}">
                <a16:creationId xmlns:a16="http://schemas.microsoft.com/office/drawing/2014/main" id="{8BEDB023-84BC-4B96-BAA6-7C613B1B7729}"/>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university1652_street_to_satellite/university1652_street_to_satellite/seed-1/y-label-0.25">
            <a:extLst xmlns:a="http://schemas.openxmlformats.org/drawingml/2006/main">
              <a:ext uri="{FF2B5EF4-FFF2-40B4-BE49-F238E27FC236}">
                <a16:creationId xmlns:a16="http://schemas.microsoft.com/office/drawing/2014/main" id="{F4DF8F2B-1E16-4C8E-A142-0AB5F6AC025A}"/>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university1652_street_to_satellite/university1652_street_to_satellite/seed-1/x-tick-0.25">
            <a:extLst xmlns:a="http://schemas.openxmlformats.org/drawingml/2006/main">
              <a:ext uri="{FF2B5EF4-FFF2-40B4-BE49-F238E27FC236}">
                <a16:creationId xmlns:a16="http://schemas.microsoft.com/office/drawing/2014/main" id="{B645C30E-7B4E-40D7-8A07-55CC6E9DD5E4}"/>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university1652_street_to_satellite/university1652_street_to_satellite/seed-1/x-label-0.25">
            <a:extLst xmlns:a="http://schemas.openxmlformats.org/drawingml/2006/main">
              <a:ext uri="{FF2B5EF4-FFF2-40B4-BE49-F238E27FC236}">
                <a16:creationId xmlns:a16="http://schemas.microsoft.com/office/drawing/2014/main" id="{630983BB-3425-4623-AE8F-C2096274B2CD}"/>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university1652_street_to_satellite/university1652_street_to_satellite/seed-1/y-grid-0.5">
            <a:extLst xmlns:a="http://schemas.openxmlformats.org/drawingml/2006/main">
              <a:ext uri="{FF2B5EF4-FFF2-40B4-BE49-F238E27FC236}">
                <a16:creationId xmlns:a16="http://schemas.microsoft.com/office/drawing/2014/main" id="{4E5A9399-EC3D-4EF1-B3BB-2D386B171B94}"/>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university1652_street_to_satellite/university1652_street_to_satellite/seed-1/y-label-0.5">
            <a:extLst xmlns:a="http://schemas.openxmlformats.org/drawingml/2006/main">
              <a:ext uri="{FF2B5EF4-FFF2-40B4-BE49-F238E27FC236}">
                <a16:creationId xmlns:a16="http://schemas.microsoft.com/office/drawing/2014/main" id="{60AD52C9-E9B7-4CC0-BCD9-AC8DAF3F3656}"/>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university1652_street_to_satellite/university1652_street_to_satellite/seed-1/x-tick-0.5">
            <a:extLst xmlns:a="http://schemas.openxmlformats.org/drawingml/2006/main">
              <a:ext uri="{FF2B5EF4-FFF2-40B4-BE49-F238E27FC236}">
                <a16:creationId xmlns:a16="http://schemas.microsoft.com/office/drawing/2014/main" id="{35A1B1C8-AA3F-4BE5-847B-9593EF60F513}"/>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university1652_street_to_satellite/university1652_street_to_satellite/seed-1/x-label-0.5">
            <a:extLst xmlns:a="http://schemas.openxmlformats.org/drawingml/2006/main">
              <a:ext uri="{FF2B5EF4-FFF2-40B4-BE49-F238E27FC236}">
                <a16:creationId xmlns:a16="http://schemas.microsoft.com/office/drawing/2014/main" id="{001649A8-5F90-4024-B25B-05945A62A6A4}"/>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university1652_street_to_satellite/university1652_street_to_satellite/seed-1/y-grid-0.75">
            <a:extLst xmlns:a="http://schemas.openxmlformats.org/drawingml/2006/main">
              <a:ext uri="{FF2B5EF4-FFF2-40B4-BE49-F238E27FC236}">
                <a16:creationId xmlns:a16="http://schemas.microsoft.com/office/drawing/2014/main" id="{6489DE72-6753-4508-8592-35AB373518D8}"/>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university1652_street_to_satellite/university1652_street_to_satellite/seed-1/y-label-0.75">
            <a:extLst xmlns:a="http://schemas.openxmlformats.org/drawingml/2006/main">
              <a:ext uri="{FF2B5EF4-FFF2-40B4-BE49-F238E27FC236}">
                <a16:creationId xmlns:a16="http://schemas.microsoft.com/office/drawing/2014/main" id="{4C61D472-5CC0-4718-B480-8E9C09D792EF}"/>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university1652_street_to_satellite/university1652_street_to_satellite/seed-1/x-tick-0.75">
            <a:extLst xmlns:a="http://schemas.openxmlformats.org/drawingml/2006/main">
              <a:ext uri="{FF2B5EF4-FFF2-40B4-BE49-F238E27FC236}">
                <a16:creationId xmlns:a16="http://schemas.microsoft.com/office/drawing/2014/main" id="{46558A10-A8ED-42EE-AF3E-A3E6BA53B1EE}"/>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university1652_street_to_satellite/university1652_street_to_satellite/seed-1/x-label-0.75">
            <a:extLst xmlns:a="http://schemas.openxmlformats.org/drawingml/2006/main">
              <a:ext uri="{FF2B5EF4-FFF2-40B4-BE49-F238E27FC236}">
                <a16:creationId xmlns:a16="http://schemas.microsoft.com/office/drawing/2014/main" id="{F40B48E0-BC65-4DBD-98AD-9EA734F405E3}"/>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university1652_street_to_satellite/university1652_street_to_satellite/seed-1/y-grid-1">
            <a:extLst xmlns:a="http://schemas.openxmlformats.org/drawingml/2006/main">
              <a:ext uri="{FF2B5EF4-FFF2-40B4-BE49-F238E27FC236}">
                <a16:creationId xmlns:a16="http://schemas.microsoft.com/office/drawing/2014/main" id="{C48DD9E6-E2FC-4B02-8174-981DAEA50E32}"/>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university1652_street_to_satellite/university1652_street_to_satellite/seed-1/y-label-1">
            <a:extLst xmlns:a="http://schemas.openxmlformats.org/drawingml/2006/main">
              <a:ext uri="{FF2B5EF4-FFF2-40B4-BE49-F238E27FC236}">
                <a16:creationId xmlns:a16="http://schemas.microsoft.com/office/drawing/2014/main" id="{88EED1F5-40A0-4BFC-BD0F-DBE353F5DC56}"/>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university1652_street_to_satellite/university1652_street_to_satellite/seed-1/x-tick-1">
            <a:extLst xmlns:a="http://schemas.openxmlformats.org/drawingml/2006/main">
              <a:ext uri="{FF2B5EF4-FFF2-40B4-BE49-F238E27FC236}">
                <a16:creationId xmlns:a16="http://schemas.microsoft.com/office/drawing/2014/main" id="{F3EE636B-3253-4768-B6D1-517F2ECA3EF7}"/>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treet_to_satellite/university1652_street_to_satellite/seed-1/x-label-1">
            <a:extLst xmlns:a="http://schemas.openxmlformats.org/drawingml/2006/main">
              <a:ext uri="{FF2B5EF4-FFF2-40B4-BE49-F238E27FC236}">
                <a16:creationId xmlns:a16="http://schemas.microsoft.com/office/drawing/2014/main" id="{D9D430EC-035D-4BC1-AB52-977C7D36AB00}"/>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university1652_street_to_satellite/university1652_street_to_satellite/seed-1/reference-equality">
            <a:extLst xmlns:a="http://schemas.openxmlformats.org/drawingml/2006/main">
              <a:ext uri="{FF2B5EF4-FFF2-40B4-BE49-F238E27FC236}">
                <a16:creationId xmlns:a16="http://schemas.microsoft.com/office/drawing/2014/main" id="{77621BF3-2C83-4CE9-B4AE-AE3B40FC63C7}"/>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university1652_street_to_satellite/university1652_street_to_satellite/seed-1/y-axis">
            <a:extLst xmlns:a="http://schemas.openxmlformats.org/drawingml/2006/main">
              <a:ext uri="{FF2B5EF4-FFF2-40B4-BE49-F238E27FC236}">
                <a16:creationId xmlns:a16="http://schemas.microsoft.com/office/drawing/2014/main" id="{83EF537B-1AF3-45DB-980A-0D69E8D1041C}"/>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university1652_street_to_satellite/university1652_street_to_satellite/seed-1/x-axis">
            <a:extLst xmlns:a="http://schemas.openxmlformats.org/drawingml/2006/main">
              <a:ext uri="{FF2B5EF4-FFF2-40B4-BE49-F238E27FC236}">
                <a16:creationId xmlns:a16="http://schemas.microsoft.com/office/drawing/2014/main" id="{D18CC84F-4D5C-45E8-A2E4-D3C7B668C739}"/>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university1652_street_to_satellite/university1652_street_to_satellite/seed-1/visual/bin-1/point">
            <a:extLst xmlns:a="http://schemas.openxmlformats.org/drawingml/2006/main">
              <a:ext uri="{FF2B5EF4-FFF2-40B4-BE49-F238E27FC236}">
                <a16:creationId xmlns:a16="http://schemas.microsoft.com/office/drawing/2014/main" id="{8720FD71-3E4A-462E-BA50-6C4E356208F1}"/>
              </a:ext>
            </a:extLst>
          </p:cNvPr>
          <p:cNvSpPr>
            <a:spLocks xmlns:a="http://schemas.openxmlformats.org/drawingml/2006/main" noGrp="1"/>
          </p:cNvSpPr>
          <p:nvPr/>
        </p:nvSpPr>
        <p:spPr>
          <a:xfrm xmlns:a="http://schemas.openxmlformats.org/drawingml/2006/main">
            <a:off x="528594" y="264175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street_to_satellite/university1652_street_to_satellite/seed-1/visual/bin-2/point">
            <a:extLst xmlns:a="http://schemas.openxmlformats.org/drawingml/2006/main">
              <a:ext uri="{FF2B5EF4-FFF2-40B4-BE49-F238E27FC236}">
                <a16:creationId xmlns:a16="http://schemas.microsoft.com/office/drawing/2014/main" id="{400766C5-878C-4F2F-86D6-0663FEDFFCA6}"/>
              </a:ext>
            </a:extLst>
          </p:cNvPr>
          <p:cNvSpPr>
            <a:spLocks xmlns:a="http://schemas.openxmlformats.org/drawingml/2006/main" noGrp="1"/>
          </p:cNvSpPr>
          <p:nvPr/>
        </p:nvSpPr>
        <p:spPr>
          <a:xfrm xmlns:a="http://schemas.openxmlformats.org/drawingml/2006/main">
            <a:off x="626328" y="26498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university1652_street_to_satellite/university1652_street_to_satellite/seed-1/visual/ECE">
            <a:extLst xmlns:a="http://schemas.openxmlformats.org/drawingml/2006/main">
              <a:ext uri="{FF2B5EF4-FFF2-40B4-BE49-F238E27FC236}">
                <a16:creationId xmlns:a16="http://schemas.microsoft.com/office/drawing/2014/main" id="{F9105B62-2DFF-4C13-B5CF-75328B7BF0E8}"/>
              </a:ext>
            </a:extLst>
          </p:cNvPr>
          <p:cNvSpPr>
            <a:spLocks xmlns:a="http://schemas.openxmlformats.org/drawingml/2006/main" noGrp="1"/>
          </p:cNvSpPr>
          <p:nvPr/>
        </p:nvSpPr>
        <p:spPr>
          <a:xfrm xmlns:a="http://schemas.openxmlformats.org/drawingml/2006/main">
            <a:off x="967121" y="3272028"/>
            <a:ext cx="7327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0.0110</a:t>
            </a:r>
          </a:p>
        </p:txBody>
      </p:sp>
      <p:sp>
        <p:nvSpPr>
          <p:cNvPr id="37" name="university1652_street_to_satellite/university1652_street_to_satellite/seed-1/full/bin-1/point">
            <a:extLst xmlns:a="http://schemas.openxmlformats.org/drawingml/2006/main">
              <a:ext uri="{FF2B5EF4-FFF2-40B4-BE49-F238E27FC236}">
                <a16:creationId xmlns:a16="http://schemas.microsoft.com/office/drawing/2014/main" id="{88F22914-3470-4F51-8961-569DA818643D}"/>
              </a:ext>
            </a:extLst>
          </p:cNvPr>
          <p:cNvSpPr>
            <a:spLocks xmlns:a="http://schemas.openxmlformats.org/drawingml/2006/main" noGrp="1"/>
          </p:cNvSpPr>
          <p:nvPr/>
        </p:nvSpPr>
        <p:spPr>
          <a:xfrm xmlns:a="http://schemas.openxmlformats.org/drawingml/2006/main">
            <a:off x="531410" y="264180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8" name="university1652_street_to_satellite/university1652_street_to_satellite/seed-1/full/bin-2/point">
            <a:extLst xmlns:a="http://schemas.openxmlformats.org/drawingml/2006/main">
              <a:ext uri="{FF2B5EF4-FFF2-40B4-BE49-F238E27FC236}">
                <a16:creationId xmlns:a16="http://schemas.microsoft.com/office/drawing/2014/main" id="{7115E892-EB3D-4BAD-8EE0-22E7014DB7B4}"/>
              </a:ext>
            </a:extLst>
          </p:cNvPr>
          <p:cNvSpPr>
            <a:spLocks xmlns:a="http://schemas.openxmlformats.org/drawingml/2006/main" noGrp="1"/>
          </p:cNvSpPr>
          <p:nvPr/>
        </p:nvSpPr>
        <p:spPr>
          <a:xfrm xmlns:a="http://schemas.openxmlformats.org/drawingml/2006/main">
            <a:off x="630412"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university1652_street_to_satellite/university1652_street_to_satellite/seed-1/full/ECE">
            <a:extLst xmlns:a="http://schemas.openxmlformats.org/drawingml/2006/main">
              <a:ext uri="{FF2B5EF4-FFF2-40B4-BE49-F238E27FC236}">
                <a16:creationId xmlns:a16="http://schemas.microsoft.com/office/drawing/2014/main" id="{FFB41DBF-0623-4573-9AF3-4C7698894F01}"/>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0.0048</a:t>
            </a:r>
          </a:p>
        </p:txBody>
      </p:sp>
      <p:sp>
        <p:nvSpPr>
          <p:cNvPr id="40" name="university1652_street_to_satellite/university1652_street_to_satellite/seed-1/population/N">
            <a:extLst xmlns:a="http://schemas.openxmlformats.org/drawingml/2006/main">
              <a:ext uri="{FF2B5EF4-FFF2-40B4-BE49-F238E27FC236}">
                <a16:creationId xmlns:a16="http://schemas.microsoft.com/office/drawing/2014/main" id="{5877F9DA-4F2F-4E87-9185-F07609C72D4E}"/>
              </a:ext>
            </a:extLst>
          </p:cNvPr>
          <p:cNvSpPr>
            <a:spLocks xmlns:a="http://schemas.openxmlformats.org/drawingml/2006/main" noGrp="1"/>
          </p:cNvSpPr>
          <p:nvPr/>
        </p:nvSpPr>
        <p:spPr>
          <a:xfrm xmlns:a="http://schemas.openxmlformats.org/drawingml/2006/main">
            <a:off x="6985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2,579; bin populations</a:t>
            </a:r>
          </a:p>
        </p:txBody>
      </p:sp>
      <p:sp>
        <p:nvSpPr>
          <p:cNvPr id="41" name="university1652_street_to_satellite/university1652_street_to_satellite/seed-1/population/header/bin">
            <a:extLst xmlns:a="http://schemas.openxmlformats.org/drawingml/2006/main">
              <a:ext uri="{FF2B5EF4-FFF2-40B4-BE49-F238E27FC236}">
                <a16:creationId xmlns:a16="http://schemas.microsoft.com/office/drawing/2014/main" id="{55F7594A-03A2-4C4C-8C57-54AC0597475C}"/>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2" name="university1652_street_to_satellite/university1652_street_to_satellite/seed-1/population/header/visual">
            <a:extLst xmlns:a="http://schemas.openxmlformats.org/drawingml/2006/main">
              <a:ext uri="{FF2B5EF4-FFF2-40B4-BE49-F238E27FC236}">
                <a16:creationId xmlns:a16="http://schemas.microsoft.com/office/drawing/2014/main" id="{04BAA66E-EF77-46D7-9890-3C0A7E452001}"/>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3" name="university1652_street_to_satellite/university1652_street_to_satellite/seed-1/population/header/full">
            <a:extLst xmlns:a="http://schemas.openxmlformats.org/drawingml/2006/main">
              <a:ext uri="{FF2B5EF4-FFF2-40B4-BE49-F238E27FC236}">
                <a16:creationId xmlns:a16="http://schemas.microsoft.com/office/drawing/2014/main" id="{AEC66171-A6EF-4ACC-9536-7F1DFE89F9F3}"/>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4" name="university1652_street_to_satellite/university1652_street_to_satellite/seed-1/population/header/rule">
            <a:extLst xmlns:a="http://schemas.openxmlformats.org/drawingml/2006/main">
              <a:ext uri="{FF2B5EF4-FFF2-40B4-BE49-F238E27FC236}">
                <a16:creationId xmlns:a16="http://schemas.microsoft.com/office/drawing/2014/main" id="{E62E9C88-6F3A-4AF9-BFC3-73D92B7BC4F6}"/>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5" name="university1652_street_to_satellite/university1652_street_to_satellite/seed-1/population/bin-1/label">
            <a:extLst xmlns:a="http://schemas.openxmlformats.org/drawingml/2006/main">
              <a:ext uri="{FF2B5EF4-FFF2-40B4-BE49-F238E27FC236}">
                <a16:creationId xmlns:a16="http://schemas.microsoft.com/office/drawing/2014/main" id="{74920E17-2981-4DC2-A8A4-983AA60BC785}"/>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6" name="university1652_street_to_satellite/university1652_street_to_satellite/seed-1/population/bin-1/visual">
            <a:extLst xmlns:a="http://schemas.openxmlformats.org/drawingml/2006/main">
              <a:ext uri="{FF2B5EF4-FFF2-40B4-BE49-F238E27FC236}">
                <a16:creationId xmlns:a16="http://schemas.microsoft.com/office/drawing/2014/main" id="{008E2EF4-2225-42A2-9070-C6DF97ECC97F}"/>
              </a:ext>
            </a:extLst>
          </p:cNvPr>
          <p:cNvSpPr>
            <a:spLocks xmlns:a="http://schemas.openxmlformats.org/drawingml/2006/main" noGrp="1"/>
          </p:cNvSpPr>
          <p:nvPr/>
        </p:nvSpPr>
        <p:spPr>
          <a:xfrm xmlns:a="http://schemas.openxmlformats.org/drawingml/2006/main">
            <a:off x="1152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2545</a:t>
            </a:r>
          </a:p>
        </p:txBody>
      </p:sp>
      <p:sp>
        <p:nvSpPr>
          <p:cNvPr id="47" name="university1652_street_to_satellite/university1652_street_to_satellite/seed-1/population/bin-1/full">
            <a:extLst xmlns:a="http://schemas.openxmlformats.org/drawingml/2006/main">
              <a:ext uri="{FF2B5EF4-FFF2-40B4-BE49-F238E27FC236}">
                <a16:creationId xmlns:a16="http://schemas.microsoft.com/office/drawing/2014/main" id="{CD5B6759-EC3C-496B-8381-E2F8FFDB537A}"/>
              </a:ext>
            </a:extLst>
          </p:cNvPr>
          <p:cNvSpPr>
            <a:spLocks xmlns:a="http://schemas.openxmlformats.org/drawingml/2006/main" noGrp="1"/>
          </p:cNvSpPr>
          <p:nvPr/>
        </p:nvSpPr>
        <p:spPr>
          <a:xfrm xmlns:a="http://schemas.openxmlformats.org/drawingml/2006/main">
            <a:off x="1787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2569</a:t>
            </a:r>
          </a:p>
        </p:txBody>
      </p:sp>
      <p:sp>
        <p:nvSpPr>
          <p:cNvPr id="48" name="university1652_street_to_satellite/university1652_street_to_satellite/seed-1/population/bin-2/label">
            <a:extLst xmlns:a="http://schemas.openxmlformats.org/drawingml/2006/main">
              <a:ext uri="{FF2B5EF4-FFF2-40B4-BE49-F238E27FC236}">
                <a16:creationId xmlns:a16="http://schemas.microsoft.com/office/drawing/2014/main" id="{6FCE0734-67BF-4691-AE33-F267AE5D2355}"/>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9" name="university1652_street_to_satellite/university1652_street_to_satellite/seed-1/population/bin-2/visual">
            <a:extLst xmlns:a="http://schemas.openxmlformats.org/drawingml/2006/main">
              <a:ext uri="{FF2B5EF4-FFF2-40B4-BE49-F238E27FC236}">
                <a16:creationId xmlns:a16="http://schemas.microsoft.com/office/drawing/2014/main" id="{FC79A2E5-9FFB-44CF-A8F5-9778EFE544E5}"/>
              </a:ext>
            </a:extLst>
          </p:cNvPr>
          <p:cNvSpPr>
            <a:spLocks xmlns:a="http://schemas.openxmlformats.org/drawingml/2006/main" noGrp="1"/>
          </p:cNvSpPr>
          <p:nvPr/>
        </p:nvSpPr>
        <p:spPr>
          <a:xfrm xmlns:a="http://schemas.openxmlformats.org/drawingml/2006/main">
            <a:off x="12088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a:t>
            </a:r>
          </a:p>
        </p:txBody>
      </p:sp>
      <p:sp>
        <p:nvSpPr>
          <p:cNvPr id="50" name="university1652_street_to_satellite/university1652_street_to_satellite/seed-1/population/bin-2/full">
            <a:extLst xmlns:a="http://schemas.openxmlformats.org/drawingml/2006/main">
              <a:ext uri="{FF2B5EF4-FFF2-40B4-BE49-F238E27FC236}">
                <a16:creationId xmlns:a16="http://schemas.microsoft.com/office/drawing/2014/main" id="{E38361E0-1DAE-4432-9286-386E7FD1E83E}"/>
              </a:ext>
            </a:extLst>
          </p:cNvPr>
          <p:cNvSpPr>
            <a:spLocks xmlns:a="http://schemas.openxmlformats.org/drawingml/2006/main" noGrp="1"/>
          </p:cNvSpPr>
          <p:nvPr/>
        </p:nvSpPr>
        <p:spPr>
          <a:xfrm xmlns:a="http://schemas.openxmlformats.org/drawingml/2006/main">
            <a:off x="18438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10</a:t>
            </a:r>
          </a:p>
        </p:txBody>
      </p:sp>
      <p:sp>
        <p:nvSpPr>
          <p:cNvPr id="51" name="university1652_street_to_satellite/university1652_street_to_satellite/seed-1/population/bin-3/label">
            <a:extLst xmlns:a="http://schemas.openxmlformats.org/drawingml/2006/main">
              <a:ext uri="{FF2B5EF4-FFF2-40B4-BE49-F238E27FC236}">
                <a16:creationId xmlns:a16="http://schemas.microsoft.com/office/drawing/2014/main" id="{F13CF32C-9015-4EA7-8675-F256213FCDB9}"/>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2" name="university1652_street_to_satellite/university1652_street_to_satellite/seed-1/population/bin-3/visual">
            <a:extLst xmlns:a="http://schemas.openxmlformats.org/drawingml/2006/main">
              <a:ext uri="{FF2B5EF4-FFF2-40B4-BE49-F238E27FC236}">
                <a16:creationId xmlns:a16="http://schemas.microsoft.com/office/drawing/2014/main" id="{89B5D53F-2B64-4131-80A9-EAB64575E3EF}"/>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3" name="university1652_street_to_satellite/university1652_street_to_satellite/seed-1/population/bin-3/full">
            <a:extLst xmlns:a="http://schemas.openxmlformats.org/drawingml/2006/main">
              <a:ext uri="{FF2B5EF4-FFF2-40B4-BE49-F238E27FC236}">
                <a16:creationId xmlns:a16="http://schemas.microsoft.com/office/drawing/2014/main" id="{7B5B037E-290C-4173-920F-D36663337112}"/>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university1652_street_to_satellite/university1652_street_to_satellite/seed-1/population/bin-4/label">
            <a:extLst xmlns:a="http://schemas.openxmlformats.org/drawingml/2006/main">
              <a:ext uri="{FF2B5EF4-FFF2-40B4-BE49-F238E27FC236}">
                <a16:creationId xmlns:a16="http://schemas.microsoft.com/office/drawing/2014/main" id="{1458B343-1935-4E6C-8201-98A737DD6E32}"/>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5" name="university1652_street_to_satellite/university1652_street_to_satellite/seed-1/population/bin-4/visual">
            <a:extLst xmlns:a="http://schemas.openxmlformats.org/drawingml/2006/main">
              <a:ext uri="{FF2B5EF4-FFF2-40B4-BE49-F238E27FC236}">
                <a16:creationId xmlns:a16="http://schemas.microsoft.com/office/drawing/2014/main" id="{6D0DFB17-9A87-4EB0-99F8-DB2D8BED5085}"/>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6" name="university1652_street_to_satellite/university1652_street_to_satellite/seed-1/population/bin-4/full">
            <a:extLst xmlns:a="http://schemas.openxmlformats.org/drawingml/2006/main">
              <a:ext uri="{FF2B5EF4-FFF2-40B4-BE49-F238E27FC236}">
                <a16:creationId xmlns:a16="http://schemas.microsoft.com/office/drawing/2014/main" id="{2DAAFB3A-CAB2-4B66-9913-B132BEE4ECA3}"/>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university1652_street_to_satellite/university1652_street_to_satellite/seed-1/population/bin-5/label">
            <a:extLst xmlns:a="http://schemas.openxmlformats.org/drawingml/2006/main">
              <a:ext uri="{FF2B5EF4-FFF2-40B4-BE49-F238E27FC236}">
                <a16:creationId xmlns:a16="http://schemas.microsoft.com/office/drawing/2014/main" id="{875F0C7E-2D15-4C05-BB2D-E68CBACD0805}"/>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8" name="university1652_street_to_satellite/university1652_street_to_satellite/seed-1/population/bin-5/visual">
            <a:extLst xmlns:a="http://schemas.openxmlformats.org/drawingml/2006/main">
              <a:ext uri="{FF2B5EF4-FFF2-40B4-BE49-F238E27FC236}">
                <a16:creationId xmlns:a16="http://schemas.microsoft.com/office/drawing/2014/main" id="{CE195F45-044B-4E7D-B838-6E95E6D2D298}"/>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university1652_street_to_satellite/university1652_street_to_satellite/seed-1/population/bin-5/full">
            <a:extLst xmlns:a="http://schemas.openxmlformats.org/drawingml/2006/main">
              <a:ext uri="{FF2B5EF4-FFF2-40B4-BE49-F238E27FC236}">
                <a16:creationId xmlns:a16="http://schemas.microsoft.com/office/drawing/2014/main" id="{6E7723D8-DF32-4271-B240-D446E8C84A97}"/>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university1652_street_to_satellite/university1652_street_to_satellite/seed-1/population/bin-6/label">
            <a:extLst xmlns:a="http://schemas.openxmlformats.org/drawingml/2006/main">
              <a:ext uri="{FF2B5EF4-FFF2-40B4-BE49-F238E27FC236}">
                <a16:creationId xmlns:a16="http://schemas.microsoft.com/office/drawing/2014/main" id="{7CAEC81C-ACDA-4C03-BC14-B4DAD96F633B}"/>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1" name="university1652_street_to_satellite/university1652_street_to_satellite/seed-1/population/bin-6/visual">
            <a:extLst xmlns:a="http://schemas.openxmlformats.org/drawingml/2006/main">
              <a:ext uri="{FF2B5EF4-FFF2-40B4-BE49-F238E27FC236}">
                <a16:creationId xmlns:a16="http://schemas.microsoft.com/office/drawing/2014/main" id="{5D79510F-57E8-4FCF-9612-05F841454C86}"/>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university1652_street_to_satellite/university1652_street_to_satellite/seed-1/population/bin-6/full">
            <a:extLst xmlns:a="http://schemas.openxmlformats.org/drawingml/2006/main">
              <a:ext uri="{FF2B5EF4-FFF2-40B4-BE49-F238E27FC236}">
                <a16:creationId xmlns:a16="http://schemas.microsoft.com/office/drawing/2014/main" id="{871FDB76-8192-4444-8FD7-8F56E2F08A30}"/>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university1652_street_to_satellite/university1652_street_to_satellite/seed-1/population/bin-7/label">
            <a:extLst xmlns:a="http://schemas.openxmlformats.org/drawingml/2006/main">
              <a:ext uri="{FF2B5EF4-FFF2-40B4-BE49-F238E27FC236}">
                <a16:creationId xmlns:a16="http://schemas.microsoft.com/office/drawing/2014/main" id="{66814F8F-1744-4DBF-A7A1-0F0D4BDBE14D}"/>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4" name="university1652_street_to_satellite/university1652_street_to_satellite/seed-1/population/bin-7/visual">
            <a:extLst xmlns:a="http://schemas.openxmlformats.org/drawingml/2006/main">
              <a:ext uri="{FF2B5EF4-FFF2-40B4-BE49-F238E27FC236}">
                <a16:creationId xmlns:a16="http://schemas.microsoft.com/office/drawing/2014/main" id="{8C309ACC-A790-466B-9B1F-074D368D5431}"/>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university1652_street_to_satellite/university1652_street_to_satellite/seed-1/population/bin-7/full">
            <a:extLst xmlns:a="http://schemas.openxmlformats.org/drawingml/2006/main">
              <a:ext uri="{FF2B5EF4-FFF2-40B4-BE49-F238E27FC236}">
                <a16:creationId xmlns:a16="http://schemas.microsoft.com/office/drawing/2014/main" id="{53B69E04-0D92-4F5E-94F5-1BBAC6531B9A}"/>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university1652_street_to_satellite/university1652_street_to_satellite/seed-1/population/bin-8/label">
            <a:extLst xmlns:a="http://schemas.openxmlformats.org/drawingml/2006/main">
              <a:ext uri="{FF2B5EF4-FFF2-40B4-BE49-F238E27FC236}">
                <a16:creationId xmlns:a16="http://schemas.microsoft.com/office/drawing/2014/main" id="{511B396A-B748-4BB9-AD4B-12905701E655}"/>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7" name="university1652_street_to_satellite/university1652_street_to_satellite/seed-1/population/bin-8/visual">
            <a:extLst xmlns:a="http://schemas.openxmlformats.org/drawingml/2006/main">
              <a:ext uri="{FF2B5EF4-FFF2-40B4-BE49-F238E27FC236}">
                <a16:creationId xmlns:a16="http://schemas.microsoft.com/office/drawing/2014/main" id="{720593B0-9AF7-479B-8A17-19CC4380A35F}"/>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university1652_street_to_satellite/university1652_street_to_satellite/seed-1/population/bin-8/full">
            <a:extLst xmlns:a="http://schemas.openxmlformats.org/drawingml/2006/main">
              <a:ext uri="{FF2B5EF4-FFF2-40B4-BE49-F238E27FC236}">
                <a16:creationId xmlns:a16="http://schemas.microsoft.com/office/drawing/2014/main" id="{30DE015B-4B85-4B16-AEB2-530D0AB7C2C2}"/>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university1652_street_to_satellite/university1652_street_to_satellite/seed-1/population/bin-9/label">
            <a:extLst xmlns:a="http://schemas.openxmlformats.org/drawingml/2006/main">
              <a:ext uri="{FF2B5EF4-FFF2-40B4-BE49-F238E27FC236}">
                <a16:creationId xmlns:a16="http://schemas.microsoft.com/office/drawing/2014/main" id="{1AC33965-929E-422E-9DF9-98836758CE40}"/>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0" name="university1652_street_to_satellite/university1652_street_to_satellite/seed-1/population/bin-9/visual">
            <a:extLst xmlns:a="http://schemas.openxmlformats.org/drawingml/2006/main">
              <a:ext uri="{FF2B5EF4-FFF2-40B4-BE49-F238E27FC236}">
                <a16:creationId xmlns:a16="http://schemas.microsoft.com/office/drawing/2014/main" id="{BC33DCFD-6EA4-4AA5-8F0D-83D524BF40B9}"/>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university1652_street_to_satellite/university1652_street_to_satellite/seed-1/population/bin-9/full">
            <a:extLst xmlns:a="http://schemas.openxmlformats.org/drawingml/2006/main">
              <a:ext uri="{FF2B5EF4-FFF2-40B4-BE49-F238E27FC236}">
                <a16:creationId xmlns:a16="http://schemas.microsoft.com/office/drawing/2014/main" id="{D5978E5A-4C10-4D10-A014-CEA5DC12E6BB}"/>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university1652_street_to_satellite/university1652_street_to_satellite/seed-1/population/bin-10/label">
            <a:extLst xmlns:a="http://schemas.openxmlformats.org/drawingml/2006/main">
              <a:ext uri="{FF2B5EF4-FFF2-40B4-BE49-F238E27FC236}">
                <a16:creationId xmlns:a16="http://schemas.microsoft.com/office/drawing/2014/main" id="{B43A3EF8-C6C4-4E16-860C-55A2449D843C}"/>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3" name="university1652_street_to_satellite/university1652_street_to_satellite/seed-1/population/bin-10/visual">
            <a:extLst xmlns:a="http://schemas.openxmlformats.org/drawingml/2006/main">
              <a:ext uri="{FF2B5EF4-FFF2-40B4-BE49-F238E27FC236}">
                <a16:creationId xmlns:a16="http://schemas.microsoft.com/office/drawing/2014/main" id="{E74DFF64-50BE-43AB-89C8-476ADA926287}"/>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university1652_street_to_satellite/university1652_street_to_satellite/seed-1/population/bin-10/full">
            <a:extLst xmlns:a="http://schemas.openxmlformats.org/drawingml/2006/main">
              <a:ext uri="{FF2B5EF4-FFF2-40B4-BE49-F238E27FC236}">
                <a16:creationId xmlns:a16="http://schemas.microsoft.com/office/drawing/2014/main" id="{F131EC75-1904-4376-8677-060AE688DDC4}"/>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university1652_street_to_satellite/university1652_street_to_satellite/seed-1/population/bin-11/label">
            <a:extLst xmlns:a="http://schemas.openxmlformats.org/drawingml/2006/main">
              <a:ext uri="{FF2B5EF4-FFF2-40B4-BE49-F238E27FC236}">
                <a16:creationId xmlns:a16="http://schemas.microsoft.com/office/drawing/2014/main" id="{F3452D16-3A31-484D-97E5-1D4468C19219}"/>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6" name="university1652_street_to_satellite/university1652_street_to_satellite/seed-1/population/bin-11/visual">
            <a:extLst xmlns:a="http://schemas.openxmlformats.org/drawingml/2006/main">
              <a:ext uri="{FF2B5EF4-FFF2-40B4-BE49-F238E27FC236}">
                <a16:creationId xmlns:a16="http://schemas.microsoft.com/office/drawing/2014/main" id="{84E246FB-2ED2-474F-B7F0-13CE5BB4E7DA}"/>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university1652_street_to_satellite/university1652_street_to_satellite/seed-1/population/bin-11/full">
            <a:extLst xmlns:a="http://schemas.openxmlformats.org/drawingml/2006/main">
              <a:ext uri="{FF2B5EF4-FFF2-40B4-BE49-F238E27FC236}">
                <a16:creationId xmlns:a16="http://schemas.microsoft.com/office/drawing/2014/main" id="{C65B9C20-AA7B-4552-A689-97A04AE3AA4D}"/>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university1652_street_to_satellite/university1652_street_to_satellite/seed-1/population/bin-12/label">
            <a:extLst xmlns:a="http://schemas.openxmlformats.org/drawingml/2006/main">
              <a:ext uri="{FF2B5EF4-FFF2-40B4-BE49-F238E27FC236}">
                <a16:creationId xmlns:a16="http://schemas.microsoft.com/office/drawing/2014/main" id="{1AF0CE5B-5696-4C48-9548-B887A8AC9A96}"/>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9" name="university1652_street_to_satellite/university1652_street_to_satellite/seed-1/population/bin-12/visual">
            <a:extLst xmlns:a="http://schemas.openxmlformats.org/drawingml/2006/main">
              <a:ext uri="{FF2B5EF4-FFF2-40B4-BE49-F238E27FC236}">
                <a16:creationId xmlns:a16="http://schemas.microsoft.com/office/drawing/2014/main" id="{DD66D8A4-07CA-416E-B601-14033EA25BE6}"/>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university1652_street_to_satellite/university1652_street_to_satellite/seed-1/population/bin-12/full">
            <a:extLst xmlns:a="http://schemas.openxmlformats.org/drawingml/2006/main">
              <a:ext uri="{FF2B5EF4-FFF2-40B4-BE49-F238E27FC236}">
                <a16:creationId xmlns:a16="http://schemas.microsoft.com/office/drawing/2014/main" id="{B556F20E-657D-449B-B5BA-C7AD6DE03B58}"/>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university1652_street_to_satellite/university1652_street_to_satellite/seed-1/population/bin-13/label">
            <a:extLst xmlns:a="http://schemas.openxmlformats.org/drawingml/2006/main">
              <a:ext uri="{FF2B5EF4-FFF2-40B4-BE49-F238E27FC236}">
                <a16:creationId xmlns:a16="http://schemas.microsoft.com/office/drawing/2014/main" id="{5369C5CC-3C27-4347-BDA2-F26AC4A3F1EC}"/>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2" name="university1652_street_to_satellite/university1652_street_to_satellite/seed-1/population/bin-13/visual">
            <a:extLst xmlns:a="http://schemas.openxmlformats.org/drawingml/2006/main">
              <a:ext uri="{FF2B5EF4-FFF2-40B4-BE49-F238E27FC236}">
                <a16:creationId xmlns:a16="http://schemas.microsoft.com/office/drawing/2014/main" id="{2540F43B-0D3F-45E1-A7B1-CC0C45BE757E}"/>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university1652_street_to_satellite/university1652_street_to_satellite/seed-1/population/bin-13/full">
            <a:extLst xmlns:a="http://schemas.openxmlformats.org/drawingml/2006/main">
              <a:ext uri="{FF2B5EF4-FFF2-40B4-BE49-F238E27FC236}">
                <a16:creationId xmlns:a16="http://schemas.microsoft.com/office/drawing/2014/main" id="{432F0D8A-A3F9-4231-B47B-7BC4C96DC537}"/>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university1652_street_to_satellite/university1652_street_to_satellite/seed-1/population/bin-14/label">
            <a:extLst xmlns:a="http://schemas.openxmlformats.org/drawingml/2006/main">
              <a:ext uri="{FF2B5EF4-FFF2-40B4-BE49-F238E27FC236}">
                <a16:creationId xmlns:a16="http://schemas.microsoft.com/office/drawing/2014/main" id="{3F0E5D81-3E7E-4FDE-9113-EC1B7803F36C}"/>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5" name="university1652_street_to_satellite/university1652_street_to_satellite/seed-1/population/bin-14/visual">
            <a:extLst xmlns:a="http://schemas.openxmlformats.org/drawingml/2006/main">
              <a:ext uri="{FF2B5EF4-FFF2-40B4-BE49-F238E27FC236}">
                <a16:creationId xmlns:a16="http://schemas.microsoft.com/office/drawing/2014/main" id="{9086D9AA-2034-4BFA-94FD-A0ED5566CFD0}"/>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university1652_street_to_satellite/university1652_street_to_satellite/seed-1/population/bin-14/full">
            <a:extLst xmlns:a="http://schemas.openxmlformats.org/drawingml/2006/main">
              <a:ext uri="{FF2B5EF4-FFF2-40B4-BE49-F238E27FC236}">
                <a16:creationId xmlns:a16="http://schemas.microsoft.com/office/drawing/2014/main" id="{167E4CFA-48CA-43F0-A5E9-9447500ACC1E}"/>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university1652_street_to_satellite/university1652_street_to_satellite/seed-1/population/bin-15/label">
            <a:extLst xmlns:a="http://schemas.openxmlformats.org/drawingml/2006/main">
              <a:ext uri="{FF2B5EF4-FFF2-40B4-BE49-F238E27FC236}">
                <a16:creationId xmlns:a16="http://schemas.microsoft.com/office/drawing/2014/main" id="{28F2DE1B-A3E8-40A9-81CB-37C545C8DEBB}"/>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8" name="university1652_street_to_satellite/university1652_street_to_satellite/seed-1/population/bin-15/visual">
            <a:extLst xmlns:a="http://schemas.openxmlformats.org/drawingml/2006/main">
              <a:ext uri="{FF2B5EF4-FFF2-40B4-BE49-F238E27FC236}">
                <a16:creationId xmlns:a16="http://schemas.microsoft.com/office/drawing/2014/main" id="{55449566-9340-4FB0-9D9E-0DA8CE5A573D}"/>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university1652_street_to_satellite/university1652_street_to_satellite/seed-1/population/bin-15/full">
            <a:extLst xmlns:a="http://schemas.openxmlformats.org/drawingml/2006/main">
              <a:ext uri="{FF2B5EF4-FFF2-40B4-BE49-F238E27FC236}">
                <a16:creationId xmlns:a16="http://schemas.microsoft.com/office/drawing/2014/main" id="{986DC3A4-BF53-4E68-81C8-17C0ABDC9145}"/>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0" name="university1652_street_to_satellite/university1652_street_to_satellite/seed-2/seed-heading">
            <a:extLst xmlns:a="http://schemas.openxmlformats.org/drawingml/2006/main">
              <a:ext uri="{FF2B5EF4-FFF2-40B4-BE49-F238E27FC236}">
                <a16:creationId xmlns:a16="http://schemas.microsoft.com/office/drawing/2014/main" id="{1A5EF5C9-74AC-4868-8342-A74C23E41D9B}"/>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1" name="university1652_street_to_satellite/university1652_street_to_satellite/seed-2/y-grid-0">
            <a:extLst xmlns:a="http://schemas.openxmlformats.org/drawingml/2006/main">
              <a:ext uri="{FF2B5EF4-FFF2-40B4-BE49-F238E27FC236}">
                <a16:creationId xmlns:a16="http://schemas.microsoft.com/office/drawing/2014/main" id="{2F101829-B502-452F-A569-29381830C6A7}"/>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2" name="university1652_street_to_satellite/university1652_street_to_satellite/seed-2/y-label-0">
            <a:extLst xmlns:a="http://schemas.openxmlformats.org/drawingml/2006/main">
              <a:ext uri="{FF2B5EF4-FFF2-40B4-BE49-F238E27FC236}">
                <a16:creationId xmlns:a16="http://schemas.microsoft.com/office/drawing/2014/main" id="{18098848-FF43-4CFB-B136-356B54DBCF7B}"/>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university1652_street_to_satellite/university1652_street_to_satellite/seed-2/x-tick-0">
            <a:extLst xmlns:a="http://schemas.openxmlformats.org/drawingml/2006/main">
              <a:ext uri="{FF2B5EF4-FFF2-40B4-BE49-F238E27FC236}">
                <a16:creationId xmlns:a16="http://schemas.microsoft.com/office/drawing/2014/main" id="{6CC2FF61-9CAE-48A0-AC47-6A5E9D2AE99E}"/>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university1652_street_to_satellite/university1652_street_to_satellite/seed-2/x-label-0">
            <a:extLst xmlns:a="http://schemas.openxmlformats.org/drawingml/2006/main">
              <a:ext uri="{FF2B5EF4-FFF2-40B4-BE49-F238E27FC236}">
                <a16:creationId xmlns:a16="http://schemas.microsoft.com/office/drawing/2014/main" id="{475A21F1-E500-4836-A99E-F8769FB4BE89}"/>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5" name="university1652_street_to_satellite/university1652_street_to_satellite/seed-2/y-grid-0.25">
            <a:extLst xmlns:a="http://schemas.openxmlformats.org/drawingml/2006/main">
              <a:ext uri="{FF2B5EF4-FFF2-40B4-BE49-F238E27FC236}">
                <a16:creationId xmlns:a16="http://schemas.microsoft.com/office/drawing/2014/main" id="{F3DDE6AD-C952-45F1-A1F2-AB27370869CE}"/>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6" name="university1652_street_to_satellite/university1652_street_to_satellite/seed-2/y-label-0.25">
            <a:extLst xmlns:a="http://schemas.openxmlformats.org/drawingml/2006/main">
              <a:ext uri="{FF2B5EF4-FFF2-40B4-BE49-F238E27FC236}">
                <a16:creationId xmlns:a16="http://schemas.microsoft.com/office/drawing/2014/main" id="{D2B375C2-28F7-493F-98CA-399F2902EB73}"/>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university1652_street_to_satellite/university1652_street_to_satellite/seed-2/x-tick-0.25">
            <a:extLst xmlns:a="http://schemas.openxmlformats.org/drawingml/2006/main">
              <a:ext uri="{FF2B5EF4-FFF2-40B4-BE49-F238E27FC236}">
                <a16:creationId xmlns:a16="http://schemas.microsoft.com/office/drawing/2014/main" id="{BCA702A6-E853-40DD-9B33-86BCEBF2C8DD}"/>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8" name="university1652_street_to_satellite/university1652_street_to_satellite/seed-2/x-label-0.25">
            <a:extLst xmlns:a="http://schemas.openxmlformats.org/drawingml/2006/main">
              <a:ext uri="{FF2B5EF4-FFF2-40B4-BE49-F238E27FC236}">
                <a16:creationId xmlns:a16="http://schemas.microsoft.com/office/drawing/2014/main" id="{B9D11768-3783-42BB-BB50-B9263BF95273}"/>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9" name="university1652_street_to_satellite/university1652_street_to_satellite/seed-2/y-grid-0.5">
            <a:extLst xmlns:a="http://schemas.openxmlformats.org/drawingml/2006/main">
              <a:ext uri="{FF2B5EF4-FFF2-40B4-BE49-F238E27FC236}">
                <a16:creationId xmlns:a16="http://schemas.microsoft.com/office/drawing/2014/main" id="{E5D9171E-9F3A-42F5-B951-9705B7EB63D2}"/>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0" name="university1652_street_to_satellite/university1652_street_to_satellite/seed-2/y-label-0.5">
            <a:extLst xmlns:a="http://schemas.openxmlformats.org/drawingml/2006/main">
              <a:ext uri="{FF2B5EF4-FFF2-40B4-BE49-F238E27FC236}">
                <a16:creationId xmlns:a16="http://schemas.microsoft.com/office/drawing/2014/main" id="{61478A79-6BC3-4A64-A175-D36236DFB76F}"/>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university1652_street_to_satellite/university1652_street_to_satellite/seed-2/x-tick-0.5">
            <a:extLst xmlns:a="http://schemas.openxmlformats.org/drawingml/2006/main">
              <a:ext uri="{FF2B5EF4-FFF2-40B4-BE49-F238E27FC236}">
                <a16:creationId xmlns:a16="http://schemas.microsoft.com/office/drawing/2014/main" id="{C6C16948-DC79-4160-ADA3-FF95893995BD}"/>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2" name="university1652_street_to_satellite/university1652_street_to_satellite/seed-2/x-label-0.5">
            <a:extLst xmlns:a="http://schemas.openxmlformats.org/drawingml/2006/main">
              <a:ext uri="{FF2B5EF4-FFF2-40B4-BE49-F238E27FC236}">
                <a16:creationId xmlns:a16="http://schemas.microsoft.com/office/drawing/2014/main" id="{F58DB1CC-9339-430E-9B1B-BD975E5A0253}"/>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3" name="university1652_street_to_satellite/university1652_street_to_satellite/seed-2/y-grid-0.75">
            <a:extLst xmlns:a="http://schemas.openxmlformats.org/drawingml/2006/main">
              <a:ext uri="{FF2B5EF4-FFF2-40B4-BE49-F238E27FC236}">
                <a16:creationId xmlns:a16="http://schemas.microsoft.com/office/drawing/2014/main" id="{0D53234F-EA1D-40C9-8837-0E07D417B90D}"/>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4" name="university1652_street_to_satellite/university1652_street_to_satellite/seed-2/y-label-0.75">
            <a:extLst xmlns:a="http://schemas.openxmlformats.org/drawingml/2006/main">
              <a:ext uri="{FF2B5EF4-FFF2-40B4-BE49-F238E27FC236}">
                <a16:creationId xmlns:a16="http://schemas.microsoft.com/office/drawing/2014/main" id="{AB41145F-E35E-41EC-A4CC-E5222B01701C}"/>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university1652_street_to_satellite/university1652_street_to_satellite/seed-2/x-tick-0.75">
            <a:extLst xmlns:a="http://schemas.openxmlformats.org/drawingml/2006/main">
              <a:ext uri="{FF2B5EF4-FFF2-40B4-BE49-F238E27FC236}">
                <a16:creationId xmlns:a16="http://schemas.microsoft.com/office/drawing/2014/main" id="{9F92470C-9A21-40DE-B0A1-8DC9D939BCE1}"/>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6" name="university1652_street_to_satellite/university1652_street_to_satellite/seed-2/x-label-0.75">
            <a:extLst xmlns:a="http://schemas.openxmlformats.org/drawingml/2006/main">
              <a:ext uri="{FF2B5EF4-FFF2-40B4-BE49-F238E27FC236}">
                <a16:creationId xmlns:a16="http://schemas.microsoft.com/office/drawing/2014/main" id="{6B318BFE-4A4D-47FF-9F55-53EBB79E39F6}"/>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7" name="university1652_street_to_satellite/university1652_street_to_satellite/seed-2/y-grid-1">
            <a:extLst xmlns:a="http://schemas.openxmlformats.org/drawingml/2006/main">
              <a:ext uri="{FF2B5EF4-FFF2-40B4-BE49-F238E27FC236}">
                <a16:creationId xmlns:a16="http://schemas.microsoft.com/office/drawing/2014/main" id="{340301B4-8DE6-4051-9823-0D661B5672E3}"/>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8" name="university1652_street_to_satellite/university1652_street_to_satellite/seed-2/y-label-1">
            <a:extLst xmlns:a="http://schemas.openxmlformats.org/drawingml/2006/main">
              <a:ext uri="{FF2B5EF4-FFF2-40B4-BE49-F238E27FC236}">
                <a16:creationId xmlns:a16="http://schemas.microsoft.com/office/drawing/2014/main" id="{8813C51C-C587-4A02-9930-334536409082}"/>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university1652_street_to_satellite/university1652_street_to_satellite/seed-2/x-tick-1">
            <a:extLst xmlns:a="http://schemas.openxmlformats.org/drawingml/2006/main">
              <a:ext uri="{FF2B5EF4-FFF2-40B4-BE49-F238E27FC236}">
                <a16:creationId xmlns:a16="http://schemas.microsoft.com/office/drawing/2014/main" id="{CBDED60E-B6D7-4618-81A8-3B859D939C77}"/>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0" name="university1652_street_to_satellite/university1652_street_to_satellite/seed-2/x-label-1">
            <a:extLst xmlns:a="http://schemas.openxmlformats.org/drawingml/2006/main">
              <a:ext uri="{FF2B5EF4-FFF2-40B4-BE49-F238E27FC236}">
                <a16:creationId xmlns:a16="http://schemas.microsoft.com/office/drawing/2014/main" id="{E1E940BA-F8C1-4EB5-AFA5-CAF087F412DC}"/>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1" name="university1652_street_to_satellite/university1652_street_to_satellite/seed-2/reference-equality">
            <a:extLst xmlns:a="http://schemas.openxmlformats.org/drawingml/2006/main">
              <a:ext uri="{FF2B5EF4-FFF2-40B4-BE49-F238E27FC236}">
                <a16:creationId xmlns:a16="http://schemas.microsoft.com/office/drawing/2014/main" id="{F43DBF15-60CC-48E3-A096-C136376DF406}"/>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2" name="university1652_street_to_satellite/university1652_street_to_satellite/seed-2/y-axis">
            <a:extLst xmlns:a="http://schemas.openxmlformats.org/drawingml/2006/main">
              <a:ext uri="{FF2B5EF4-FFF2-40B4-BE49-F238E27FC236}">
                <a16:creationId xmlns:a16="http://schemas.microsoft.com/office/drawing/2014/main" id="{198E1D0E-173E-4660-833B-FF45A1A41942}"/>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3" name="university1652_street_to_satellite/university1652_street_to_satellite/seed-2/x-axis">
            <a:extLst xmlns:a="http://schemas.openxmlformats.org/drawingml/2006/main">
              <a:ext uri="{FF2B5EF4-FFF2-40B4-BE49-F238E27FC236}">
                <a16:creationId xmlns:a16="http://schemas.microsoft.com/office/drawing/2014/main" id="{DCC46869-DBE3-43DF-BF28-143F745FCBAB}"/>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4" name="university1652_street_to_satellite/university1652_street_to_satellite/seed-2/visual/bin-1/point">
            <a:extLst xmlns:a="http://schemas.openxmlformats.org/drawingml/2006/main">
              <a:ext uri="{FF2B5EF4-FFF2-40B4-BE49-F238E27FC236}">
                <a16:creationId xmlns:a16="http://schemas.microsoft.com/office/drawing/2014/main" id="{D2B63915-55DC-40E7-91CC-26B83B2EE6F9}"/>
              </a:ext>
            </a:extLst>
          </p:cNvPr>
          <p:cNvSpPr>
            <a:spLocks xmlns:a="http://schemas.openxmlformats.org/drawingml/2006/main" noGrp="1"/>
          </p:cNvSpPr>
          <p:nvPr/>
        </p:nvSpPr>
        <p:spPr>
          <a:xfrm xmlns:a="http://schemas.openxmlformats.org/drawingml/2006/main">
            <a:off x="2535279" y="263775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5" name="university1652_street_to_satellite/university1652_street_to_satellite/seed-2/visual/bin-2/point">
            <a:extLst xmlns:a="http://schemas.openxmlformats.org/drawingml/2006/main">
              <a:ext uri="{FF2B5EF4-FFF2-40B4-BE49-F238E27FC236}">
                <a16:creationId xmlns:a16="http://schemas.microsoft.com/office/drawing/2014/main" id="{3CED3F74-8661-4C33-BA5F-F006E6524CB2}"/>
              </a:ext>
            </a:extLst>
          </p:cNvPr>
          <p:cNvSpPr>
            <a:spLocks xmlns:a="http://schemas.openxmlformats.org/drawingml/2006/main" noGrp="1"/>
          </p:cNvSpPr>
          <p:nvPr/>
        </p:nvSpPr>
        <p:spPr>
          <a:xfrm xmlns:a="http://schemas.openxmlformats.org/drawingml/2006/main">
            <a:off x="2635439" y="26498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6" name="university1652_street_to_satellite/university1652_street_to_satellite/seed-2/visual/ECE">
            <a:extLst xmlns:a="http://schemas.openxmlformats.org/drawingml/2006/main">
              <a:ext uri="{FF2B5EF4-FFF2-40B4-BE49-F238E27FC236}">
                <a16:creationId xmlns:a16="http://schemas.microsoft.com/office/drawing/2014/main" id="{6F7E16DF-48D8-479F-872A-A2498ECCD62C}"/>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0.0081</a:t>
            </a:r>
          </a:p>
        </p:txBody>
      </p:sp>
      <p:sp>
        <p:nvSpPr>
          <p:cNvPr id="117" name="university1652_street_to_satellite/university1652_street_to_satellite/seed-2/full/bin-1/point">
            <a:extLst xmlns:a="http://schemas.openxmlformats.org/drawingml/2006/main">
              <a:ext uri="{FF2B5EF4-FFF2-40B4-BE49-F238E27FC236}">
                <a16:creationId xmlns:a16="http://schemas.microsoft.com/office/drawing/2014/main" id="{0972C401-1355-478A-B52D-9AA5667C7C1A}"/>
              </a:ext>
            </a:extLst>
          </p:cNvPr>
          <p:cNvSpPr>
            <a:spLocks xmlns:a="http://schemas.openxmlformats.org/drawingml/2006/main" noGrp="1"/>
          </p:cNvSpPr>
          <p:nvPr/>
        </p:nvSpPr>
        <p:spPr>
          <a:xfrm xmlns:a="http://schemas.openxmlformats.org/drawingml/2006/main">
            <a:off x="2537914" y="26417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8" name="university1652_street_to_satellite/university1652_street_to_satellite/seed-2/full/bin-2/point">
            <a:extLst xmlns:a="http://schemas.openxmlformats.org/drawingml/2006/main">
              <a:ext uri="{FF2B5EF4-FFF2-40B4-BE49-F238E27FC236}">
                <a16:creationId xmlns:a16="http://schemas.microsoft.com/office/drawing/2014/main" id="{1EC5B13A-59B1-4A39-BBBF-5C09FC738EFC}"/>
              </a:ext>
            </a:extLst>
          </p:cNvPr>
          <p:cNvSpPr>
            <a:spLocks xmlns:a="http://schemas.openxmlformats.org/drawingml/2006/main" noGrp="1"/>
          </p:cNvSpPr>
          <p:nvPr/>
        </p:nvSpPr>
        <p:spPr>
          <a:xfrm xmlns:a="http://schemas.openxmlformats.org/drawingml/2006/main">
            <a:off x="2638131" y="255034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9" name="university1652_street_to_satellite/university1652_street_to_satellite/seed-2/full/bin-3/point">
            <a:extLst xmlns:a="http://schemas.openxmlformats.org/drawingml/2006/main">
              <a:ext uri="{FF2B5EF4-FFF2-40B4-BE49-F238E27FC236}">
                <a16:creationId xmlns:a16="http://schemas.microsoft.com/office/drawing/2014/main" id="{09A82744-3818-4E38-888A-D942D9DE142A}"/>
              </a:ext>
            </a:extLst>
          </p:cNvPr>
          <p:cNvSpPr>
            <a:spLocks xmlns:a="http://schemas.openxmlformats.org/drawingml/2006/main" noGrp="1"/>
          </p:cNvSpPr>
          <p:nvPr/>
        </p:nvSpPr>
        <p:spPr>
          <a:xfrm xmlns:a="http://schemas.openxmlformats.org/drawingml/2006/main">
            <a:off x="2736410"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0" name="university1652_street_to_satellite/university1652_street_to_satellite/seed-2/full/ECE">
            <a:extLst xmlns:a="http://schemas.openxmlformats.org/drawingml/2006/main">
              <a:ext uri="{FF2B5EF4-FFF2-40B4-BE49-F238E27FC236}">
                <a16:creationId xmlns:a16="http://schemas.microsoft.com/office/drawing/2014/main" id="{E49C5178-07C7-466F-9CC6-8DAE6E023215}"/>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0.0045</a:t>
            </a:r>
          </a:p>
        </p:txBody>
      </p:sp>
      <p:sp>
        <p:nvSpPr>
          <p:cNvPr id="121" name="university1652_street_to_satellite/university1652_street_to_satellite/seed-2/population/N">
            <a:extLst xmlns:a="http://schemas.openxmlformats.org/drawingml/2006/main">
              <a:ext uri="{FF2B5EF4-FFF2-40B4-BE49-F238E27FC236}">
                <a16:creationId xmlns:a16="http://schemas.microsoft.com/office/drawing/2014/main" id="{9997AF29-1CA7-4CFA-9D01-E825A7DE16E6}"/>
              </a:ext>
            </a:extLst>
          </p:cNvPr>
          <p:cNvSpPr>
            <a:spLocks xmlns:a="http://schemas.openxmlformats.org/drawingml/2006/main" noGrp="1"/>
          </p:cNvSpPr>
          <p:nvPr/>
        </p:nvSpPr>
        <p:spPr>
          <a:xfrm xmlns:a="http://schemas.openxmlformats.org/drawingml/2006/main">
            <a:off x="27051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2,579; bin populations</a:t>
            </a:r>
          </a:p>
        </p:txBody>
      </p:sp>
      <p:sp>
        <p:nvSpPr>
          <p:cNvPr id="122" name="university1652_street_to_satellite/university1652_street_to_satellite/seed-2/population/header/bin">
            <a:extLst xmlns:a="http://schemas.openxmlformats.org/drawingml/2006/main">
              <a:ext uri="{FF2B5EF4-FFF2-40B4-BE49-F238E27FC236}">
                <a16:creationId xmlns:a16="http://schemas.microsoft.com/office/drawing/2014/main" id="{BD75C0E4-D584-46BB-84B8-7B6DCD2647B8}"/>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3" name="university1652_street_to_satellite/university1652_street_to_satellite/seed-2/population/header/visual">
            <a:extLst xmlns:a="http://schemas.openxmlformats.org/drawingml/2006/main">
              <a:ext uri="{FF2B5EF4-FFF2-40B4-BE49-F238E27FC236}">
                <a16:creationId xmlns:a16="http://schemas.microsoft.com/office/drawing/2014/main" id="{714470AA-789C-4935-B799-F9479F9A8F7D}"/>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4" name="university1652_street_to_satellite/university1652_street_to_satellite/seed-2/population/header/full">
            <a:extLst xmlns:a="http://schemas.openxmlformats.org/drawingml/2006/main">
              <a:ext uri="{FF2B5EF4-FFF2-40B4-BE49-F238E27FC236}">
                <a16:creationId xmlns:a16="http://schemas.microsoft.com/office/drawing/2014/main" id="{434E1FDB-C1AA-4226-8B65-2A09D14A35E9}"/>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5" name="university1652_street_to_satellite/university1652_street_to_satellite/seed-2/population/header/rule">
            <a:extLst xmlns:a="http://schemas.openxmlformats.org/drawingml/2006/main">
              <a:ext uri="{FF2B5EF4-FFF2-40B4-BE49-F238E27FC236}">
                <a16:creationId xmlns:a16="http://schemas.microsoft.com/office/drawing/2014/main" id="{96ADB867-CE84-4B90-BFFB-298167928FAF}"/>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6" name="university1652_street_to_satellite/university1652_street_to_satellite/seed-2/population/bin-1/label">
            <a:extLst xmlns:a="http://schemas.openxmlformats.org/drawingml/2006/main">
              <a:ext uri="{FF2B5EF4-FFF2-40B4-BE49-F238E27FC236}">
                <a16:creationId xmlns:a16="http://schemas.microsoft.com/office/drawing/2014/main" id="{75BC6794-D161-429A-BB7A-EFB188F15C34}"/>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7" name="university1652_street_to_satellite/university1652_street_to_satellite/seed-2/population/bin-1/visual">
            <a:extLst xmlns:a="http://schemas.openxmlformats.org/drawingml/2006/main">
              <a:ext uri="{FF2B5EF4-FFF2-40B4-BE49-F238E27FC236}">
                <a16:creationId xmlns:a16="http://schemas.microsoft.com/office/drawing/2014/main" id="{5F19A875-F606-446E-97F6-40736E018C2F}"/>
              </a:ext>
            </a:extLst>
          </p:cNvPr>
          <p:cNvSpPr>
            <a:spLocks xmlns:a="http://schemas.openxmlformats.org/drawingml/2006/main" noGrp="1"/>
          </p:cNvSpPr>
          <p:nvPr/>
        </p:nvSpPr>
        <p:spPr>
          <a:xfrm xmlns:a="http://schemas.openxmlformats.org/drawingml/2006/main">
            <a:off x="3158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2557</a:t>
            </a:r>
          </a:p>
        </p:txBody>
      </p:sp>
      <p:sp>
        <p:nvSpPr>
          <p:cNvPr id="128" name="university1652_street_to_satellite/university1652_street_to_satellite/seed-2/population/bin-1/full">
            <a:extLst xmlns:a="http://schemas.openxmlformats.org/drawingml/2006/main">
              <a:ext uri="{FF2B5EF4-FFF2-40B4-BE49-F238E27FC236}">
                <a16:creationId xmlns:a16="http://schemas.microsoft.com/office/drawing/2014/main" id="{EAB818F5-6598-4E7D-8DA2-5E9F74221673}"/>
              </a:ext>
            </a:extLst>
          </p:cNvPr>
          <p:cNvSpPr>
            <a:spLocks xmlns:a="http://schemas.openxmlformats.org/drawingml/2006/main" noGrp="1"/>
          </p:cNvSpPr>
          <p:nvPr/>
        </p:nvSpPr>
        <p:spPr>
          <a:xfrm xmlns:a="http://schemas.openxmlformats.org/drawingml/2006/main">
            <a:off x="3793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2564</a:t>
            </a:r>
          </a:p>
        </p:txBody>
      </p:sp>
      <p:sp>
        <p:nvSpPr>
          <p:cNvPr id="129" name="university1652_street_to_satellite/university1652_street_to_satellite/seed-2/population/bin-2/label">
            <a:extLst xmlns:a="http://schemas.openxmlformats.org/drawingml/2006/main">
              <a:ext uri="{FF2B5EF4-FFF2-40B4-BE49-F238E27FC236}">
                <a16:creationId xmlns:a16="http://schemas.microsoft.com/office/drawing/2014/main" id="{FA9C31E4-02BE-4FE1-AD23-2E0F225242AF}"/>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0" name="university1652_street_to_satellite/university1652_street_to_satellite/seed-2/population/bin-2/visual">
            <a:extLst xmlns:a="http://schemas.openxmlformats.org/drawingml/2006/main">
              <a:ext uri="{FF2B5EF4-FFF2-40B4-BE49-F238E27FC236}">
                <a16:creationId xmlns:a16="http://schemas.microsoft.com/office/drawing/2014/main" id="{CC253F81-7727-4CEF-9583-EC5137D168CA}"/>
              </a:ext>
            </a:extLst>
          </p:cNvPr>
          <p:cNvSpPr>
            <a:spLocks xmlns:a="http://schemas.openxmlformats.org/drawingml/2006/main" noGrp="1"/>
          </p:cNvSpPr>
          <p:nvPr/>
        </p:nvSpPr>
        <p:spPr>
          <a:xfrm xmlns:a="http://schemas.openxmlformats.org/drawingml/2006/main">
            <a:off x="32154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22</a:t>
            </a:r>
          </a:p>
        </p:txBody>
      </p:sp>
      <p:sp>
        <p:nvSpPr>
          <p:cNvPr id="131" name="university1652_street_to_satellite/university1652_street_to_satellite/seed-2/population/bin-2/full">
            <a:extLst xmlns:a="http://schemas.openxmlformats.org/drawingml/2006/main">
              <a:ext uri="{FF2B5EF4-FFF2-40B4-BE49-F238E27FC236}">
                <a16:creationId xmlns:a16="http://schemas.microsoft.com/office/drawing/2014/main" id="{2715B2DA-806D-467E-BFA9-EA78495DD985}"/>
              </a:ext>
            </a:extLst>
          </p:cNvPr>
          <p:cNvSpPr>
            <a:spLocks xmlns:a="http://schemas.openxmlformats.org/drawingml/2006/main" noGrp="1"/>
          </p:cNvSpPr>
          <p:nvPr/>
        </p:nvSpPr>
        <p:spPr>
          <a:xfrm xmlns:a="http://schemas.openxmlformats.org/drawingml/2006/main">
            <a:off x="38504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14</a:t>
            </a:r>
          </a:p>
        </p:txBody>
      </p:sp>
      <p:sp>
        <p:nvSpPr>
          <p:cNvPr id="132" name="university1652_street_to_satellite/university1652_street_to_satellite/seed-2/population/bin-3/label">
            <a:extLst xmlns:a="http://schemas.openxmlformats.org/drawingml/2006/main">
              <a:ext uri="{FF2B5EF4-FFF2-40B4-BE49-F238E27FC236}">
                <a16:creationId xmlns:a16="http://schemas.microsoft.com/office/drawing/2014/main" id="{2DB6F2F0-22C7-435E-8707-8F4FEF1CACED}"/>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3" name="university1652_street_to_satellite/university1652_street_to_satellite/seed-2/population/bin-3/visual">
            <a:extLst xmlns:a="http://schemas.openxmlformats.org/drawingml/2006/main">
              <a:ext uri="{FF2B5EF4-FFF2-40B4-BE49-F238E27FC236}">
                <a16:creationId xmlns:a16="http://schemas.microsoft.com/office/drawing/2014/main" id="{8C6E5DF5-A368-4F0B-8F1C-8C38C9DF69B0}"/>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4" name="university1652_street_to_satellite/university1652_street_to_satellite/seed-2/population/bin-3/full">
            <a:extLst xmlns:a="http://schemas.openxmlformats.org/drawingml/2006/main">
              <a:ext uri="{FF2B5EF4-FFF2-40B4-BE49-F238E27FC236}">
                <a16:creationId xmlns:a16="http://schemas.microsoft.com/office/drawing/2014/main" id="{4BE8FAED-D421-4D3B-9E5C-A0C8763FF780}"/>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a:t>
            </a:r>
          </a:p>
        </p:txBody>
      </p:sp>
      <p:sp>
        <p:nvSpPr>
          <p:cNvPr id="135" name="university1652_street_to_satellite/university1652_street_to_satellite/seed-2/population/bin-4/label">
            <a:extLst xmlns:a="http://schemas.openxmlformats.org/drawingml/2006/main">
              <a:ext uri="{FF2B5EF4-FFF2-40B4-BE49-F238E27FC236}">
                <a16:creationId xmlns:a16="http://schemas.microsoft.com/office/drawing/2014/main" id="{89EFF0BE-ADE3-44BC-91DC-09BEF9EB5459}"/>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6" name="university1652_street_to_satellite/university1652_street_to_satellite/seed-2/population/bin-4/visual">
            <a:extLst xmlns:a="http://schemas.openxmlformats.org/drawingml/2006/main">
              <a:ext uri="{FF2B5EF4-FFF2-40B4-BE49-F238E27FC236}">
                <a16:creationId xmlns:a16="http://schemas.microsoft.com/office/drawing/2014/main" id="{D487C8BD-3F86-4F0E-AE80-52E448057153}"/>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7" name="university1652_street_to_satellite/university1652_street_to_satellite/seed-2/population/bin-4/full">
            <a:extLst xmlns:a="http://schemas.openxmlformats.org/drawingml/2006/main">
              <a:ext uri="{FF2B5EF4-FFF2-40B4-BE49-F238E27FC236}">
                <a16:creationId xmlns:a16="http://schemas.microsoft.com/office/drawing/2014/main" id="{667F63C3-9E94-4F99-A0B1-2D72D7F8D711}"/>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university1652_street_to_satellite/university1652_street_to_satellite/seed-2/population/bin-5/label">
            <a:extLst xmlns:a="http://schemas.openxmlformats.org/drawingml/2006/main">
              <a:ext uri="{FF2B5EF4-FFF2-40B4-BE49-F238E27FC236}">
                <a16:creationId xmlns:a16="http://schemas.microsoft.com/office/drawing/2014/main" id="{E75A6C7D-8070-46EF-BB5B-6C0A22C959F5}"/>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9" name="university1652_street_to_satellite/university1652_street_to_satellite/seed-2/population/bin-5/visual">
            <a:extLst xmlns:a="http://schemas.openxmlformats.org/drawingml/2006/main">
              <a:ext uri="{FF2B5EF4-FFF2-40B4-BE49-F238E27FC236}">
                <a16:creationId xmlns:a16="http://schemas.microsoft.com/office/drawing/2014/main" id="{16471BB7-85F3-4971-A281-94E282011600}"/>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0" name="university1652_street_to_satellite/university1652_street_to_satellite/seed-2/population/bin-5/full">
            <a:extLst xmlns:a="http://schemas.openxmlformats.org/drawingml/2006/main">
              <a:ext uri="{FF2B5EF4-FFF2-40B4-BE49-F238E27FC236}">
                <a16:creationId xmlns:a16="http://schemas.microsoft.com/office/drawing/2014/main" id="{AFC6A639-452E-422A-9080-F7EFA148498B}"/>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university1652_street_to_satellite/university1652_street_to_satellite/seed-2/population/bin-6/label">
            <a:extLst xmlns:a="http://schemas.openxmlformats.org/drawingml/2006/main">
              <a:ext uri="{FF2B5EF4-FFF2-40B4-BE49-F238E27FC236}">
                <a16:creationId xmlns:a16="http://schemas.microsoft.com/office/drawing/2014/main" id="{5B15D8FE-802A-40C9-ACE5-362315F585CF}"/>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2" name="university1652_street_to_satellite/university1652_street_to_satellite/seed-2/population/bin-6/visual">
            <a:extLst xmlns:a="http://schemas.openxmlformats.org/drawingml/2006/main">
              <a:ext uri="{FF2B5EF4-FFF2-40B4-BE49-F238E27FC236}">
                <a16:creationId xmlns:a16="http://schemas.microsoft.com/office/drawing/2014/main" id="{AE648DAB-605B-469F-BAE6-0342C8ECA59B}"/>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3" name="university1652_street_to_satellite/university1652_street_to_satellite/seed-2/population/bin-6/full">
            <a:extLst xmlns:a="http://schemas.openxmlformats.org/drawingml/2006/main">
              <a:ext uri="{FF2B5EF4-FFF2-40B4-BE49-F238E27FC236}">
                <a16:creationId xmlns:a16="http://schemas.microsoft.com/office/drawing/2014/main" id="{1FDCA2CA-0A60-49DA-A4D0-E323256C1BBC}"/>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university1652_street_to_satellite/university1652_street_to_satellite/seed-2/population/bin-7/label">
            <a:extLst xmlns:a="http://schemas.openxmlformats.org/drawingml/2006/main">
              <a:ext uri="{FF2B5EF4-FFF2-40B4-BE49-F238E27FC236}">
                <a16:creationId xmlns:a16="http://schemas.microsoft.com/office/drawing/2014/main" id="{F9E38899-60BC-441D-BF14-0E2CEB9E7913}"/>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5" name="university1652_street_to_satellite/university1652_street_to_satellite/seed-2/population/bin-7/visual">
            <a:extLst xmlns:a="http://schemas.openxmlformats.org/drawingml/2006/main">
              <a:ext uri="{FF2B5EF4-FFF2-40B4-BE49-F238E27FC236}">
                <a16:creationId xmlns:a16="http://schemas.microsoft.com/office/drawing/2014/main" id="{B5D0C436-46E0-4FCE-AA04-800DDECE516C}"/>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6" name="university1652_street_to_satellite/university1652_street_to_satellite/seed-2/population/bin-7/full">
            <a:extLst xmlns:a="http://schemas.openxmlformats.org/drawingml/2006/main">
              <a:ext uri="{FF2B5EF4-FFF2-40B4-BE49-F238E27FC236}">
                <a16:creationId xmlns:a16="http://schemas.microsoft.com/office/drawing/2014/main" id="{07C55C10-5848-4BD6-8945-C0EFC09B7489}"/>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university1652_street_to_satellite/university1652_street_to_satellite/seed-2/population/bin-8/label">
            <a:extLst xmlns:a="http://schemas.openxmlformats.org/drawingml/2006/main">
              <a:ext uri="{FF2B5EF4-FFF2-40B4-BE49-F238E27FC236}">
                <a16:creationId xmlns:a16="http://schemas.microsoft.com/office/drawing/2014/main" id="{249C3D60-5AF0-4012-A19D-22DFF6FE2EF6}"/>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8" name="university1652_street_to_satellite/university1652_street_to_satellite/seed-2/population/bin-8/visual">
            <a:extLst xmlns:a="http://schemas.openxmlformats.org/drawingml/2006/main">
              <a:ext uri="{FF2B5EF4-FFF2-40B4-BE49-F238E27FC236}">
                <a16:creationId xmlns:a16="http://schemas.microsoft.com/office/drawing/2014/main" id="{2698210C-B1F0-497F-9198-8F865EC30D47}"/>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9" name="university1652_street_to_satellite/university1652_street_to_satellite/seed-2/population/bin-8/full">
            <a:extLst xmlns:a="http://schemas.openxmlformats.org/drawingml/2006/main">
              <a:ext uri="{FF2B5EF4-FFF2-40B4-BE49-F238E27FC236}">
                <a16:creationId xmlns:a16="http://schemas.microsoft.com/office/drawing/2014/main" id="{8EA70CA6-40BE-4EE7-88EF-2DD2816B642A}"/>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university1652_street_to_satellite/university1652_street_to_satellite/seed-2/population/bin-9/label">
            <a:extLst xmlns:a="http://schemas.openxmlformats.org/drawingml/2006/main">
              <a:ext uri="{FF2B5EF4-FFF2-40B4-BE49-F238E27FC236}">
                <a16:creationId xmlns:a16="http://schemas.microsoft.com/office/drawing/2014/main" id="{12C12DDB-3932-4008-B5CF-F2AA77F2DB6B}"/>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1" name="university1652_street_to_satellite/university1652_street_to_satellite/seed-2/population/bin-9/visual">
            <a:extLst xmlns:a="http://schemas.openxmlformats.org/drawingml/2006/main">
              <a:ext uri="{FF2B5EF4-FFF2-40B4-BE49-F238E27FC236}">
                <a16:creationId xmlns:a16="http://schemas.microsoft.com/office/drawing/2014/main" id="{45721F0B-C17E-4677-9E67-15E32E7B4BA3}"/>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2" name="university1652_street_to_satellite/university1652_street_to_satellite/seed-2/population/bin-9/full">
            <a:extLst xmlns:a="http://schemas.openxmlformats.org/drawingml/2006/main">
              <a:ext uri="{FF2B5EF4-FFF2-40B4-BE49-F238E27FC236}">
                <a16:creationId xmlns:a16="http://schemas.microsoft.com/office/drawing/2014/main" id="{3DB29B9C-F686-416C-B7A9-327C887E1FCB}"/>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university1652_street_to_satellite/university1652_street_to_satellite/seed-2/population/bin-10/label">
            <a:extLst xmlns:a="http://schemas.openxmlformats.org/drawingml/2006/main">
              <a:ext uri="{FF2B5EF4-FFF2-40B4-BE49-F238E27FC236}">
                <a16:creationId xmlns:a16="http://schemas.microsoft.com/office/drawing/2014/main" id="{B90C3D5E-F0ED-4B53-B4AD-3B092D8BAB86}"/>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4" name="university1652_street_to_satellite/university1652_street_to_satellite/seed-2/population/bin-10/visual">
            <a:extLst xmlns:a="http://schemas.openxmlformats.org/drawingml/2006/main">
              <a:ext uri="{FF2B5EF4-FFF2-40B4-BE49-F238E27FC236}">
                <a16:creationId xmlns:a16="http://schemas.microsoft.com/office/drawing/2014/main" id="{EE847DC5-8C09-459E-BD46-A26F2E83A8B8}"/>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5" name="university1652_street_to_satellite/university1652_street_to_satellite/seed-2/population/bin-10/full">
            <a:extLst xmlns:a="http://schemas.openxmlformats.org/drawingml/2006/main">
              <a:ext uri="{FF2B5EF4-FFF2-40B4-BE49-F238E27FC236}">
                <a16:creationId xmlns:a16="http://schemas.microsoft.com/office/drawing/2014/main" id="{D43956F4-AC62-4105-99CA-2D0AF90408AE}"/>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university1652_street_to_satellite/university1652_street_to_satellite/seed-2/population/bin-11/label">
            <a:extLst xmlns:a="http://schemas.openxmlformats.org/drawingml/2006/main">
              <a:ext uri="{FF2B5EF4-FFF2-40B4-BE49-F238E27FC236}">
                <a16:creationId xmlns:a16="http://schemas.microsoft.com/office/drawing/2014/main" id="{DC5718E8-C952-4689-A7E8-43B20A903A50}"/>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7" name="university1652_street_to_satellite/university1652_street_to_satellite/seed-2/population/bin-11/visual">
            <a:extLst xmlns:a="http://schemas.openxmlformats.org/drawingml/2006/main">
              <a:ext uri="{FF2B5EF4-FFF2-40B4-BE49-F238E27FC236}">
                <a16:creationId xmlns:a16="http://schemas.microsoft.com/office/drawing/2014/main" id="{AD56906B-1576-4D29-887F-68D9F431A8F3}"/>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8" name="university1652_street_to_satellite/university1652_street_to_satellite/seed-2/population/bin-11/full">
            <a:extLst xmlns:a="http://schemas.openxmlformats.org/drawingml/2006/main">
              <a:ext uri="{FF2B5EF4-FFF2-40B4-BE49-F238E27FC236}">
                <a16:creationId xmlns:a16="http://schemas.microsoft.com/office/drawing/2014/main" id="{95AEAFF5-3727-45C4-A3C7-E643C55CFB7F}"/>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university1652_street_to_satellite/university1652_street_to_satellite/seed-2/population/bin-12/label">
            <a:extLst xmlns:a="http://schemas.openxmlformats.org/drawingml/2006/main">
              <a:ext uri="{FF2B5EF4-FFF2-40B4-BE49-F238E27FC236}">
                <a16:creationId xmlns:a16="http://schemas.microsoft.com/office/drawing/2014/main" id="{A590F4CA-698F-4402-B5F4-0A1BBCF62690}"/>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0" name="university1652_street_to_satellite/university1652_street_to_satellite/seed-2/population/bin-12/visual">
            <a:extLst xmlns:a="http://schemas.openxmlformats.org/drawingml/2006/main">
              <a:ext uri="{FF2B5EF4-FFF2-40B4-BE49-F238E27FC236}">
                <a16:creationId xmlns:a16="http://schemas.microsoft.com/office/drawing/2014/main" id="{7C6A845C-98DB-4F02-AF3C-5336DC24F658}"/>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1" name="university1652_street_to_satellite/university1652_street_to_satellite/seed-2/population/bin-12/full">
            <a:extLst xmlns:a="http://schemas.openxmlformats.org/drawingml/2006/main">
              <a:ext uri="{FF2B5EF4-FFF2-40B4-BE49-F238E27FC236}">
                <a16:creationId xmlns:a16="http://schemas.microsoft.com/office/drawing/2014/main" id="{C90D4963-1258-4E64-BB55-259D13454750}"/>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university1652_street_to_satellite/university1652_street_to_satellite/seed-2/population/bin-13/label">
            <a:extLst xmlns:a="http://schemas.openxmlformats.org/drawingml/2006/main">
              <a:ext uri="{FF2B5EF4-FFF2-40B4-BE49-F238E27FC236}">
                <a16:creationId xmlns:a16="http://schemas.microsoft.com/office/drawing/2014/main" id="{DA180635-B7E3-4A3B-99AF-E6357CB043BF}"/>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3" name="university1652_street_to_satellite/university1652_street_to_satellite/seed-2/population/bin-13/visual">
            <a:extLst xmlns:a="http://schemas.openxmlformats.org/drawingml/2006/main">
              <a:ext uri="{FF2B5EF4-FFF2-40B4-BE49-F238E27FC236}">
                <a16:creationId xmlns:a16="http://schemas.microsoft.com/office/drawing/2014/main" id="{23A07A5E-7EE9-44BD-A59E-3051672FEF28}"/>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4" name="university1652_street_to_satellite/university1652_street_to_satellite/seed-2/population/bin-13/full">
            <a:extLst xmlns:a="http://schemas.openxmlformats.org/drawingml/2006/main">
              <a:ext uri="{FF2B5EF4-FFF2-40B4-BE49-F238E27FC236}">
                <a16:creationId xmlns:a16="http://schemas.microsoft.com/office/drawing/2014/main" id="{8DCE019C-2FD0-409D-8AC4-CBD3AA6545C0}"/>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university1652_street_to_satellite/university1652_street_to_satellite/seed-2/population/bin-14/label">
            <a:extLst xmlns:a="http://schemas.openxmlformats.org/drawingml/2006/main">
              <a:ext uri="{FF2B5EF4-FFF2-40B4-BE49-F238E27FC236}">
                <a16:creationId xmlns:a16="http://schemas.microsoft.com/office/drawing/2014/main" id="{FA90CFF1-053F-4739-AD22-773582B56E8F}"/>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6" name="university1652_street_to_satellite/university1652_street_to_satellite/seed-2/population/bin-14/visual">
            <a:extLst xmlns:a="http://schemas.openxmlformats.org/drawingml/2006/main">
              <a:ext uri="{FF2B5EF4-FFF2-40B4-BE49-F238E27FC236}">
                <a16:creationId xmlns:a16="http://schemas.microsoft.com/office/drawing/2014/main" id="{21F8B1BD-3FC6-4C65-88D9-B1BEF7853144}"/>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7" name="university1652_street_to_satellite/university1652_street_to_satellite/seed-2/population/bin-14/full">
            <a:extLst xmlns:a="http://schemas.openxmlformats.org/drawingml/2006/main">
              <a:ext uri="{FF2B5EF4-FFF2-40B4-BE49-F238E27FC236}">
                <a16:creationId xmlns:a16="http://schemas.microsoft.com/office/drawing/2014/main" id="{648D7D76-AC2B-47FE-AA36-4373158F2EC0}"/>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8" name="university1652_street_to_satellite/university1652_street_to_satellite/seed-2/population/bin-15/label">
            <a:extLst xmlns:a="http://schemas.openxmlformats.org/drawingml/2006/main">
              <a:ext uri="{FF2B5EF4-FFF2-40B4-BE49-F238E27FC236}">
                <a16:creationId xmlns:a16="http://schemas.microsoft.com/office/drawing/2014/main" id="{2A93BE90-20FF-429F-8DD8-AA12B3EAD21B}"/>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9" name="university1652_street_to_satellite/university1652_street_to_satellite/seed-2/population/bin-15/visual">
            <a:extLst xmlns:a="http://schemas.openxmlformats.org/drawingml/2006/main">
              <a:ext uri="{FF2B5EF4-FFF2-40B4-BE49-F238E27FC236}">
                <a16:creationId xmlns:a16="http://schemas.microsoft.com/office/drawing/2014/main" id="{D8C1D99A-85F1-422C-89EF-5F256E5FBE84}"/>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0" name="university1652_street_to_satellite/university1652_street_to_satellite/seed-2/population/bin-15/full">
            <a:extLst xmlns:a="http://schemas.openxmlformats.org/drawingml/2006/main">
              <a:ext uri="{FF2B5EF4-FFF2-40B4-BE49-F238E27FC236}">
                <a16:creationId xmlns:a16="http://schemas.microsoft.com/office/drawing/2014/main" id="{EA3C3E29-FBC5-428F-919B-70F26BD4F347}"/>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1" name="university1652_street_to_satellite/university1652_street_to_satellite/seed-3/seed-heading">
            <a:extLst xmlns:a="http://schemas.openxmlformats.org/drawingml/2006/main">
              <a:ext uri="{FF2B5EF4-FFF2-40B4-BE49-F238E27FC236}">
                <a16:creationId xmlns:a16="http://schemas.microsoft.com/office/drawing/2014/main" id="{AC945DBF-D76B-4326-A8A8-2C4ED57AADA8}"/>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2" name="university1652_street_to_satellite/university1652_street_to_satellite/seed-3/y-grid-0">
            <a:extLst xmlns:a="http://schemas.openxmlformats.org/drawingml/2006/main">
              <a:ext uri="{FF2B5EF4-FFF2-40B4-BE49-F238E27FC236}">
                <a16:creationId xmlns:a16="http://schemas.microsoft.com/office/drawing/2014/main" id="{55779D0C-B947-4EF8-A1D8-694DE91F69DB}"/>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3" name="university1652_street_to_satellite/university1652_street_to_satellite/seed-3/y-label-0">
            <a:extLst xmlns:a="http://schemas.openxmlformats.org/drawingml/2006/main">
              <a:ext uri="{FF2B5EF4-FFF2-40B4-BE49-F238E27FC236}">
                <a16:creationId xmlns:a16="http://schemas.microsoft.com/office/drawing/2014/main" id="{2424C253-616C-409A-BF80-CB7C9339568E}"/>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4" name="university1652_street_to_satellite/university1652_street_to_satellite/seed-3/x-tick-0">
            <a:extLst xmlns:a="http://schemas.openxmlformats.org/drawingml/2006/main">
              <a:ext uri="{FF2B5EF4-FFF2-40B4-BE49-F238E27FC236}">
                <a16:creationId xmlns:a16="http://schemas.microsoft.com/office/drawing/2014/main" id="{0979D358-1576-4F02-B41D-F0713490928E}"/>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5" name="university1652_street_to_satellite/university1652_street_to_satellite/seed-3/x-label-0">
            <a:extLst xmlns:a="http://schemas.openxmlformats.org/drawingml/2006/main">
              <a:ext uri="{FF2B5EF4-FFF2-40B4-BE49-F238E27FC236}">
                <a16:creationId xmlns:a16="http://schemas.microsoft.com/office/drawing/2014/main" id="{D5D9BF19-05F7-4A58-8FED-60338D769807}"/>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6" name="university1652_street_to_satellite/university1652_street_to_satellite/seed-3/y-grid-0.25">
            <a:extLst xmlns:a="http://schemas.openxmlformats.org/drawingml/2006/main">
              <a:ext uri="{FF2B5EF4-FFF2-40B4-BE49-F238E27FC236}">
                <a16:creationId xmlns:a16="http://schemas.microsoft.com/office/drawing/2014/main" id="{C372DAC8-5B07-4398-A451-3AF92935B9D5}"/>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7" name="university1652_street_to_satellite/university1652_street_to_satellite/seed-3/y-label-0.25">
            <a:extLst xmlns:a="http://schemas.openxmlformats.org/drawingml/2006/main">
              <a:ext uri="{FF2B5EF4-FFF2-40B4-BE49-F238E27FC236}">
                <a16:creationId xmlns:a16="http://schemas.microsoft.com/office/drawing/2014/main" id="{EEC34C90-368E-4673-B3C7-D9DD290E0DEF}"/>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8" name="university1652_street_to_satellite/university1652_street_to_satellite/seed-3/x-tick-0.25">
            <a:extLst xmlns:a="http://schemas.openxmlformats.org/drawingml/2006/main">
              <a:ext uri="{FF2B5EF4-FFF2-40B4-BE49-F238E27FC236}">
                <a16:creationId xmlns:a16="http://schemas.microsoft.com/office/drawing/2014/main" id="{67F7E28D-F4CC-4E95-8C94-82BFDD04648E}"/>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9" name="university1652_street_to_satellite/university1652_street_to_satellite/seed-3/x-label-0.25">
            <a:extLst xmlns:a="http://schemas.openxmlformats.org/drawingml/2006/main">
              <a:ext uri="{FF2B5EF4-FFF2-40B4-BE49-F238E27FC236}">
                <a16:creationId xmlns:a16="http://schemas.microsoft.com/office/drawing/2014/main" id="{C31C8E5B-1001-4BCE-B34F-8B0FADFB8DF3}"/>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0" name="university1652_street_to_satellite/university1652_street_to_satellite/seed-3/y-grid-0.5">
            <a:extLst xmlns:a="http://schemas.openxmlformats.org/drawingml/2006/main">
              <a:ext uri="{FF2B5EF4-FFF2-40B4-BE49-F238E27FC236}">
                <a16:creationId xmlns:a16="http://schemas.microsoft.com/office/drawing/2014/main" id="{4BC03F12-6F0F-411B-8712-2E9784F9D06E}"/>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1" name="university1652_street_to_satellite/university1652_street_to_satellite/seed-3/y-label-0.5">
            <a:extLst xmlns:a="http://schemas.openxmlformats.org/drawingml/2006/main">
              <a:ext uri="{FF2B5EF4-FFF2-40B4-BE49-F238E27FC236}">
                <a16:creationId xmlns:a16="http://schemas.microsoft.com/office/drawing/2014/main" id="{44C8607A-EC44-42B0-81B2-A51220EB2477}"/>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2" name="university1652_street_to_satellite/university1652_street_to_satellite/seed-3/x-tick-0.5">
            <a:extLst xmlns:a="http://schemas.openxmlformats.org/drawingml/2006/main">
              <a:ext uri="{FF2B5EF4-FFF2-40B4-BE49-F238E27FC236}">
                <a16:creationId xmlns:a16="http://schemas.microsoft.com/office/drawing/2014/main" id="{2BD07214-C6F7-47AB-A160-A45A952EE685}"/>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3" name="university1652_street_to_satellite/university1652_street_to_satellite/seed-3/x-label-0.5">
            <a:extLst xmlns:a="http://schemas.openxmlformats.org/drawingml/2006/main">
              <a:ext uri="{FF2B5EF4-FFF2-40B4-BE49-F238E27FC236}">
                <a16:creationId xmlns:a16="http://schemas.microsoft.com/office/drawing/2014/main" id="{B5E067EC-265D-4D59-8416-A6EBCCD51761}"/>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4" name="university1652_street_to_satellite/university1652_street_to_satellite/seed-3/y-grid-0.75">
            <a:extLst xmlns:a="http://schemas.openxmlformats.org/drawingml/2006/main">
              <a:ext uri="{FF2B5EF4-FFF2-40B4-BE49-F238E27FC236}">
                <a16:creationId xmlns:a16="http://schemas.microsoft.com/office/drawing/2014/main" id="{6445E471-0086-4B15-B3FA-1F9DD2BBE73D}"/>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5" name="university1652_street_to_satellite/university1652_street_to_satellite/seed-3/y-label-0.75">
            <a:extLst xmlns:a="http://schemas.openxmlformats.org/drawingml/2006/main">
              <a:ext uri="{FF2B5EF4-FFF2-40B4-BE49-F238E27FC236}">
                <a16:creationId xmlns:a16="http://schemas.microsoft.com/office/drawing/2014/main" id="{4818F3B7-A2F0-4DB3-958E-4A9B394E4E6E}"/>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6" name="university1652_street_to_satellite/university1652_street_to_satellite/seed-3/x-tick-0.75">
            <a:extLst xmlns:a="http://schemas.openxmlformats.org/drawingml/2006/main">
              <a:ext uri="{FF2B5EF4-FFF2-40B4-BE49-F238E27FC236}">
                <a16:creationId xmlns:a16="http://schemas.microsoft.com/office/drawing/2014/main" id="{ADF3D1FB-06F1-460F-94D8-5C64089A22F1}"/>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7" name="university1652_street_to_satellite/university1652_street_to_satellite/seed-3/x-label-0.75">
            <a:extLst xmlns:a="http://schemas.openxmlformats.org/drawingml/2006/main">
              <a:ext uri="{FF2B5EF4-FFF2-40B4-BE49-F238E27FC236}">
                <a16:creationId xmlns:a16="http://schemas.microsoft.com/office/drawing/2014/main" id="{C92104F4-DA65-41DE-A563-35A35D5DCA0F}"/>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8" name="university1652_street_to_satellite/university1652_street_to_satellite/seed-3/y-grid-1">
            <a:extLst xmlns:a="http://schemas.openxmlformats.org/drawingml/2006/main">
              <a:ext uri="{FF2B5EF4-FFF2-40B4-BE49-F238E27FC236}">
                <a16:creationId xmlns:a16="http://schemas.microsoft.com/office/drawing/2014/main" id="{729A5790-DE79-4209-AB69-C3C7B781437B}"/>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9" name="university1652_street_to_satellite/university1652_street_to_satellite/seed-3/y-label-1">
            <a:extLst xmlns:a="http://schemas.openxmlformats.org/drawingml/2006/main">
              <a:ext uri="{FF2B5EF4-FFF2-40B4-BE49-F238E27FC236}">
                <a16:creationId xmlns:a16="http://schemas.microsoft.com/office/drawing/2014/main" id="{AABEE93F-17D3-4346-A740-5B5C5A6F9523}"/>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0" name="university1652_street_to_satellite/university1652_street_to_satellite/seed-3/x-tick-1">
            <a:extLst xmlns:a="http://schemas.openxmlformats.org/drawingml/2006/main">
              <a:ext uri="{FF2B5EF4-FFF2-40B4-BE49-F238E27FC236}">
                <a16:creationId xmlns:a16="http://schemas.microsoft.com/office/drawing/2014/main" id="{E0B27F35-0EF9-4139-8CBB-496B0BF4144F}"/>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1" name="university1652_street_to_satellite/university1652_street_to_satellite/seed-3/x-label-1">
            <a:extLst xmlns:a="http://schemas.openxmlformats.org/drawingml/2006/main">
              <a:ext uri="{FF2B5EF4-FFF2-40B4-BE49-F238E27FC236}">
                <a16:creationId xmlns:a16="http://schemas.microsoft.com/office/drawing/2014/main" id="{EFFBB117-A93A-4073-8F94-477B5AA5084E}"/>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2" name="university1652_street_to_satellite/university1652_street_to_satellite/seed-3/reference-equality">
            <a:extLst xmlns:a="http://schemas.openxmlformats.org/drawingml/2006/main">
              <a:ext uri="{FF2B5EF4-FFF2-40B4-BE49-F238E27FC236}">
                <a16:creationId xmlns:a16="http://schemas.microsoft.com/office/drawing/2014/main" id="{8E5C3AB3-7D9C-4067-A417-169E33C429C8}"/>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3" name="university1652_street_to_satellite/university1652_street_to_satellite/seed-3/y-axis">
            <a:extLst xmlns:a="http://schemas.openxmlformats.org/drawingml/2006/main">
              <a:ext uri="{FF2B5EF4-FFF2-40B4-BE49-F238E27FC236}">
                <a16:creationId xmlns:a16="http://schemas.microsoft.com/office/drawing/2014/main" id="{694678F9-D858-40EE-BFA6-17DCC8DB3310}"/>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4" name="university1652_street_to_satellite/university1652_street_to_satellite/seed-3/x-axis">
            <a:extLst xmlns:a="http://schemas.openxmlformats.org/drawingml/2006/main">
              <a:ext uri="{FF2B5EF4-FFF2-40B4-BE49-F238E27FC236}">
                <a16:creationId xmlns:a16="http://schemas.microsoft.com/office/drawing/2014/main" id="{09B11F7A-76D7-42BD-8A2C-F778271DAEC5}"/>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5" name="university1652_street_to_satellite/university1652_street_to_satellite/seed-3/visual/bin-1/point">
            <a:extLst xmlns:a="http://schemas.openxmlformats.org/drawingml/2006/main">
              <a:ext uri="{FF2B5EF4-FFF2-40B4-BE49-F238E27FC236}">
                <a16:creationId xmlns:a16="http://schemas.microsoft.com/office/drawing/2014/main" id="{9D44D2F8-3A73-416C-9F6C-1F45EDB4A886}"/>
              </a:ext>
            </a:extLst>
          </p:cNvPr>
          <p:cNvSpPr>
            <a:spLocks xmlns:a="http://schemas.openxmlformats.org/drawingml/2006/main" noGrp="1"/>
          </p:cNvSpPr>
          <p:nvPr/>
        </p:nvSpPr>
        <p:spPr>
          <a:xfrm xmlns:a="http://schemas.openxmlformats.org/drawingml/2006/main">
            <a:off x="4541651" y="263489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6" name="university1652_street_to_satellite/university1652_street_to_satellite/seed-3/visual/bin-2/point">
            <a:extLst xmlns:a="http://schemas.openxmlformats.org/drawingml/2006/main">
              <a:ext uri="{FF2B5EF4-FFF2-40B4-BE49-F238E27FC236}">
                <a16:creationId xmlns:a16="http://schemas.microsoft.com/office/drawing/2014/main" id="{88FA8DA3-33A8-486A-B2D7-E576C8279948}"/>
              </a:ext>
            </a:extLst>
          </p:cNvPr>
          <p:cNvSpPr>
            <a:spLocks xmlns:a="http://schemas.openxmlformats.org/drawingml/2006/main" noGrp="1"/>
          </p:cNvSpPr>
          <p:nvPr/>
        </p:nvSpPr>
        <p:spPr>
          <a:xfrm xmlns:a="http://schemas.openxmlformats.org/drawingml/2006/main">
            <a:off x="4638163" y="26498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7" name="university1652_street_to_satellite/university1652_street_to_satellite/seed-3/visual/ECE">
            <a:extLst xmlns:a="http://schemas.openxmlformats.org/drawingml/2006/main">
              <a:ext uri="{FF2B5EF4-FFF2-40B4-BE49-F238E27FC236}">
                <a16:creationId xmlns:a16="http://schemas.microsoft.com/office/drawing/2014/main" id="{BE6175B3-A55A-4E97-A8F9-BBC384887F83}"/>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0.0059</a:t>
            </a:r>
          </a:p>
        </p:txBody>
      </p:sp>
      <p:sp>
        <p:nvSpPr>
          <p:cNvPr id="198" name="university1652_street_to_satellite/university1652_street_to_satellite/seed-3/full/bin-1/point">
            <a:extLst xmlns:a="http://schemas.openxmlformats.org/drawingml/2006/main">
              <a:ext uri="{FF2B5EF4-FFF2-40B4-BE49-F238E27FC236}">
                <a16:creationId xmlns:a16="http://schemas.microsoft.com/office/drawing/2014/main" id="{CF9FB8A8-B545-439F-A1D8-59245E422BD3}"/>
              </a:ext>
            </a:extLst>
          </p:cNvPr>
          <p:cNvSpPr>
            <a:spLocks xmlns:a="http://schemas.openxmlformats.org/drawingml/2006/main" noGrp="1"/>
          </p:cNvSpPr>
          <p:nvPr/>
        </p:nvSpPr>
        <p:spPr>
          <a:xfrm xmlns:a="http://schemas.openxmlformats.org/drawingml/2006/main">
            <a:off x="4545846" y="264056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9" name="university1652_street_to_satellite/university1652_street_to_satellite/seed-3/full/bin-2/point">
            <a:extLst xmlns:a="http://schemas.openxmlformats.org/drawingml/2006/main">
              <a:ext uri="{FF2B5EF4-FFF2-40B4-BE49-F238E27FC236}">
                <a16:creationId xmlns:a16="http://schemas.microsoft.com/office/drawing/2014/main" id="{C9F9DCD0-6EE7-4899-9E18-7EF37131FB24}"/>
              </a:ext>
            </a:extLst>
          </p:cNvPr>
          <p:cNvSpPr>
            <a:spLocks xmlns:a="http://schemas.openxmlformats.org/drawingml/2006/main" noGrp="1"/>
          </p:cNvSpPr>
          <p:nvPr/>
        </p:nvSpPr>
        <p:spPr>
          <a:xfrm xmlns:a="http://schemas.openxmlformats.org/drawingml/2006/main">
            <a:off x="4651713"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0" name="university1652_street_to_satellite/university1652_street_to_satellite/seed-3/full/ECE">
            <a:extLst xmlns:a="http://schemas.openxmlformats.org/drawingml/2006/main">
              <a:ext uri="{FF2B5EF4-FFF2-40B4-BE49-F238E27FC236}">
                <a16:creationId xmlns:a16="http://schemas.microsoft.com/office/drawing/2014/main" id="{43713C0D-41FE-4D8E-9D8C-8012D9210BB6}"/>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0.0052</a:t>
            </a:r>
          </a:p>
        </p:txBody>
      </p:sp>
      <p:sp>
        <p:nvSpPr>
          <p:cNvPr id="201" name="university1652_street_to_satellite/university1652_street_to_satellite/seed-3/population/N">
            <a:extLst xmlns:a="http://schemas.openxmlformats.org/drawingml/2006/main">
              <a:ext uri="{FF2B5EF4-FFF2-40B4-BE49-F238E27FC236}">
                <a16:creationId xmlns:a16="http://schemas.microsoft.com/office/drawing/2014/main" id="{F1FBF1F7-008F-4FF9-9344-E0BA3B4DE5E9}"/>
              </a:ext>
            </a:extLst>
          </p:cNvPr>
          <p:cNvSpPr>
            <a:spLocks xmlns:a="http://schemas.openxmlformats.org/drawingml/2006/main" noGrp="1"/>
          </p:cNvSpPr>
          <p:nvPr/>
        </p:nvSpPr>
        <p:spPr>
          <a:xfrm xmlns:a="http://schemas.openxmlformats.org/drawingml/2006/main">
            <a:off x="47117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2,579; bin populations</a:t>
            </a:r>
          </a:p>
        </p:txBody>
      </p:sp>
      <p:sp>
        <p:nvSpPr>
          <p:cNvPr id="202" name="university1652_street_to_satellite/university1652_street_to_satellite/seed-3/population/header/bin">
            <a:extLst xmlns:a="http://schemas.openxmlformats.org/drawingml/2006/main">
              <a:ext uri="{FF2B5EF4-FFF2-40B4-BE49-F238E27FC236}">
                <a16:creationId xmlns:a16="http://schemas.microsoft.com/office/drawing/2014/main" id="{49D24891-2302-4B00-A5A6-3F9C182615B9}"/>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03" name="university1652_street_to_satellite/university1652_street_to_satellite/seed-3/population/header/visual">
            <a:extLst xmlns:a="http://schemas.openxmlformats.org/drawingml/2006/main">
              <a:ext uri="{FF2B5EF4-FFF2-40B4-BE49-F238E27FC236}">
                <a16:creationId xmlns:a16="http://schemas.microsoft.com/office/drawing/2014/main" id="{61689A27-1FBD-4B48-AD1C-BBE98E5BB87F}"/>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04" name="university1652_street_to_satellite/university1652_street_to_satellite/seed-3/population/header/full">
            <a:extLst xmlns:a="http://schemas.openxmlformats.org/drawingml/2006/main">
              <a:ext uri="{FF2B5EF4-FFF2-40B4-BE49-F238E27FC236}">
                <a16:creationId xmlns:a16="http://schemas.microsoft.com/office/drawing/2014/main" id="{0AE4D9F9-F5AE-4804-987D-345F052F80F3}"/>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05" name="university1652_street_to_satellite/university1652_street_to_satellite/seed-3/population/header/rule">
            <a:extLst xmlns:a="http://schemas.openxmlformats.org/drawingml/2006/main">
              <a:ext uri="{FF2B5EF4-FFF2-40B4-BE49-F238E27FC236}">
                <a16:creationId xmlns:a16="http://schemas.microsoft.com/office/drawing/2014/main" id="{61416EC4-9CDA-4E2D-9F91-BDC9846AC5D1}"/>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06" name="university1652_street_to_satellite/university1652_street_to_satellite/seed-3/population/bin-1/label">
            <a:extLst xmlns:a="http://schemas.openxmlformats.org/drawingml/2006/main">
              <a:ext uri="{FF2B5EF4-FFF2-40B4-BE49-F238E27FC236}">
                <a16:creationId xmlns:a16="http://schemas.microsoft.com/office/drawing/2014/main" id="{DEA6674C-6951-4E74-8668-AE71E466C128}"/>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7" name="university1652_street_to_satellite/university1652_street_to_satellite/seed-3/population/bin-1/visual">
            <a:extLst xmlns:a="http://schemas.openxmlformats.org/drawingml/2006/main">
              <a:ext uri="{FF2B5EF4-FFF2-40B4-BE49-F238E27FC236}">
                <a16:creationId xmlns:a16="http://schemas.microsoft.com/office/drawing/2014/main" id="{F8281C9D-A95B-4F8E-B17A-51B27D7DE305}"/>
              </a:ext>
            </a:extLst>
          </p:cNvPr>
          <p:cNvSpPr>
            <a:spLocks xmlns:a="http://schemas.openxmlformats.org/drawingml/2006/main" noGrp="1"/>
          </p:cNvSpPr>
          <p:nvPr/>
        </p:nvSpPr>
        <p:spPr>
          <a:xfrm xmlns:a="http://schemas.openxmlformats.org/drawingml/2006/main">
            <a:off x="5165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2561</a:t>
            </a:r>
          </a:p>
        </p:txBody>
      </p:sp>
      <p:sp>
        <p:nvSpPr>
          <p:cNvPr id="208" name="university1652_street_to_satellite/university1652_street_to_satellite/seed-3/population/bin-1/full">
            <a:extLst xmlns:a="http://schemas.openxmlformats.org/drawingml/2006/main">
              <a:ext uri="{FF2B5EF4-FFF2-40B4-BE49-F238E27FC236}">
                <a16:creationId xmlns:a16="http://schemas.microsoft.com/office/drawing/2014/main" id="{C75714FF-5E62-4AD7-AF2F-A9BEC1DB888D}"/>
              </a:ext>
            </a:extLst>
          </p:cNvPr>
          <p:cNvSpPr>
            <a:spLocks xmlns:a="http://schemas.openxmlformats.org/drawingml/2006/main" noGrp="1"/>
          </p:cNvSpPr>
          <p:nvPr/>
        </p:nvSpPr>
        <p:spPr>
          <a:xfrm xmlns:a="http://schemas.openxmlformats.org/drawingml/2006/main">
            <a:off x="5800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2552</a:t>
            </a:r>
          </a:p>
        </p:txBody>
      </p:sp>
      <p:sp>
        <p:nvSpPr>
          <p:cNvPr id="209" name="university1652_street_to_satellite/university1652_street_to_satellite/seed-3/population/bin-2/label">
            <a:extLst xmlns:a="http://schemas.openxmlformats.org/drawingml/2006/main">
              <a:ext uri="{FF2B5EF4-FFF2-40B4-BE49-F238E27FC236}">
                <a16:creationId xmlns:a16="http://schemas.microsoft.com/office/drawing/2014/main" id="{9827AC92-39EF-4608-B99B-53FC46C76EED}"/>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0" name="university1652_street_to_satellite/university1652_street_to_satellite/seed-3/population/bin-2/visual">
            <a:extLst xmlns:a="http://schemas.openxmlformats.org/drawingml/2006/main">
              <a:ext uri="{FF2B5EF4-FFF2-40B4-BE49-F238E27FC236}">
                <a16:creationId xmlns:a16="http://schemas.microsoft.com/office/drawing/2014/main" id="{5F674465-9381-4F2E-A3D6-CCAEDAE411B9}"/>
              </a:ext>
            </a:extLst>
          </p:cNvPr>
          <p:cNvSpPr>
            <a:spLocks xmlns:a="http://schemas.openxmlformats.org/drawingml/2006/main" noGrp="1"/>
          </p:cNvSpPr>
          <p:nvPr/>
        </p:nvSpPr>
        <p:spPr>
          <a:xfrm xmlns:a="http://schemas.openxmlformats.org/drawingml/2006/main">
            <a:off x="52220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18</a:t>
            </a:r>
          </a:p>
        </p:txBody>
      </p:sp>
      <p:sp>
        <p:nvSpPr>
          <p:cNvPr id="211" name="university1652_street_to_satellite/university1652_street_to_satellite/seed-3/population/bin-2/full">
            <a:extLst xmlns:a="http://schemas.openxmlformats.org/drawingml/2006/main">
              <a:ext uri="{FF2B5EF4-FFF2-40B4-BE49-F238E27FC236}">
                <a16:creationId xmlns:a16="http://schemas.microsoft.com/office/drawing/2014/main" id="{D0662BB8-0386-4C17-B38F-AC1C6434F034}"/>
              </a:ext>
            </a:extLst>
          </p:cNvPr>
          <p:cNvSpPr>
            <a:spLocks xmlns:a="http://schemas.openxmlformats.org/drawingml/2006/main" noGrp="1"/>
          </p:cNvSpPr>
          <p:nvPr/>
        </p:nvSpPr>
        <p:spPr>
          <a:xfrm xmlns:a="http://schemas.openxmlformats.org/drawingml/2006/main">
            <a:off x="58570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a:t>
            </a:r>
          </a:p>
        </p:txBody>
      </p:sp>
      <p:sp>
        <p:nvSpPr>
          <p:cNvPr id="212" name="university1652_street_to_satellite/university1652_street_to_satellite/seed-3/population/bin-3/label">
            <a:extLst xmlns:a="http://schemas.openxmlformats.org/drawingml/2006/main">
              <a:ext uri="{FF2B5EF4-FFF2-40B4-BE49-F238E27FC236}">
                <a16:creationId xmlns:a16="http://schemas.microsoft.com/office/drawing/2014/main" id="{A645EEF2-3AD7-4FB4-9ADB-8EAA966AB8E2}"/>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13" name="university1652_street_to_satellite/university1652_street_to_satellite/seed-3/population/bin-3/visual">
            <a:extLst xmlns:a="http://schemas.openxmlformats.org/drawingml/2006/main">
              <a:ext uri="{FF2B5EF4-FFF2-40B4-BE49-F238E27FC236}">
                <a16:creationId xmlns:a16="http://schemas.microsoft.com/office/drawing/2014/main" id="{CD716595-F676-46A2-A0EB-6F443E6B05B4}"/>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university1652_street_to_satellite/university1652_street_to_satellite/seed-3/population/bin-3/full">
            <a:extLst xmlns:a="http://schemas.openxmlformats.org/drawingml/2006/main">
              <a:ext uri="{FF2B5EF4-FFF2-40B4-BE49-F238E27FC236}">
                <a16:creationId xmlns:a16="http://schemas.microsoft.com/office/drawing/2014/main" id="{A1B37951-89A2-40C9-899F-BE98E001DDC5}"/>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5" name="university1652_street_to_satellite/university1652_street_to_satellite/seed-3/population/bin-4/label">
            <a:extLst xmlns:a="http://schemas.openxmlformats.org/drawingml/2006/main">
              <a:ext uri="{FF2B5EF4-FFF2-40B4-BE49-F238E27FC236}">
                <a16:creationId xmlns:a16="http://schemas.microsoft.com/office/drawing/2014/main" id="{DD6BC7A9-DBC4-48A8-BAA6-61AA4983AE66}"/>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16" name="university1652_street_to_satellite/university1652_street_to_satellite/seed-3/population/bin-4/visual">
            <a:extLst xmlns:a="http://schemas.openxmlformats.org/drawingml/2006/main">
              <a:ext uri="{FF2B5EF4-FFF2-40B4-BE49-F238E27FC236}">
                <a16:creationId xmlns:a16="http://schemas.microsoft.com/office/drawing/2014/main" id="{11F1260F-7434-4BEA-AE17-9C9D7BF58831}"/>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university1652_street_to_satellite/university1652_street_to_satellite/seed-3/population/bin-4/full">
            <a:extLst xmlns:a="http://schemas.openxmlformats.org/drawingml/2006/main">
              <a:ext uri="{FF2B5EF4-FFF2-40B4-BE49-F238E27FC236}">
                <a16:creationId xmlns:a16="http://schemas.microsoft.com/office/drawing/2014/main" id="{9E96C220-BFC4-4C5E-8CAE-F7BF122ED8B6}"/>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8" name="university1652_street_to_satellite/university1652_street_to_satellite/seed-3/population/bin-5/label">
            <a:extLst xmlns:a="http://schemas.openxmlformats.org/drawingml/2006/main">
              <a:ext uri="{FF2B5EF4-FFF2-40B4-BE49-F238E27FC236}">
                <a16:creationId xmlns:a16="http://schemas.microsoft.com/office/drawing/2014/main" id="{F2BC19F6-6D59-4E32-8E54-DFE0468A3206}"/>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9" name="university1652_street_to_satellite/university1652_street_to_satellite/seed-3/population/bin-5/visual">
            <a:extLst xmlns:a="http://schemas.openxmlformats.org/drawingml/2006/main">
              <a:ext uri="{FF2B5EF4-FFF2-40B4-BE49-F238E27FC236}">
                <a16:creationId xmlns:a16="http://schemas.microsoft.com/office/drawing/2014/main" id="{541E8326-1252-4095-B247-8FEA241E8828}"/>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university1652_street_to_satellite/university1652_street_to_satellite/seed-3/population/bin-5/full">
            <a:extLst xmlns:a="http://schemas.openxmlformats.org/drawingml/2006/main">
              <a:ext uri="{FF2B5EF4-FFF2-40B4-BE49-F238E27FC236}">
                <a16:creationId xmlns:a16="http://schemas.microsoft.com/office/drawing/2014/main" id="{F3EA5ED6-F05E-478A-B243-860CB2302B58}"/>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1" name="university1652_street_to_satellite/university1652_street_to_satellite/seed-3/population/bin-6/label">
            <a:extLst xmlns:a="http://schemas.openxmlformats.org/drawingml/2006/main">
              <a:ext uri="{FF2B5EF4-FFF2-40B4-BE49-F238E27FC236}">
                <a16:creationId xmlns:a16="http://schemas.microsoft.com/office/drawing/2014/main" id="{CC9CC1CC-DFF1-410D-AEC8-2D4958ECBC6E}"/>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22" name="university1652_street_to_satellite/university1652_street_to_satellite/seed-3/population/bin-6/visual">
            <a:extLst xmlns:a="http://schemas.openxmlformats.org/drawingml/2006/main">
              <a:ext uri="{FF2B5EF4-FFF2-40B4-BE49-F238E27FC236}">
                <a16:creationId xmlns:a16="http://schemas.microsoft.com/office/drawing/2014/main" id="{7E2652E2-5021-4585-9C76-AA19CFB3EFE9}"/>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university1652_street_to_satellite/university1652_street_to_satellite/seed-3/population/bin-6/full">
            <a:extLst xmlns:a="http://schemas.openxmlformats.org/drawingml/2006/main">
              <a:ext uri="{FF2B5EF4-FFF2-40B4-BE49-F238E27FC236}">
                <a16:creationId xmlns:a16="http://schemas.microsoft.com/office/drawing/2014/main" id="{D46A7C9D-F11D-4412-995E-A94295DACAF2}"/>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4" name="university1652_street_to_satellite/university1652_street_to_satellite/seed-3/population/bin-7/label">
            <a:extLst xmlns:a="http://schemas.openxmlformats.org/drawingml/2006/main">
              <a:ext uri="{FF2B5EF4-FFF2-40B4-BE49-F238E27FC236}">
                <a16:creationId xmlns:a16="http://schemas.microsoft.com/office/drawing/2014/main" id="{9A1B1B18-292B-4B68-B521-D1C261E1D965}"/>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25" name="university1652_street_to_satellite/university1652_street_to_satellite/seed-3/population/bin-7/visual">
            <a:extLst xmlns:a="http://schemas.openxmlformats.org/drawingml/2006/main">
              <a:ext uri="{FF2B5EF4-FFF2-40B4-BE49-F238E27FC236}">
                <a16:creationId xmlns:a16="http://schemas.microsoft.com/office/drawing/2014/main" id="{079ACBFE-ED89-443D-9246-921E010B27C6}"/>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university1652_street_to_satellite/university1652_street_to_satellite/seed-3/population/bin-7/full">
            <a:extLst xmlns:a="http://schemas.openxmlformats.org/drawingml/2006/main">
              <a:ext uri="{FF2B5EF4-FFF2-40B4-BE49-F238E27FC236}">
                <a16:creationId xmlns:a16="http://schemas.microsoft.com/office/drawing/2014/main" id="{3A0A0E62-9893-469B-9B4C-1118B5A821BB}"/>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7" name="university1652_street_to_satellite/university1652_street_to_satellite/seed-3/population/bin-8/label">
            <a:extLst xmlns:a="http://schemas.openxmlformats.org/drawingml/2006/main">
              <a:ext uri="{FF2B5EF4-FFF2-40B4-BE49-F238E27FC236}">
                <a16:creationId xmlns:a16="http://schemas.microsoft.com/office/drawing/2014/main" id="{C4EF3AA3-4C9C-494D-97D4-F1D9D01E871E}"/>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8" name="university1652_street_to_satellite/university1652_street_to_satellite/seed-3/population/bin-8/visual">
            <a:extLst xmlns:a="http://schemas.openxmlformats.org/drawingml/2006/main">
              <a:ext uri="{FF2B5EF4-FFF2-40B4-BE49-F238E27FC236}">
                <a16:creationId xmlns:a16="http://schemas.microsoft.com/office/drawing/2014/main" id="{50995277-DC84-4CA3-973F-FAB581D11312}"/>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university1652_street_to_satellite/university1652_street_to_satellite/seed-3/population/bin-8/full">
            <a:extLst xmlns:a="http://schemas.openxmlformats.org/drawingml/2006/main">
              <a:ext uri="{FF2B5EF4-FFF2-40B4-BE49-F238E27FC236}">
                <a16:creationId xmlns:a16="http://schemas.microsoft.com/office/drawing/2014/main" id="{A3B2C81F-4527-48C1-834B-89212939B62E}"/>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0" name="university1652_street_to_satellite/university1652_street_to_satellite/seed-3/population/bin-9/label">
            <a:extLst xmlns:a="http://schemas.openxmlformats.org/drawingml/2006/main">
              <a:ext uri="{FF2B5EF4-FFF2-40B4-BE49-F238E27FC236}">
                <a16:creationId xmlns:a16="http://schemas.microsoft.com/office/drawing/2014/main" id="{27024855-24E0-4CB9-B2AB-9320AC168FF7}"/>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1" name="university1652_street_to_satellite/university1652_street_to_satellite/seed-3/population/bin-9/visual">
            <a:extLst xmlns:a="http://schemas.openxmlformats.org/drawingml/2006/main">
              <a:ext uri="{FF2B5EF4-FFF2-40B4-BE49-F238E27FC236}">
                <a16:creationId xmlns:a16="http://schemas.microsoft.com/office/drawing/2014/main" id="{CBD55B70-0062-42B8-A8DC-C47EC61B3568}"/>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university1652_street_to_satellite/university1652_street_to_satellite/seed-3/population/bin-9/full">
            <a:extLst xmlns:a="http://schemas.openxmlformats.org/drawingml/2006/main">
              <a:ext uri="{FF2B5EF4-FFF2-40B4-BE49-F238E27FC236}">
                <a16:creationId xmlns:a16="http://schemas.microsoft.com/office/drawing/2014/main" id="{732CEFC8-47B9-49E8-B3D6-FC3E7474B93B}"/>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3" name="university1652_street_to_satellite/university1652_street_to_satellite/seed-3/population/bin-10/label">
            <a:extLst xmlns:a="http://schemas.openxmlformats.org/drawingml/2006/main">
              <a:ext uri="{FF2B5EF4-FFF2-40B4-BE49-F238E27FC236}">
                <a16:creationId xmlns:a16="http://schemas.microsoft.com/office/drawing/2014/main" id="{66334E6E-CC7C-4519-B2A4-05B72CFF9710}"/>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34" name="university1652_street_to_satellite/university1652_street_to_satellite/seed-3/population/bin-10/visual">
            <a:extLst xmlns:a="http://schemas.openxmlformats.org/drawingml/2006/main">
              <a:ext uri="{FF2B5EF4-FFF2-40B4-BE49-F238E27FC236}">
                <a16:creationId xmlns:a16="http://schemas.microsoft.com/office/drawing/2014/main" id="{2D9FAA67-FF7B-4286-83A1-F7BBD928CB83}"/>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university1652_street_to_satellite/university1652_street_to_satellite/seed-3/population/bin-10/full">
            <a:extLst xmlns:a="http://schemas.openxmlformats.org/drawingml/2006/main">
              <a:ext uri="{FF2B5EF4-FFF2-40B4-BE49-F238E27FC236}">
                <a16:creationId xmlns:a16="http://schemas.microsoft.com/office/drawing/2014/main" id="{9F659009-8434-44B1-8EF8-E8F08C19F5F9}"/>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6" name="university1652_street_to_satellite/university1652_street_to_satellite/seed-3/population/bin-11/label">
            <a:extLst xmlns:a="http://schemas.openxmlformats.org/drawingml/2006/main">
              <a:ext uri="{FF2B5EF4-FFF2-40B4-BE49-F238E27FC236}">
                <a16:creationId xmlns:a16="http://schemas.microsoft.com/office/drawing/2014/main" id="{F31300F3-E656-4B89-BFB3-A10B0B2940E1}"/>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7" name="university1652_street_to_satellite/university1652_street_to_satellite/seed-3/population/bin-11/visual">
            <a:extLst xmlns:a="http://schemas.openxmlformats.org/drawingml/2006/main">
              <a:ext uri="{FF2B5EF4-FFF2-40B4-BE49-F238E27FC236}">
                <a16:creationId xmlns:a16="http://schemas.microsoft.com/office/drawing/2014/main" id="{43BE870F-F237-4586-A2AF-8C40DD3D37E4}"/>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university1652_street_to_satellite/university1652_street_to_satellite/seed-3/population/bin-11/full">
            <a:extLst xmlns:a="http://schemas.openxmlformats.org/drawingml/2006/main">
              <a:ext uri="{FF2B5EF4-FFF2-40B4-BE49-F238E27FC236}">
                <a16:creationId xmlns:a16="http://schemas.microsoft.com/office/drawing/2014/main" id="{38150E9D-6283-4CBC-8200-8FE42FE892FD}"/>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9" name="university1652_street_to_satellite/university1652_street_to_satellite/seed-3/population/bin-12/label">
            <a:extLst xmlns:a="http://schemas.openxmlformats.org/drawingml/2006/main">
              <a:ext uri="{FF2B5EF4-FFF2-40B4-BE49-F238E27FC236}">
                <a16:creationId xmlns:a16="http://schemas.microsoft.com/office/drawing/2014/main" id="{342D68B5-4EBF-4BC3-8D08-0031B4240280}"/>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0" name="university1652_street_to_satellite/university1652_street_to_satellite/seed-3/population/bin-12/visual">
            <a:extLst xmlns:a="http://schemas.openxmlformats.org/drawingml/2006/main">
              <a:ext uri="{FF2B5EF4-FFF2-40B4-BE49-F238E27FC236}">
                <a16:creationId xmlns:a16="http://schemas.microsoft.com/office/drawing/2014/main" id="{51739C45-1F82-44B6-BBDD-F8F990937861}"/>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university1652_street_to_satellite/university1652_street_to_satellite/seed-3/population/bin-12/full">
            <a:extLst xmlns:a="http://schemas.openxmlformats.org/drawingml/2006/main">
              <a:ext uri="{FF2B5EF4-FFF2-40B4-BE49-F238E27FC236}">
                <a16:creationId xmlns:a16="http://schemas.microsoft.com/office/drawing/2014/main" id="{3C4536AE-9F7E-472D-AF26-EB39D889EA06}"/>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2" name="university1652_street_to_satellite/university1652_street_to_satellite/seed-3/population/bin-13/label">
            <a:extLst xmlns:a="http://schemas.openxmlformats.org/drawingml/2006/main">
              <a:ext uri="{FF2B5EF4-FFF2-40B4-BE49-F238E27FC236}">
                <a16:creationId xmlns:a16="http://schemas.microsoft.com/office/drawing/2014/main" id="{6686415B-E78D-496D-ACF1-A7245697DC82}"/>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43" name="university1652_street_to_satellite/university1652_street_to_satellite/seed-3/population/bin-13/visual">
            <a:extLst xmlns:a="http://schemas.openxmlformats.org/drawingml/2006/main">
              <a:ext uri="{FF2B5EF4-FFF2-40B4-BE49-F238E27FC236}">
                <a16:creationId xmlns:a16="http://schemas.microsoft.com/office/drawing/2014/main" id="{2E88938D-EB94-4F66-B3A3-323F0E013426}"/>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university1652_street_to_satellite/university1652_street_to_satellite/seed-3/population/bin-13/full">
            <a:extLst xmlns:a="http://schemas.openxmlformats.org/drawingml/2006/main">
              <a:ext uri="{FF2B5EF4-FFF2-40B4-BE49-F238E27FC236}">
                <a16:creationId xmlns:a16="http://schemas.microsoft.com/office/drawing/2014/main" id="{99B42DB3-CBED-405D-8C7B-90394E687029}"/>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5" name="university1652_street_to_satellite/university1652_street_to_satellite/seed-3/population/bin-14/label">
            <a:extLst xmlns:a="http://schemas.openxmlformats.org/drawingml/2006/main">
              <a:ext uri="{FF2B5EF4-FFF2-40B4-BE49-F238E27FC236}">
                <a16:creationId xmlns:a16="http://schemas.microsoft.com/office/drawing/2014/main" id="{32FD33AA-AD92-4F46-97C4-7BAFB1233DE8}"/>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46" name="university1652_street_to_satellite/university1652_street_to_satellite/seed-3/population/bin-14/visual">
            <a:extLst xmlns:a="http://schemas.openxmlformats.org/drawingml/2006/main">
              <a:ext uri="{FF2B5EF4-FFF2-40B4-BE49-F238E27FC236}">
                <a16:creationId xmlns:a16="http://schemas.microsoft.com/office/drawing/2014/main" id="{69119C76-21B0-4DC9-913D-3E3869DBCF70}"/>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7" name="university1652_street_to_satellite/university1652_street_to_satellite/seed-3/population/bin-14/full">
            <a:extLst xmlns:a="http://schemas.openxmlformats.org/drawingml/2006/main">
              <a:ext uri="{FF2B5EF4-FFF2-40B4-BE49-F238E27FC236}">
                <a16:creationId xmlns:a16="http://schemas.microsoft.com/office/drawing/2014/main" id="{0E81762B-2369-400D-A3CC-E37341062E37}"/>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8" name="university1652_street_to_satellite/university1652_street_to_satellite/seed-3/population/bin-15/label">
            <a:extLst xmlns:a="http://schemas.openxmlformats.org/drawingml/2006/main">
              <a:ext uri="{FF2B5EF4-FFF2-40B4-BE49-F238E27FC236}">
                <a16:creationId xmlns:a16="http://schemas.microsoft.com/office/drawing/2014/main" id="{11BD0FC7-A376-4ACD-9204-F921FBCD1131}"/>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9" name="university1652_street_to_satellite/university1652_street_to_satellite/seed-3/population/bin-15/visual">
            <a:extLst xmlns:a="http://schemas.openxmlformats.org/drawingml/2006/main">
              <a:ext uri="{FF2B5EF4-FFF2-40B4-BE49-F238E27FC236}">
                <a16:creationId xmlns:a16="http://schemas.microsoft.com/office/drawing/2014/main" id="{118D7119-DE20-4F39-A374-B69843C6AB3B}"/>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0" name="university1652_street_to_satellite/university1652_street_to_satellite/seed-3/population/bin-15/full">
            <a:extLst xmlns:a="http://schemas.openxmlformats.org/drawingml/2006/main">
              <a:ext uri="{FF2B5EF4-FFF2-40B4-BE49-F238E27FC236}">
                <a16:creationId xmlns:a16="http://schemas.microsoft.com/office/drawing/2014/main" id="{C5CADBFF-D728-43FE-AF7C-87BD9ABF19E1}"/>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1" name="university1652_street_to_satellite/x-axis-label">
            <a:extLst xmlns:a="http://schemas.openxmlformats.org/drawingml/2006/main">
              <a:ext uri="{FF2B5EF4-FFF2-40B4-BE49-F238E27FC236}">
                <a16:creationId xmlns:a16="http://schemas.microsoft.com/office/drawing/2014/main" id="{BFFA6F8E-3A53-4ADC-9A2E-0D5AB7246B0E}"/>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52" name="university1652_street_to_satellite/footnote-1">
            <a:extLst xmlns:a="http://schemas.openxmlformats.org/drawingml/2006/main">
              <a:ext uri="{FF2B5EF4-FFF2-40B4-BE49-F238E27FC236}">
                <a16:creationId xmlns:a16="http://schemas.microsoft.com/office/drawing/2014/main" id="{4F0A8CFC-6CF3-4AA0-AECD-95193168F2CF}"/>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53" name="university1652_street_to_satellite/footnote-2">
            <a:extLst xmlns:a="http://schemas.openxmlformats.org/drawingml/2006/main">
              <a:ext uri="{FF2B5EF4-FFF2-40B4-BE49-F238E27FC236}">
                <a16:creationId xmlns:a16="http://schemas.microsoft.com/office/drawing/2014/main" id="{DA29CCCC-5F66-429F-AC8C-FAD72696EFE2}"/>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54" name="university1652_street_to_satellite/footnote-3">
            <a:extLst xmlns:a="http://schemas.openxmlformats.org/drawingml/2006/main">
              <a:ext uri="{FF2B5EF4-FFF2-40B4-BE49-F238E27FC236}">
                <a16:creationId xmlns:a16="http://schemas.microsoft.com/office/drawing/2014/main" id="{6C897332-E4AD-4324-BB5A-332C7AABBDDC}"/>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55" name="university1652_street_to_satellite/footnote-4">
            <a:extLst xmlns:a="http://schemas.openxmlformats.org/drawingml/2006/main">
              <a:ext uri="{FF2B5EF4-FFF2-40B4-BE49-F238E27FC236}">
                <a16:creationId xmlns:a16="http://schemas.microsoft.com/office/drawing/2014/main" id="{E7404E07-5BED-4D19-8258-7C026EF27EC7}"/>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56" name="university1652_street_to_satellite/footnote-5">
            <a:extLst xmlns:a="http://schemas.openxmlformats.org/drawingml/2006/main">
              <a:ext uri="{FF2B5EF4-FFF2-40B4-BE49-F238E27FC236}">
                <a16:creationId xmlns:a16="http://schemas.microsoft.com/office/drawing/2014/main" id="{11CC1231-EE94-403C-AF0C-0BA771006C31}"/>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7" name="university1652_street_to_satellite/footnote-6">
            <a:extLst xmlns:a="http://schemas.openxmlformats.org/drawingml/2006/main">
              <a:ext uri="{FF2B5EF4-FFF2-40B4-BE49-F238E27FC236}">
                <a16:creationId xmlns:a16="http://schemas.microsoft.com/office/drawing/2014/main" id="{CCC625E2-9575-47D1-B26F-9ABF67A552C2}"/>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367306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sues200_uav_150m_to_satellite/title">
            <a:extLst xmlns:a="http://schemas.openxmlformats.org/drawingml/2006/main">
              <a:ext uri="{FF2B5EF4-FFF2-40B4-BE49-F238E27FC236}">
                <a16:creationId xmlns:a16="http://schemas.microsoft.com/office/drawing/2014/main" id="{AEE04302-1B6A-419B-9F70-2D3CB5B80341}"/>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150 m → satellite</a:t>
            </a:r>
          </a:p>
        </p:txBody>
      </p:sp>
      <p:sp>
        <p:nvSpPr>
          <p:cNvPr id="2" name="sues200_uav_150m_to_satellite/subtitle">
            <a:extLst xmlns:a="http://schemas.openxmlformats.org/drawingml/2006/main">
              <a:ext uri="{FF2B5EF4-FFF2-40B4-BE49-F238E27FC236}">
                <a16:creationId xmlns:a16="http://schemas.microsoft.com/office/drawing/2014/main" id="{90676218-C3C7-484E-8406-E20D322BEB5D}"/>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uav_150m_to_satellite/legend/visual/marker">
            <a:extLst xmlns:a="http://schemas.openxmlformats.org/drawingml/2006/main">
              <a:ext uri="{FF2B5EF4-FFF2-40B4-BE49-F238E27FC236}">
                <a16:creationId xmlns:a16="http://schemas.microsoft.com/office/drawing/2014/main" id="{6ED49894-94FE-46C8-AE8F-91FE1AAC4E71}"/>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150m_to_satellite/legend/visual/text">
            <a:extLst xmlns:a="http://schemas.openxmlformats.org/drawingml/2006/main">
              <a:ext uri="{FF2B5EF4-FFF2-40B4-BE49-F238E27FC236}">
                <a16:creationId xmlns:a16="http://schemas.microsoft.com/office/drawing/2014/main" id="{95793A14-05A8-4967-B0D4-06C7F50F13BC}"/>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150m_to_satellite/legend/full/marker">
            <a:extLst xmlns:a="http://schemas.openxmlformats.org/drawingml/2006/main">
              <a:ext uri="{FF2B5EF4-FFF2-40B4-BE49-F238E27FC236}">
                <a16:creationId xmlns:a16="http://schemas.microsoft.com/office/drawing/2014/main" id="{5CF36E92-AD76-4681-858C-0A0B2FE01E05}"/>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150m_to_satellite/legend/full/text">
            <a:extLst xmlns:a="http://schemas.openxmlformats.org/drawingml/2006/main">
              <a:ext uri="{FF2B5EF4-FFF2-40B4-BE49-F238E27FC236}">
                <a16:creationId xmlns:a16="http://schemas.microsoft.com/office/drawing/2014/main" id="{4214031E-F141-426E-AC57-9C28798B2BC8}"/>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150m_to_satellite/legend/equality/line">
            <a:extLst xmlns:a="http://schemas.openxmlformats.org/drawingml/2006/main">
              <a:ext uri="{FF2B5EF4-FFF2-40B4-BE49-F238E27FC236}">
                <a16:creationId xmlns:a16="http://schemas.microsoft.com/office/drawing/2014/main" id="{0F1090B4-7B5D-4030-AC28-BFE1BE3453FF}"/>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uav_150m_to_satellite/legend/equality/text">
            <a:extLst xmlns:a="http://schemas.openxmlformats.org/drawingml/2006/main">
              <a:ext uri="{FF2B5EF4-FFF2-40B4-BE49-F238E27FC236}">
                <a16:creationId xmlns:a16="http://schemas.microsoft.com/office/drawing/2014/main" id="{2B5C422F-0696-46DB-A490-3357DBB13D8E}"/>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uav_150m_to_satellite/y-axis-label">
            <a:extLst xmlns:a="http://schemas.openxmlformats.org/drawingml/2006/main">
              <a:ext uri="{FF2B5EF4-FFF2-40B4-BE49-F238E27FC236}">
                <a16:creationId xmlns:a16="http://schemas.microsoft.com/office/drawing/2014/main" id="{3E3C01D5-1BE0-4691-8F61-1FA0366F9D45}"/>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uav_150m_to_satellite/sues200_uav_150m_to_satellite/seed-1/seed-heading">
            <a:extLst xmlns:a="http://schemas.openxmlformats.org/drawingml/2006/main">
              <a:ext uri="{FF2B5EF4-FFF2-40B4-BE49-F238E27FC236}">
                <a16:creationId xmlns:a16="http://schemas.microsoft.com/office/drawing/2014/main" id="{31E77FDE-52D8-4645-B7EE-E42E8FA4C09A}"/>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uav_150m_to_satellite/sues200_uav_150m_to_satellite/seed-1/y-grid-0">
            <a:extLst xmlns:a="http://schemas.openxmlformats.org/drawingml/2006/main">
              <a:ext uri="{FF2B5EF4-FFF2-40B4-BE49-F238E27FC236}">
                <a16:creationId xmlns:a16="http://schemas.microsoft.com/office/drawing/2014/main" id="{EE91B333-C607-4252-95F2-BA716D9E7396}"/>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uav_150m_to_satellite/sues200_uav_150m_to_satellite/seed-1/y-label-0">
            <a:extLst xmlns:a="http://schemas.openxmlformats.org/drawingml/2006/main">
              <a:ext uri="{FF2B5EF4-FFF2-40B4-BE49-F238E27FC236}">
                <a16:creationId xmlns:a16="http://schemas.microsoft.com/office/drawing/2014/main" id="{84F21AF3-DCD7-43A9-8BE1-94AC3C8881FC}"/>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150m_to_satellite/sues200_uav_150m_to_satellite/seed-1/x-tick-0">
            <a:extLst xmlns:a="http://schemas.openxmlformats.org/drawingml/2006/main">
              <a:ext uri="{FF2B5EF4-FFF2-40B4-BE49-F238E27FC236}">
                <a16:creationId xmlns:a16="http://schemas.microsoft.com/office/drawing/2014/main" id="{B3797089-06BA-41B5-9D6F-77FFBF30EF9C}"/>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uav_150m_to_satellite/sues200_uav_150m_to_satellite/seed-1/x-label-0">
            <a:extLst xmlns:a="http://schemas.openxmlformats.org/drawingml/2006/main">
              <a:ext uri="{FF2B5EF4-FFF2-40B4-BE49-F238E27FC236}">
                <a16:creationId xmlns:a16="http://schemas.microsoft.com/office/drawing/2014/main" id="{5F7C41A4-B39D-4595-8F6E-041931ADE44D}"/>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uav_150m_to_satellite/sues200_uav_150m_to_satellite/seed-1/y-grid-0.25">
            <a:extLst xmlns:a="http://schemas.openxmlformats.org/drawingml/2006/main">
              <a:ext uri="{FF2B5EF4-FFF2-40B4-BE49-F238E27FC236}">
                <a16:creationId xmlns:a16="http://schemas.microsoft.com/office/drawing/2014/main" id="{31456E4E-5919-48EE-BDB3-9700C9B17C20}"/>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uav_150m_to_satellite/sues200_uav_150m_to_satellite/seed-1/y-label-0.25">
            <a:extLst xmlns:a="http://schemas.openxmlformats.org/drawingml/2006/main">
              <a:ext uri="{FF2B5EF4-FFF2-40B4-BE49-F238E27FC236}">
                <a16:creationId xmlns:a16="http://schemas.microsoft.com/office/drawing/2014/main" id="{29DC7CD4-9A47-41CA-8A92-304F2A0675C5}"/>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uav_150m_to_satellite/sues200_uav_150m_to_satellite/seed-1/x-tick-0.25">
            <a:extLst xmlns:a="http://schemas.openxmlformats.org/drawingml/2006/main">
              <a:ext uri="{FF2B5EF4-FFF2-40B4-BE49-F238E27FC236}">
                <a16:creationId xmlns:a16="http://schemas.microsoft.com/office/drawing/2014/main" id="{B80BC7E5-45D7-4371-9FC4-43CC616F025F}"/>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uav_150m_to_satellite/sues200_uav_150m_to_satellite/seed-1/x-label-0.25">
            <a:extLst xmlns:a="http://schemas.openxmlformats.org/drawingml/2006/main">
              <a:ext uri="{FF2B5EF4-FFF2-40B4-BE49-F238E27FC236}">
                <a16:creationId xmlns:a16="http://schemas.microsoft.com/office/drawing/2014/main" id="{637AE842-DBF4-4FB7-A531-BD04F16C1610}"/>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uav_150m_to_satellite/sues200_uav_150m_to_satellite/seed-1/y-grid-0.5">
            <a:extLst xmlns:a="http://schemas.openxmlformats.org/drawingml/2006/main">
              <a:ext uri="{FF2B5EF4-FFF2-40B4-BE49-F238E27FC236}">
                <a16:creationId xmlns:a16="http://schemas.microsoft.com/office/drawing/2014/main" id="{E92D0EDB-2634-475E-9F37-BAE98992F4E2}"/>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uav_150m_to_satellite/sues200_uav_150m_to_satellite/seed-1/y-label-0.5">
            <a:extLst xmlns:a="http://schemas.openxmlformats.org/drawingml/2006/main">
              <a:ext uri="{FF2B5EF4-FFF2-40B4-BE49-F238E27FC236}">
                <a16:creationId xmlns:a16="http://schemas.microsoft.com/office/drawing/2014/main" id="{B55AF750-33DB-46C9-B179-5875D78BE7F4}"/>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uav_150m_to_satellite/sues200_uav_150m_to_satellite/seed-1/x-tick-0.5">
            <a:extLst xmlns:a="http://schemas.openxmlformats.org/drawingml/2006/main">
              <a:ext uri="{FF2B5EF4-FFF2-40B4-BE49-F238E27FC236}">
                <a16:creationId xmlns:a16="http://schemas.microsoft.com/office/drawing/2014/main" id="{1C7F3C4D-2AC2-40F8-ABE2-7D390F3039BA}"/>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uav_150m_to_satellite/sues200_uav_150m_to_satellite/seed-1/x-label-0.5">
            <a:extLst xmlns:a="http://schemas.openxmlformats.org/drawingml/2006/main">
              <a:ext uri="{FF2B5EF4-FFF2-40B4-BE49-F238E27FC236}">
                <a16:creationId xmlns:a16="http://schemas.microsoft.com/office/drawing/2014/main" id="{06B7FDFF-2F41-41AD-A0BB-6CB1872A61FD}"/>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uav_150m_to_satellite/sues200_uav_150m_to_satellite/seed-1/y-grid-0.75">
            <a:extLst xmlns:a="http://schemas.openxmlformats.org/drawingml/2006/main">
              <a:ext uri="{FF2B5EF4-FFF2-40B4-BE49-F238E27FC236}">
                <a16:creationId xmlns:a16="http://schemas.microsoft.com/office/drawing/2014/main" id="{F8BC56FD-9B8E-4B40-8274-78E35C2116AE}"/>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uav_150m_to_satellite/sues200_uav_150m_to_satellite/seed-1/y-label-0.75">
            <a:extLst xmlns:a="http://schemas.openxmlformats.org/drawingml/2006/main">
              <a:ext uri="{FF2B5EF4-FFF2-40B4-BE49-F238E27FC236}">
                <a16:creationId xmlns:a16="http://schemas.microsoft.com/office/drawing/2014/main" id="{E3043D81-B753-440D-8152-36AC7DA67394}"/>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uav_150m_to_satellite/sues200_uav_150m_to_satellite/seed-1/x-tick-0.75">
            <a:extLst xmlns:a="http://schemas.openxmlformats.org/drawingml/2006/main">
              <a:ext uri="{FF2B5EF4-FFF2-40B4-BE49-F238E27FC236}">
                <a16:creationId xmlns:a16="http://schemas.microsoft.com/office/drawing/2014/main" id="{9859C220-7854-4824-B364-9F1B65CAFCEF}"/>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uav_150m_to_satellite/sues200_uav_150m_to_satellite/seed-1/x-label-0.75">
            <a:extLst xmlns:a="http://schemas.openxmlformats.org/drawingml/2006/main">
              <a:ext uri="{FF2B5EF4-FFF2-40B4-BE49-F238E27FC236}">
                <a16:creationId xmlns:a16="http://schemas.microsoft.com/office/drawing/2014/main" id="{68CBEB2A-850D-42D8-8AC2-815ABBE2FFF9}"/>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uav_150m_to_satellite/sues200_uav_150m_to_satellite/seed-1/y-grid-1">
            <a:extLst xmlns:a="http://schemas.openxmlformats.org/drawingml/2006/main">
              <a:ext uri="{FF2B5EF4-FFF2-40B4-BE49-F238E27FC236}">
                <a16:creationId xmlns:a16="http://schemas.microsoft.com/office/drawing/2014/main" id="{189BB78E-BD31-4953-ACAC-60F74B75A698}"/>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uav_150m_to_satellite/sues200_uav_150m_to_satellite/seed-1/y-label-1">
            <a:extLst xmlns:a="http://schemas.openxmlformats.org/drawingml/2006/main">
              <a:ext uri="{FF2B5EF4-FFF2-40B4-BE49-F238E27FC236}">
                <a16:creationId xmlns:a16="http://schemas.microsoft.com/office/drawing/2014/main" id="{0496FA62-A1D5-4ECE-B2C7-D37095BF0A28}"/>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uav_150m_to_satellite/sues200_uav_150m_to_satellite/seed-1/x-tick-1">
            <a:extLst xmlns:a="http://schemas.openxmlformats.org/drawingml/2006/main">
              <a:ext uri="{FF2B5EF4-FFF2-40B4-BE49-F238E27FC236}">
                <a16:creationId xmlns:a16="http://schemas.microsoft.com/office/drawing/2014/main" id="{EDF97016-DE30-43AC-A18B-FA7C19A28B7D}"/>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150m_to_satellite/sues200_uav_150m_to_satellite/seed-1/x-label-1">
            <a:extLst xmlns:a="http://schemas.openxmlformats.org/drawingml/2006/main">
              <a:ext uri="{FF2B5EF4-FFF2-40B4-BE49-F238E27FC236}">
                <a16:creationId xmlns:a16="http://schemas.microsoft.com/office/drawing/2014/main" id="{BA93023A-2DF9-4656-9AC2-0F5F56F33987}"/>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uav_150m_to_satellite/sues200_uav_150m_to_satellite/seed-1/reference-equality">
            <a:extLst xmlns:a="http://schemas.openxmlformats.org/drawingml/2006/main">
              <a:ext uri="{FF2B5EF4-FFF2-40B4-BE49-F238E27FC236}">
                <a16:creationId xmlns:a16="http://schemas.microsoft.com/office/drawing/2014/main" id="{05C23168-FE6B-4720-80D6-DB6B7D9D4B63}"/>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uav_150m_to_satellite/sues200_uav_150m_to_satellite/seed-1/y-axis">
            <a:extLst xmlns:a="http://schemas.openxmlformats.org/drawingml/2006/main">
              <a:ext uri="{FF2B5EF4-FFF2-40B4-BE49-F238E27FC236}">
                <a16:creationId xmlns:a16="http://schemas.microsoft.com/office/drawing/2014/main" id="{E27D9B7D-95FA-4BC9-A43B-6182968AC411}"/>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uav_150m_to_satellite/sues200_uav_150m_to_satellite/seed-1/x-axis">
            <a:extLst xmlns:a="http://schemas.openxmlformats.org/drawingml/2006/main">
              <a:ext uri="{FF2B5EF4-FFF2-40B4-BE49-F238E27FC236}">
                <a16:creationId xmlns:a16="http://schemas.microsoft.com/office/drawing/2014/main" id="{84D7A2F8-FB5A-43D9-84C1-C9042684FD4C}"/>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uav_150m_to_satellite/sues200_uav_150m_to_satellite/seed-1/visual/bin-1/point">
            <a:extLst xmlns:a="http://schemas.openxmlformats.org/drawingml/2006/main">
              <a:ext uri="{FF2B5EF4-FFF2-40B4-BE49-F238E27FC236}">
                <a16:creationId xmlns:a16="http://schemas.microsoft.com/office/drawing/2014/main" id="{60E13984-BA5E-4275-9568-B06E3DE01664}"/>
              </a:ext>
            </a:extLst>
          </p:cNvPr>
          <p:cNvSpPr>
            <a:spLocks xmlns:a="http://schemas.openxmlformats.org/drawingml/2006/main" noGrp="1"/>
          </p:cNvSpPr>
          <p:nvPr/>
        </p:nvSpPr>
        <p:spPr>
          <a:xfrm xmlns:a="http://schemas.openxmlformats.org/drawingml/2006/main">
            <a:off x="541666" y="219182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150m_to_satellite/sues200_uav_150m_to_satellite/seed-1/visual/bin-2/point">
            <a:extLst xmlns:a="http://schemas.openxmlformats.org/drawingml/2006/main">
              <a:ext uri="{FF2B5EF4-FFF2-40B4-BE49-F238E27FC236}">
                <a16:creationId xmlns:a16="http://schemas.microsoft.com/office/drawing/2014/main" id="{BDF2B130-5A2C-4EF7-A7E8-1DD890CC0011}"/>
              </a:ext>
            </a:extLst>
          </p:cNvPr>
          <p:cNvSpPr>
            <a:spLocks xmlns:a="http://schemas.openxmlformats.org/drawingml/2006/main" noGrp="1"/>
          </p:cNvSpPr>
          <p:nvPr/>
        </p:nvSpPr>
        <p:spPr>
          <a:xfrm xmlns:a="http://schemas.openxmlformats.org/drawingml/2006/main">
            <a:off x="641391" y="185262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150m_to_satellite/sues200_uav_150m_to_satellite/seed-1/visual/bin-3/point">
            <a:extLst xmlns:a="http://schemas.openxmlformats.org/drawingml/2006/main">
              <a:ext uri="{FF2B5EF4-FFF2-40B4-BE49-F238E27FC236}">
                <a16:creationId xmlns:a16="http://schemas.microsoft.com/office/drawing/2014/main" id="{F1BE3A51-AFD3-4346-A9C2-0F8331420BE1}"/>
              </a:ext>
            </a:extLst>
          </p:cNvPr>
          <p:cNvSpPr>
            <a:spLocks xmlns:a="http://schemas.openxmlformats.org/drawingml/2006/main" noGrp="1"/>
          </p:cNvSpPr>
          <p:nvPr/>
        </p:nvSpPr>
        <p:spPr>
          <a:xfrm xmlns:a="http://schemas.openxmlformats.org/drawingml/2006/main">
            <a:off x="735722" y="166772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150m_to_satellite/sues200_uav_150m_to_satellite/seed-1/visual/ECE">
            <a:extLst xmlns:a="http://schemas.openxmlformats.org/drawingml/2006/main">
              <a:ext uri="{FF2B5EF4-FFF2-40B4-BE49-F238E27FC236}">
                <a16:creationId xmlns:a16="http://schemas.microsoft.com/office/drawing/2014/main" id="{74D24C9D-D065-4C87-BD8E-D95D51C1CD19}"/>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0.3087</a:t>
            </a:r>
          </a:p>
        </p:txBody>
      </p:sp>
      <p:sp>
        <p:nvSpPr>
          <p:cNvPr id="38" name="sues200_uav_150m_to_satellite/sues200_uav_150m_to_satellite/seed-1/full/bin-1/point">
            <a:extLst xmlns:a="http://schemas.openxmlformats.org/drawingml/2006/main">
              <a:ext uri="{FF2B5EF4-FFF2-40B4-BE49-F238E27FC236}">
                <a16:creationId xmlns:a16="http://schemas.microsoft.com/office/drawing/2014/main" id="{6E35332F-9880-4F86-9560-D960E872A39F}"/>
              </a:ext>
            </a:extLst>
          </p:cNvPr>
          <p:cNvSpPr>
            <a:spLocks xmlns:a="http://schemas.openxmlformats.org/drawingml/2006/main" noGrp="1"/>
          </p:cNvSpPr>
          <p:nvPr/>
        </p:nvSpPr>
        <p:spPr>
          <a:xfrm xmlns:a="http://schemas.openxmlformats.org/drawingml/2006/main">
            <a:off x="548449" y="226498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sues200_uav_150m_to_satellite/sues200_uav_150m_to_satellite/seed-1/full/bin-2/point">
            <a:extLst xmlns:a="http://schemas.openxmlformats.org/drawingml/2006/main">
              <a:ext uri="{FF2B5EF4-FFF2-40B4-BE49-F238E27FC236}">
                <a16:creationId xmlns:a16="http://schemas.microsoft.com/office/drawing/2014/main" id="{11CCB4FD-3D2E-4878-AC2C-13173FAF91A3}"/>
              </a:ext>
            </a:extLst>
          </p:cNvPr>
          <p:cNvSpPr>
            <a:spLocks xmlns:a="http://schemas.openxmlformats.org/drawingml/2006/main" noGrp="1"/>
          </p:cNvSpPr>
          <p:nvPr/>
        </p:nvSpPr>
        <p:spPr>
          <a:xfrm xmlns:a="http://schemas.openxmlformats.org/drawingml/2006/main">
            <a:off x="645472" y="198369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0" name="sues200_uav_150m_to_satellite/sues200_uav_150m_to_satellite/seed-1/full/bin-3/point">
            <a:extLst xmlns:a="http://schemas.openxmlformats.org/drawingml/2006/main">
              <a:ext uri="{FF2B5EF4-FFF2-40B4-BE49-F238E27FC236}">
                <a16:creationId xmlns:a16="http://schemas.microsoft.com/office/drawing/2014/main" id="{3FDBED5A-6E65-446E-BF9E-F13DBB85764D}"/>
              </a:ext>
            </a:extLst>
          </p:cNvPr>
          <p:cNvSpPr>
            <a:spLocks xmlns:a="http://schemas.openxmlformats.org/drawingml/2006/main" noGrp="1"/>
          </p:cNvSpPr>
          <p:nvPr/>
        </p:nvSpPr>
        <p:spPr>
          <a:xfrm xmlns:a="http://schemas.openxmlformats.org/drawingml/2006/main">
            <a:off x="753945" y="257372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1" name="sues200_uav_150m_to_satellite/sues200_uav_150m_to_satellite/seed-1/full/ECE">
            <a:extLst xmlns:a="http://schemas.openxmlformats.org/drawingml/2006/main">
              <a:ext uri="{FF2B5EF4-FFF2-40B4-BE49-F238E27FC236}">
                <a16:creationId xmlns:a16="http://schemas.microsoft.com/office/drawing/2014/main" id="{0B28381A-6668-4897-9F46-26ABB36EFE9B}"/>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0.2556</a:t>
            </a:r>
          </a:p>
        </p:txBody>
      </p:sp>
      <p:sp>
        <p:nvSpPr>
          <p:cNvPr id="42" name="sues200_uav_150m_to_satellite/sues200_uav_150m_to_satellite/seed-1/population/N">
            <a:extLst xmlns:a="http://schemas.openxmlformats.org/drawingml/2006/main">
              <a:ext uri="{FF2B5EF4-FFF2-40B4-BE49-F238E27FC236}">
                <a16:creationId xmlns:a16="http://schemas.microsoft.com/office/drawing/2014/main" id="{8F27F089-D7FD-45AA-AFAD-949DCC3A32E2}"/>
              </a:ext>
            </a:extLst>
          </p:cNvPr>
          <p:cNvSpPr>
            <a:spLocks xmlns:a="http://schemas.openxmlformats.org/drawingml/2006/main" noGrp="1"/>
          </p:cNvSpPr>
          <p:nvPr/>
        </p:nvSpPr>
        <p:spPr>
          <a:xfrm xmlns:a="http://schemas.openxmlformats.org/drawingml/2006/main">
            <a:off x="6985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43" name="sues200_uav_150m_to_satellite/sues200_uav_150m_to_satellite/seed-1/population/header/bin">
            <a:extLst xmlns:a="http://schemas.openxmlformats.org/drawingml/2006/main">
              <a:ext uri="{FF2B5EF4-FFF2-40B4-BE49-F238E27FC236}">
                <a16:creationId xmlns:a16="http://schemas.microsoft.com/office/drawing/2014/main" id="{AC682B5B-3A77-40F3-9182-D40DB101A9F7}"/>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4" name="sues200_uav_150m_to_satellite/sues200_uav_150m_to_satellite/seed-1/population/header/visual">
            <a:extLst xmlns:a="http://schemas.openxmlformats.org/drawingml/2006/main">
              <a:ext uri="{FF2B5EF4-FFF2-40B4-BE49-F238E27FC236}">
                <a16:creationId xmlns:a16="http://schemas.microsoft.com/office/drawing/2014/main" id="{840F5B42-A5D0-41EF-A9EB-8133EA19908A}"/>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5" name="sues200_uav_150m_to_satellite/sues200_uav_150m_to_satellite/seed-1/population/header/full">
            <a:extLst xmlns:a="http://schemas.openxmlformats.org/drawingml/2006/main">
              <a:ext uri="{FF2B5EF4-FFF2-40B4-BE49-F238E27FC236}">
                <a16:creationId xmlns:a16="http://schemas.microsoft.com/office/drawing/2014/main" id="{FA2CD4E1-4C42-433E-BDEC-69F9E52E4317}"/>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6" name="sues200_uav_150m_to_satellite/sues200_uav_150m_to_satellite/seed-1/population/header/rule">
            <a:extLst xmlns:a="http://schemas.openxmlformats.org/drawingml/2006/main">
              <a:ext uri="{FF2B5EF4-FFF2-40B4-BE49-F238E27FC236}">
                <a16:creationId xmlns:a16="http://schemas.microsoft.com/office/drawing/2014/main" id="{3244E687-1761-458B-928F-8854A0905984}"/>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7" name="sues200_uav_150m_to_satellite/sues200_uav_150m_to_satellite/seed-1/population/bin-1/label">
            <a:extLst xmlns:a="http://schemas.openxmlformats.org/drawingml/2006/main">
              <a:ext uri="{FF2B5EF4-FFF2-40B4-BE49-F238E27FC236}">
                <a16:creationId xmlns:a16="http://schemas.microsoft.com/office/drawing/2014/main" id="{C92B27BB-FA0B-4B3B-8DBA-9F7534E817B2}"/>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8" name="sues200_uav_150m_to_satellite/sues200_uav_150m_to_satellite/seed-1/population/bin-1/visual">
            <a:extLst xmlns:a="http://schemas.openxmlformats.org/drawingml/2006/main">
              <a:ext uri="{FF2B5EF4-FFF2-40B4-BE49-F238E27FC236}">
                <a16:creationId xmlns:a16="http://schemas.microsoft.com/office/drawing/2014/main" id="{822DE9BD-4A9B-4713-929F-6B98F0A6C92E}"/>
              </a:ext>
            </a:extLst>
          </p:cNvPr>
          <p:cNvSpPr>
            <a:spLocks xmlns:a="http://schemas.openxmlformats.org/drawingml/2006/main" noGrp="1"/>
          </p:cNvSpPr>
          <p:nvPr/>
        </p:nvSpPr>
        <p:spPr>
          <a:xfrm xmlns:a="http://schemas.openxmlformats.org/drawingml/2006/main">
            <a:off x="1152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3493</a:t>
            </a:r>
          </a:p>
        </p:txBody>
      </p:sp>
      <p:sp>
        <p:nvSpPr>
          <p:cNvPr id="49" name="sues200_uav_150m_to_satellite/sues200_uav_150m_to_satellite/seed-1/population/bin-1/full">
            <a:extLst xmlns:a="http://schemas.openxmlformats.org/drawingml/2006/main">
              <a:ext uri="{FF2B5EF4-FFF2-40B4-BE49-F238E27FC236}">
                <a16:creationId xmlns:a16="http://schemas.microsoft.com/office/drawing/2014/main" id="{5E29920F-CF24-4D95-ACFA-A70B3E12D0DD}"/>
              </a:ext>
            </a:extLst>
          </p:cNvPr>
          <p:cNvSpPr>
            <a:spLocks xmlns:a="http://schemas.openxmlformats.org/drawingml/2006/main" noGrp="1"/>
          </p:cNvSpPr>
          <p:nvPr/>
        </p:nvSpPr>
        <p:spPr>
          <a:xfrm xmlns:a="http://schemas.openxmlformats.org/drawingml/2006/main">
            <a:off x="1787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3504</a:t>
            </a:r>
          </a:p>
        </p:txBody>
      </p:sp>
      <p:sp>
        <p:nvSpPr>
          <p:cNvPr id="50" name="sues200_uav_150m_to_satellite/sues200_uav_150m_to_satellite/seed-1/population/bin-2/label">
            <a:extLst xmlns:a="http://schemas.openxmlformats.org/drawingml/2006/main">
              <a:ext uri="{FF2B5EF4-FFF2-40B4-BE49-F238E27FC236}">
                <a16:creationId xmlns:a16="http://schemas.microsoft.com/office/drawing/2014/main" id="{B8BB55D5-FD3A-4D1C-87A5-F964D30A1BA6}"/>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51" name="sues200_uav_150m_to_satellite/sues200_uav_150m_to_satellite/seed-1/population/bin-2/visual">
            <a:extLst xmlns:a="http://schemas.openxmlformats.org/drawingml/2006/main">
              <a:ext uri="{FF2B5EF4-FFF2-40B4-BE49-F238E27FC236}">
                <a16:creationId xmlns:a16="http://schemas.microsoft.com/office/drawing/2014/main" id="{35316BEC-324D-4683-BA71-F1514450DE3C}"/>
              </a:ext>
            </a:extLst>
          </p:cNvPr>
          <p:cNvSpPr>
            <a:spLocks xmlns:a="http://schemas.openxmlformats.org/drawingml/2006/main" noGrp="1"/>
          </p:cNvSpPr>
          <p:nvPr/>
        </p:nvSpPr>
        <p:spPr>
          <a:xfrm xmlns:a="http://schemas.openxmlformats.org/drawingml/2006/main">
            <a:off x="1180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486</a:t>
            </a:r>
          </a:p>
        </p:txBody>
      </p:sp>
      <p:sp>
        <p:nvSpPr>
          <p:cNvPr id="52" name="sues200_uav_150m_to_satellite/sues200_uav_150m_to_satellite/seed-1/population/bin-2/full">
            <a:extLst xmlns:a="http://schemas.openxmlformats.org/drawingml/2006/main">
              <a:ext uri="{FF2B5EF4-FFF2-40B4-BE49-F238E27FC236}">
                <a16:creationId xmlns:a16="http://schemas.microsoft.com/office/drawing/2014/main" id="{25F00712-366D-4BA0-B7A1-EFD7D34C6EAF}"/>
              </a:ext>
            </a:extLst>
          </p:cNvPr>
          <p:cNvSpPr>
            <a:spLocks xmlns:a="http://schemas.openxmlformats.org/drawingml/2006/main" noGrp="1"/>
          </p:cNvSpPr>
          <p:nvPr/>
        </p:nvSpPr>
        <p:spPr>
          <a:xfrm xmlns:a="http://schemas.openxmlformats.org/drawingml/2006/main">
            <a:off x="1815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478</a:t>
            </a:r>
          </a:p>
        </p:txBody>
      </p:sp>
      <p:sp>
        <p:nvSpPr>
          <p:cNvPr id="53" name="sues200_uav_150m_to_satellite/sues200_uav_150m_to_satellite/seed-1/population/bin-3/label">
            <a:extLst xmlns:a="http://schemas.openxmlformats.org/drawingml/2006/main">
              <a:ext uri="{FF2B5EF4-FFF2-40B4-BE49-F238E27FC236}">
                <a16:creationId xmlns:a16="http://schemas.microsoft.com/office/drawing/2014/main" id="{72E5D5B1-DC09-4F6F-8482-23168766E62B}"/>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4" name="sues200_uav_150m_to_satellite/sues200_uav_150m_to_satellite/seed-1/population/bin-3/visual">
            <a:extLst xmlns:a="http://schemas.openxmlformats.org/drawingml/2006/main">
              <a:ext uri="{FF2B5EF4-FFF2-40B4-BE49-F238E27FC236}">
                <a16:creationId xmlns:a16="http://schemas.microsoft.com/office/drawing/2014/main" id="{335BD3F9-964B-464D-8BD9-18A171353DA5}"/>
              </a:ext>
            </a:extLst>
          </p:cNvPr>
          <p:cNvSpPr>
            <a:spLocks xmlns:a="http://schemas.openxmlformats.org/drawingml/2006/main" noGrp="1"/>
          </p:cNvSpPr>
          <p:nvPr/>
        </p:nvSpPr>
        <p:spPr>
          <a:xfrm xmlns:a="http://schemas.openxmlformats.org/drawingml/2006/main">
            <a:off x="1208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21</a:t>
            </a:r>
          </a:p>
        </p:txBody>
      </p:sp>
      <p:sp>
        <p:nvSpPr>
          <p:cNvPr id="55" name="sues200_uav_150m_to_satellite/sues200_uav_150m_to_satellite/seed-1/population/bin-3/full">
            <a:extLst xmlns:a="http://schemas.openxmlformats.org/drawingml/2006/main">
              <a:ext uri="{FF2B5EF4-FFF2-40B4-BE49-F238E27FC236}">
                <a16:creationId xmlns:a16="http://schemas.microsoft.com/office/drawing/2014/main" id="{751D1BA6-204E-420B-A198-65F3C212117E}"/>
              </a:ext>
            </a:extLst>
          </p:cNvPr>
          <p:cNvSpPr>
            <a:spLocks xmlns:a="http://schemas.openxmlformats.org/drawingml/2006/main" noGrp="1"/>
          </p:cNvSpPr>
          <p:nvPr/>
        </p:nvSpPr>
        <p:spPr>
          <a:xfrm xmlns:a="http://schemas.openxmlformats.org/drawingml/2006/main">
            <a:off x="1843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a:t>
            </a:r>
          </a:p>
        </p:txBody>
      </p:sp>
      <p:sp>
        <p:nvSpPr>
          <p:cNvPr id="56" name="sues200_uav_150m_to_satellite/sues200_uav_150m_to_satellite/seed-1/population/bin-4/label">
            <a:extLst xmlns:a="http://schemas.openxmlformats.org/drawingml/2006/main">
              <a:ext uri="{FF2B5EF4-FFF2-40B4-BE49-F238E27FC236}">
                <a16:creationId xmlns:a16="http://schemas.microsoft.com/office/drawing/2014/main" id="{FB05ECFB-8B7E-4511-AF46-9FB82E41CB1A}"/>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7" name="sues200_uav_150m_to_satellite/sues200_uav_150m_to_satellite/seed-1/population/bin-4/visual">
            <a:extLst xmlns:a="http://schemas.openxmlformats.org/drawingml/2006/main">
              <a:ext uri="{FF2B5EF4-FFF2-40B4-BE49-F238E27FC236}">
                <a16:creationId xmlns:a16="http://schemas.microsoft.com/office/drawing/2014/main" id="{C4D178D0-F10A-4911-A340-5466A82141BC}"/>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uav_150m_to_satellite/sues200_uav_150m_to_satellite/seed-1/population/bin-4/full">
            <a:extLst xmlns:a="http://schemas.openxmlformats.org/drawingml/2006/main">
              <a:ext uri="{FF2B5EF4-FFF2-40B4-BE49-F238E27FC236}">
                <a16:creationId xmlns:a16="http://schemas.microsoft.com/office/drawing/2014/main" id="{81B9F700-2FFE-4782-821D-41A3DB02F1B1}"/>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sues200_uav_150m_to_satellite/sues200_uav_150m_to_satellite/seed-1/population/bin-5/label">
            <a:extLst xmlns:a="http://schemas.openxmlformats.org/drawingml/2006/main">
              <a:ext uri="{FF2B5EF4-FFF2-40B4-BE49-F238E27FC236}">
                <a16:creationId xmlns:a16="http://schemas.microsoft.com/office/drawing/2014/main" id="{FC196AE2-FF26-435B-8D86-A4767EF863F1}"/>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60" name="sues200_uav_150m_to_satellite/sues200_uav_150m_to_satellite/seed-1/population/bin-5/visual">
            <a:extLst xmlns:a="http://schemas.openxmlformats.org/drawingml/2006/main">
              <a:ext uri="{FF2B5EF4-FFF2-40B4-BE49-F238E27FC236}">
                <a16:creationId xmlns:a16="http://schemas.microsoft.com/office/drawing/2014/main" id="{86581F41-C562-4598-B700-B1CFD8F27E16}"/>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uav_150m_to_satellite/sues200_uav_150m_to_satellite/seed-1/population/bin-5/full">
            <a:extLst xmlns:a="http://schemas.openxmlformats.org/drawingml/2006/main">
              <a:ext uri="{FF2B5EF4-FFF2-40B4-BE49-F238E27FC236}">
                <a16:creationId xmlns:a16="http://schemas.microsoft.com/office/drawing/2014/main" id="{B8074E05-1218-473D-BE6B-8B5BAF9DCFF3}"/>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sues200_uav_150m_to_satellite/sues200_uav_150m_to_satellite/seed-1/population/bin-6/label">
            <a:extLst xmlns:a="http://schemas.openxmlformats.org/drawingml/2006/main">
              <a:ext uri="{FF2B5EF4-FFF2-40B4-BE49-F238E27FC236}">
                <a16:creationId xmlns:a16="http://schemas.microsoft.com/office/drawing/2014/main" id="{9771AAFA-3C8A-4A9B-B842-C38343CF42E3}"/>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3" name="sues200_uav_150m_to_satellite/sues200_uav_150m_to_satellite/seed-1/population/bin-6/visual">
            <a:extLst xmlns:a="http://schemas.openxmlformats.org/drawingml/2006/main">
              <a:ext uri="{FF2B5EF4-FFF2-40B4-BE49-F238E27FC236}">
                <a16:creationId xmlns:a16="http://schemas.microsoft.com/office/drawing/2014/main" id="{99FDE397-4855-47C9-BE29-62FC95D458D8}"/>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uav_150m_to_satellite/sues200_uav_150m_to_satellite/seed-1/population/bin-6/full">
            <a:extLst xmlns:a="http://schemas.openxmlformats.org/drawingml/2006/main">
              <a:ext uri="{FF2B5EF4-FFF2-40B4-BE49-F238E27FC236}">
                <a16:creationId xmlns:a16="http://schemas.microsoft.com/office/drawing/2014/main" id="{52931A7B-2FCD-476F-8F22-1AB2AA99BC87}"/>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sues200_uav_150m_to_satellite/sues200_uav_150m_to_satellite/seed-1/population/bin-7/label">
            <a:extLst xmlns:a="http://schemas.openxmlformats.org/drawingml/2006/main">
              <a:ext uri="{FF2B5EF4-FFF2-40B4-BE49-F238E27FC236}">
                <a16:creationId xmlns:a16="http://schemas.microsoft.com/office/drawing/2014/main" id="{2DBA16DD-B6C9-43AB-9F7D-04679C85F17E}"/>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6" name="sues200_uav_150m_to_satellite/sues200_uav_150m_to_satellite/seed-1/population/bin-7/visual">
            <a:extLst xmlns:a="http://schemas.openxmlformats.org/drawingml/2006/main">
              <a:ext uri="{FF2B5EF4-FFF2-40B4-BE49-F238E27FC236}">
                <a16:creationId xmlns:a16="http://schemas.microsoft.com/office/drawing/2014/main" id="{E1F398C9-DCAF-43DF-B0AF-18412286166D}"/>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uav_150m_to_satellite/sues200_uav_150m_to_satellite/seed-1/population/bin-7/full">
            <a:extLst xmlns:a="http://schemas.openxmlformats.org/drawingml/2006/main">
              <a:ext uri="{FF2B5EF4-FFF2-40B4-BE49-F238E27FC236}">
                <a16:creationId xmlns:a16="http://schemas.microsoft.com/office/drawing/2014/main" id="{BC5DD413-9977-4032-8D31-9338E0A9D5AE}"/>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sues200_uav_150m_to_satellite/sues200_uav_150m_to_satellite/seed-1/population/bin-8/label">
            <a:extLst xmlns:a="http://schemas.openxmlformats.org/drawingml/2006/main">
              <a:ext uri="{FF2B5EF4-FFF2-40B4-BE49-F238E27FC236}">
                <a16:creationId xmlns:a16="http://schemas.microsoft.com/office/drawing/2014/main" id="{6E756386-A9A1-4753-A728-FE0277B1822C}"/>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9" name="sues200_uav_150m_to_satellite/sues200_uav_150m_to_satellite/seed-1/population/bin-8/visual">
            <a:extLst xmlns:a="http://schemas.openxmlformats.org/drawingml/2006/main">
              <a:ext uri="{FF2B5EF4-FFF2-40B4-BE49-F238E27FC236}">
                <a16:creationId xmlns:a16="http://schemas.microsoft.com/office/drawing/2014/main" id="{977EBCE6-DE24-4926-B09A-247D6BFAE7A1}"/>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uav_150m_to_satellite/sues200_uav_150m_to_satellite/seed-1/population/bin-8/full">
            <a:extLst xmlns:a="http://schemas.openxmlformats.org/drawingml/2006/main">
              <a:ext uri="{FF2B5EF4-FFF2-40B4-BE49-F238E27FC236}">
                <a16:creationId xmlns:a16="http://schemas.microsoft.com/office/drawing/2014/main" id="{0A4D1E1C-DF8F-4380-A712-F656A6C1A026}"/>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sues200_uav_150m_to_satellite/sues200_uav_150m_to_satellite/seed-1/population/bin-9/label">
            <a:extLst xmlns:a="http://schemas.openxmlformats.org/drawingml/2006/main">
              <a:ext uri="{FF2B5EF4-FFF2-40B4-BE49-F238E27FC236}">
                <a16:creationId xmlns:a16="http://schemas.microsoft.com/office/drawing/2014/main" id="{6B473265-FC5B-4208-A850-2688E0AD0CC4}"/>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2" name="sues200_uav_150m_to_satellite/sues200_uav_150m_to_satellite/seed-1/population/bin-9/visual">
            <a:extLst xmlns:a="http://schemas.openxmlformats.org/drawingml/2006/main">
              <a:ext uri="{FF2B5EF4-FFF2-40B4-BE49-F238E27FC236}">
                <a16:creationId xmlns:a16="http://schemas.microsoft.com/office/drawing/2014/main" id="{3C088AC7-3E7F-4E5A-A90C-7BD30FF99626}"/>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uav_150m_to_satellite/sues200_uav_150m_to_satellite/seed-1/population/bin-9/full">
            <a:extLst xmlns:a="http://schemas.openxmlformats.org/drawingml/2006/main">
              <a:ext uri="{FF2B5EF4-FFF2-40B4-BE49-F238E27FC236}">
                <a16:creationId xmlns:a16="http://schemas.microsoft.com/office/drawing/2014/main" id="{089854D4-0568-4C17-B694-F1C7E459D6C9}"/>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sues200_uav_150m_to_satellite/sues200_uav_150m_to_satellite/seed-1/population/bin-10/label">
            <a:extLst xmlns:a="http://schemas.openxmlformats.org/drawingml/2006/main">
              <a:ext uri="{FF2B5EF4-FFF2-40B4-BE49-F238E27FC236}">
                <a16:creationId xmlns:a16="http://schemas.microsoft.com/office/drawing/2014/main" id="{4AA5AD7A-64EE-4010-98A4-FB6EA6212357}"/>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5" name="sues200_uav_150m_to_satellite/sues200_uav_150m_to_satellite/seed-1/population/bin-10/visual">
            <a:extLst xmlns:a="http://schemas.openxmlformats.org/drawingml/2006/main">
              <a:ext uri="{FF2B5EF4-FFF2-40B4-BE49-F238E27FC236}">
                <a16:creationId xmlns:a16="http://schemas.microsoft.com/office/drawing/2014/main" id="{1C48EDB7-E576-4921-9F61-8A6F69963538}"/>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uav_150m_to_satellite/sues200_uav_150m_to_satellite/seed-1/population/bin-10/full">
            <a:extLst xmlns:a="http://schemas.openxmlformats.org/drawingml/2006/main">
              <a:ext uri="{FF2B5EF4-FFF2-40B4-BE49-F238E27FC236}">
                <a16:creationId xmlns:a16="http://schemas.microsoft.com/office/drawing/2014/main" id="{EA812974-DCE3-4BAB-8A6E-E35FB8D390D8}"/>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sues200_uav_150m_to_satellite/sues200_uav_150m_to_satellite/seed-1/population/bin-11/label">
            <a:extLst xmlns:a="http://schemas.openxmlformats.org/drawingml/2006/main">
              <a:ext uri="{FF2B5EF4-FFF2-40B4-BE49-F238E27FC236}">
                <a16:creationId xmlns:a16="http://schemas.microsoft.com/office/drawing/2014/main" id="{6E8EB7BA-AC92-40D2-A68F-CD9E74C66B55}"/>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8" name="sues200_uav_150m_to_satellite/sues200_uav_150m_to_satellite/seed-1/population/bin-11/visual">
            <a:extLst xmlns:a="http://schemas.openxmlformats.org/drawingml/2006/main">
              <a:ext uri="{FF2B5EF4-FFF2-40B4-BE49-F238E27FC236}">
                <a16:creationId xmlns:a16="http://schemas.microsoft.com/office/drawing/2014/main" id="{A2E0150F-72DE-4629-9840-95B7E772AE9E}"/>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uav_150m_to_satellite/sues200_uav_150m_to_satellite/seed-1/population/bin-11/full">
            <a:extLst xmlns:a="http://schemas.openxmlformats.org/drawingml/2006/main">
              <a:ext uri="{FF2B5EF4-FFF2-40B4-BE49-F238E27FC236}">
                <a16:creationId xmlns:a16="http://schemas.microsoft.com/office/drawing/2014/main" id="{B6F765A3-4061-451C-ACB5-405F0452DC77}"/>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sues200_uav_150m_to_satellite/sues200_uav_150m_to_satellite/seed-1/population/bin-12/label">
            <a:extLst xmlns:a="http://schemas.openxmlformats.org/drawingml/2006/main">
              <a:ext uri="{FF2B5EF4-FFF2-40B4-BE49-F238E27FC236}">
                <a16:creationId xmlns:a16="http://schemas.microsoft.com/office/drawing/2014/main" id="{8108A1FC-B1D5-4BA6-A8B1-F394FC8761CB}"/>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81" name="sues200_uav_150m_to_satellite/sues200_uav_150m_to_satellite/seed-1/population/bin-12/visual">
            <a:extLst xmlns:a="http://schemas.openxmlformats.org/drawingml/2006/main">
              <a:ext uri="{FF2B5EF4-FFF2-40B4-BE49-F238E27FC236}">
                <a16:creationId xmlns:a16="http://schemas.microsoft.com/office/drawing/2014/main" id="{CC3364F4-FDC8-4847-A4E9-9CF44FF47542}"/>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uav_150m_to_satellite/sues200_uav_150m_to_satellite/seed-1/population/bin-12/full">
            <a:extLst xmlns:a="http://schemas.openxmlformats.org/drawingml/2006/main">
              <a:ext uri="{FF2B5EF4-FFF2-40B4-BE49-F238E27FC236}">
                <a16:creationId xmlns:a16="http://schemas.microsoft.com/office/drawing/2014/main" id="{FEB99726-7747-447F-A124-4CB12C8713FE}"/>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sues200_uav_150m_to_satellite/sues200_uav_150m_to_satellite/seed-1/population/bin-13/label">
            <a:extLst xmlns:a="http://schemas.openxmlformats.org/drawingml/2006/main">
              <a:ext uri="{FF2B5EF4-FFF2-40B4-BE49-F238E27FC236}">
                <a16:creationId xmlns:a16="http://schemas.microsoft.com/office/drawing/2014/main" id="{61ABBF86-4633-47F2-93F2-5B6CC8951A48}"/>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4" name="sues200_uav_150m_to_satellite/sues200_uav_150m_to_satellite/seed-1/population/bin-13/visual">
            <a:extLst xmlns:a="http://schemas.openxmlformats.org/drawingml/2006/main">
              <a:ext uri="{FF2B5EF4-FFF2-40B4-BE49-F238E27FC236}">
                <a16:creationId xmlns:a16="http://schemas.microsoft.com/office/drawing/2014/main" id="{03561941-97B6-4868-9974-85C8AA8EEF57}"/>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uav_150m_to_satellite/sues200_uav_150m_to_satellite/seed-1/population/bin-13/full">
            <a:extLst xmlns:a="http://schemas.openxmlformats.org/drawingml/2006/main">
              <a:ext uri="{FF2B5EF4-FFF2-40B4-BE49-F238E27FC236}">
                <a16:creationId xmlns:a16="http://schemas.microsoft.com/office/drawing/2014/main" id="{13897B0A-0B37-4370-89B6-F6F44F8A2FA1}"/>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sues200_uav_150m_to_satellite/sues200_uav_150m_to_satellite/seed-1/population/bin-14/label">
            <a:extLst xmlns:a="http://schemas.openxmlformats.org/drawingml/2006/main">
              <a:ext uri="{FF2B5EF4-FFF2-40B4-BE49-F238E27FC236}">
                <a16:creationId xmlns:a16="http://schemas.microsoft.com/office/drawing/2014/main" id="{7A5DE056-72A8-4FD7-BD29-982BC391A0E6}"/>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7" name="sues200_uav_150m_to_satellite/sues200_uav_150m_to_satellite/seed-1/population/bin-14/visual">
            <a:extLst xmlns:a="http://schemas.openxmlformats.org/drawingml/2006/main">
              <a:ext uri="{FF2B5EF4-FFF2-40B4-BE49-F238E27FC236}">
                <a16:creationId xmlns:a16="http://schemas.microsoft.com/office/drawing/2014/main" id="{0FEBB0F6-5F35-4BAF-92E3-CB1461ED20DB}"/>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uav_150m_to_satellite/sues200_uav_150m_to_satellite/seed-1/population/bin-14/full">
            <a:extLst xmlns:a="http://schemas.openxmlformats.org/drawingml/2006/main">
              <a:ext uri="{FF2B5EF4-FFF2-40B4-BE49-F238E27FC236}">
                <a16:creationId xmlns:a16="http://schemas.microsoft.com/office/drawing/2014/main" id="{B42FADD0-E463-4623-9E5D-727AF2132ABC}"/>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sues200_uav_150m_to_satellite/sues200_uav_150m_to_satellite/seed-1/population/bin-15/label">
            <a:extLst xmlns:a="http://schemas.openxmlformats.org/drawingml/2006/main">
              <a:ext uri="{FF2B5EF4-FFF2-40B4-BE49-F238E27FC236}">
                <a16:creationId xmlns:a16="http://schemas.microsoft.com/office/drawing/2014/main" id="{59736D4A-EB75-41A2-A791-31DB51E6A940}"/>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90" name="sues200_uav_150m_to_satellite/sues200_uav_150m_to_satellite/seed-1/population/bin-15/visual">
            <a:extLst xmlns:a="http://schemas.openxmlformats.org/drawingml/2006/main">
              <a:ext uri="{FF2B5EF4-FFF2-40B4-BE49-F238E27FC236}">
                <a16:creationId xmlns:a16="http://schemas.microsoft.com/office/drawing/2014/main" id="{2A1AED16-35D9-44FE-B23B-8CD0AD9F202F}"/>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1" name="sues200_uav_150m_to_satellite/sues200_uav_150m_to_satellite/seed-1/population/bin-15/full">
            <a:extLst xmlns:a="http://schemas.openxmlformats.org/drawingml/2006/main">
              <a:ext uri="{FF2B5EF4-FFF2-40B4-BE49-F238E27FC236}">
                <a16:creationId xmlns:a16="http://schemas.microsoft.com/office/drawing/2014/main" id="{9C41DC0E-82C3-49BF-9535-78EE50EE8BD8}"/>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2" name="sues200_uav_150m_to_satellite/sues200_uav_150m_to_satellite/seed-2/seed-heading">
            <a:extLst xmlns:a="http://schemas.openxmlformats.org/drawingml/2006/main">
              <a:ext uri="{FF2B5EF4-FFF2-40B4-BE49-F238E27FC236}">
                <a16:creationId xmlns:a16="http://schemas.microsoft.com/office/drawing/2014/main" id="{9FB08D86-378F-4246-9336-201F7B51FD51}"/>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3" name="sues200_uav_150m_to_satellite/sues200_uav_150m_to_satellite/seed-2/y-grid-0">
            <a:extLst xmlns:a="http://schemas.openxmlformats.org/drawingml/2006/main">
              <a:ext uri="{FF2B5EF4-FFF2-40B4-BE49-F238E27FC236}">
                <a16:creationId xmlns:a16="http://schemas.microsoft.com/office/drawing/2014/main" id="{2AFE8AF6-FAED-4EA4-83A2-D4E458A8F477}"/>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uav_150m_to_satellite/sues200_uav_150m_to_satellite/seed-2/y-label-0">
            <a:extLst xmlns:a="http://schemas.openxmlformats.org/drawingml/2006/main">
              <a:ext uri="{FF2B5EF4-FFF2-40B4-BE49-F238E27FC236}">
                <a16:creationId xmlns:a16="http://schemas.microsoft.com/office/drawing/2014/main" id="{20E6E4C7-4047-46B8-8970-FC012259654C}"/>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5" name="sues200_uav_150m_to_satellite/sues200_uav_150m_to_satellite/seed-2/x-tick-0">
            <a:extLst xmlns:a="http://schemas.openxmlformats.org/drawingml/2006/main">
              <a:ext uri="{FF2B5EF4-FFF2-40B4-BE49-F238E27FC236}">
                <a16:creationId xmlns:a16="http://schemas.microsoft.com/office/drawing/2014/main" id="{46442BEF-BFAB-4B8C-93E7-47D31693EB05}"/>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uav_150m_to_satellite/sues200_uav_150m_to_satellite/seed-2/x-label-0">
            <a:extLst xmlns:a="http://schemas.openxmlformats.org/drawingml/2006/main">
              <a:ext uri="{FF2B5EF4-FFF2-40B4-BE49-F238E27FC236}">
                <a16:creationId xmlns:a16="http://schemas.microsoft.com/office/drawing/2014/main" id="{4280601B-2512-4D7A-850D-15920BEDB43E}"/>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7" name="sues200_uav_150m_to_satellite/sues200_uav_150m_to_satellite/seed-2/y-grid-0.25">
            <a:extLst xmlns:a="http://schemas.openxmlformats.org/drawingml/2006/main">
              <a:ext uri="{FF2B5EF4-FFF2-40B4-BE49-F238E27FC236}">
                <a16:creationId xmlns:a16="http://schemas.microsoft.com/office/drawing/2014/main" id="{625E1FDB-85B8-40D5-813E-91CCFA43C376}"/>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uav_150m_to_satellite/sues200_uav_150m_to_satellite/seed-2/y-label-0.25">
            <a:extLst xmlns:a="http://schemas.openxmlformats.org/drawingml/2006/main">
              <a:ext uri="{FF2B5EF4-FFF2-40B4-BE49-F238E27FC236}">
                <a16:creationId xmlns:a16="http://schemas.microsoft.com/office/drawing/2014/main" id="{C85C9130-EED0-4555-BCC4-DA11204D3431}"/>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9" name="sues200_uav_150m_to_satellite/sues200_uav_150m_to_satellite/seed-2/x-tick-0.25">
            <a:extLst xmlns:a="http://schemas.openxmlformats.org/drawingml/2006/main">
              <a:ext uri="{FF2B5EF4-FFF2-40B4-BE49-F238E27FC236}">
                <a16:creationId xmlns:a16="http://schemas.microsoft.com/office/drawing/2014/main" id="{F574BEF6-BA42-49DE-B972-A150E5F58BB5}"/>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150m_to_satellite/sues200_uav_150m_to_satellite/seed-2/x-label-0.25">
            <a:extLst xmlns:a="http://schemas.openxmlformats.org/drawingml/2006/main">
              <a:ext uri="{FF2B5EF4-FFF2-40B4-BE49-F238E27FC236}">
                <a16:creationId xmlns:a16="http://schemas.microsoft.com/office/drawing/2014/main" id="{16878171-9BA8-4C01-B0C9-D3A1AC5C3D1C}"/>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1" name="sues200_uav_150m_to_satellite/sues200_uav_150m_to_satellite/seed-2/y-grid-0.5">
            <a:extLst xmlns:a="http://schemas.openxmlformats.org/drawingml/2006/main">
              <a:ext uri="{FF2B5EF4-FFF2-40B4-BE49-F238E27FC236}">
                <a16:creationId xmlns:a16="http://schemas.microsoft.com/office/drawing/2014/main" id="{3514D700-D044-4CBE-96AD-9EB998EC225E}"/>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uav_150m_to_satellite/sues200_uav_150m_to_satellite/seed-2/y-label-0.5">
            <a:extLst xmlns:a="http://schemas.openxmlformats.org/drawingml/2006/main">
              <a:ext uri="{FF2B5EF4-FFF2-40B4-BE49-F238E27FC236}">
                <a16:creationId xmlns:a16="http://schemas.microsoft.com/office/drawing/2014/main" id="{932AFD12-CB92-4023-A574-42FA34EFC6F8}"/>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3" name="sues200_uav_150m_to_satellite/sues200_uav_150m_to_satellite/seed-2/x-tick-0.5">
            <a:extLst xmlns:a="http://schemas.openxmlformats.org/drawingml/2006/main">
              <a:ext uri="{FF2B5EF4-FFF2-40B4-BE49-F238E27FC236}">
                <a16:creationId xmlns:a16="http://schemas.microsoft.com/office/drawing/2014/main" id="{02DE2AE2-0F60-4111-8EFA-194634DB814A}"/>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uav_150m_to_satellite/sues200_uav_150m_to_satellite/seed-2/x-label-0.5">
            <a:extLst xmlns:a="http://schemas.openxmlformats.org/drawingml/2006/main">
              <a:ext uri="{FF2B5EF4-FFF2-40B4-BE49-F238E27FC236}">
                <a16:creationId xmlns:a16="http://schemas.microsoft.com/office/drawing/2014/main" id="{B461C38C-6790-4864-917A-2E343AA5A48A}"/>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5" name="sues200_uav_150m_to_satellite/sues200_uav_150m_to_satellite/seed-2/y-grid-0.75">
            <a:extLst xmlns:a="http://schemas.openxmlformats.org/drawingml/2006/main">
              <a:ext uri="{FF2B5EF4-FFF2-40B4-BE49-F238E27FC236}">
                <a16:creationId xmlns:a16="http://schemas.microsoft.com/office/drawing/2014/main" id="{9C0AE393-9972-4E10-A541-8CAB8062591B}"/>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uav_150m_to_satellite/sues200_uav_150m_to_satellite/seed-2/y-label-0.75">
            <a:extLst xmlns:a="http://schemas.openxmlformats.org/drawingml/2006/main">
              <a:ext uri="{FF2B5EF4-FFF2-40B4-BE49-F238E27FC236}">
                <a16:creationId xmlns:a16="http://schemas.microsoft.com/office/drawing/2014/main" id="{59A36BB0-5EE1-4103-9846-6965BBCB88E8}"/>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7" name="sues200_uav_150m_to_satellite/sues200_uav_150m_to_satellite/seed-2/x-tick-0.75">
            <a:extLst xmlns:a="http://schemas.openxmlformats.org/drawingml/2006/main">
              <a:ext uri="{FF2B5EF4-FFF2-40B4-BE49-F238E27FC236}">
                <a16:creationId xmlns:a16="http://schemas.microsoft.com/office/drawing/2014/main" id="{29051FE8-1A46-47DD-AF06-CB7FC1B1BE8F}"/>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uav_150m_to_satellite/sues200_uav_150m_to_satellite/seed-2/x-label-0.75">
            <a:extLst xmlns:a="http://schemas.openxmlformats.org/drawingml/2006/main">
              <a:ext uri="{FF2B5EF4-FFF2-40B4-BE49-F238E27FC236}">
                <a16:creationId xmlns:a16="http://schemas.microsoft.com/office/drawing/2014/main" id="{4A89A063-3EA6-4563-A32A-2D8287824015}"/>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9" name="sues200_uav_150m_to_satellite/sues200_uav_150m_to_satellite/seed-2/y-grid-1">
            <a:extLst xmlns:a="http://schemas.openxmlformats.org/drawingml/2006/main">
              <a:ext uri="{FF2B5EF4-FFF2-40B4-BE49-F238E27FC236}">
                <a16:creationId xmlns:a16="http://schemas.microsoft.com/office/drawing/2014/main" id="{86FA7F3C-BE22-446C-83EA-52AFE54309A3}"/>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10" name="sues200_uav_150m_to_satellite/sues200_uav_150m_to_satellite/seed-2/y-label-1">
            <a:extLst xmlns:a="http://schemas.openxmlformats.org/drawingml/2006/main">
              <a:ext uri="{FF2B5EF4-FFF2-40B4-BE49-F238E27FC236}">
                <a16:creationId xmlns:a16="http://schemas.microsoft.com/office/drawing/2014/main" id="{4080133E-08E0-4CD2-92E5-8A9D3037B46A}"/>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1" name="sues200_uav_150m_to_satellite/sues200_uav_150m_to_satellite/seed-2/x-tick-1">
            <a:extLst xmlns:a="http://schemas.openxmlformats.org/drawingml/2006/main">
              <a:ext uri="{FF2B5EF4-FFF2-40B4-BE49-F238E27FC236}">
                <a16:creationId xmlns:a16="http://schemas.microsoft.com/office/drawing/2014/main" id="{D1988E12-9253-4C7E-987D-54C56FA8710B}"/>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uav_150m_to_satellite/sues200_uav_150m_to_satellite/seed-2/x-label-1">
            <a:extLst xmlns:a="http://schemas.openxmlformats.org/drawingml/2006/main">
              <a:ext uri="{FF2B5EF4-FFF2-40B4-BE49-F238E27FC236}">
                <a16:creationId xmlns:a16="http://schemas.microsoft.com/office/drawing/2014/main" id="{911B3CAB-CE3A-45A3-9942-FC1C4782E0AD}"/>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3" name="sues200_uav_150m_to_satellite/sues200_uav_150m_to_satellite/seed-2/reference-equality">
            <a:extLst xmlns:a="http://schemas.openxmlformats.org/drawingml/2006/main">
              <a:ext uri="{FF2B5EF4-FFF2-40B4-BE49-F238E27FC236}">
                <a16:creationId xmlns:a16="http://schemas.microsoft.com/office/drawing/2014/main" id="{10E11627-724B-41AA-8EF7-3229BD064351}"/>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4" name="sues200_uav_150m_to_satellite/sues200_uav_150m_to_satellite/seed-2/y-axis">
            <a:extLst xmlns:a="http://schemas.openxmlformats.org/drawingml/2006/main">
              <a:ext uri="{FF2B5EF4-FFF2-40B4-BE49-F238E27FC236}">
                <a16:creationId xmlns:a16="http://schemas.microsoft.com/office/drawing/2014/main" id="{5B75BC66-4382-483F-BAEC-DEB1DD208072}"/>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5" name="sues200_uav_150m_to_satellite/sues200_uav_150m_to_satellite/seed-2/x-axis">
            <a:extLst xmlns:a="http://schemas.openxmlformats.org/drawingml/2006/main">
              <a:ext uri="{FF2B5EF4-FFF2-40B4-BE49-F238E27FC236}">
                <a16:creationId xmlns:a16="http://schemas.microsoft.com/office/drawing/2014/main" id="{0EF0269F-C349-4FBC-8813-D1AC23575D3E}"/>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6" name="sues200_uav_150m_to_satellite/sues200_uav_150m_to_satellite/seed-2/visual/bin-1/point">
            <a:extLst xmlns:a="http://schemas.openxmlformats.org/drawingml/2006/main">
              <a:ext uri="{FF2B5EF4-FFF2-40B4-BE49-F238E27FC236}">
                <a16:creationId xmlns:a16="http://schemas.microsoft.com/office/drawing/2014/main" id="{A171AD99-158E-456C-B299-65942AB8FFBE}"/>
              </a:ext>
            </a:extLst>
          </p:cNvPr>
          <p:cNvSpPr>
            <a:spLocks xmlns:a="http://schemas.openxmlformats.org/drawingml/2006/main" noGrp="1"/>
          </p:cNvSpPr>
          <p:nvPr/>
        </p:nvSpPr>
        <p:spPr>
          <a:xfrm xmlns:a="http://schemas.openxmlformats.org/drawingml/2006/main">
            <a:off x="2549564" y="219722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7" name="sues200_uav_150m_to_satellite/sues200_uav_150m_to_satellite/seed-2/visual/bin-2/point">
            <a:extLst xmlns:a="http://schemas.openxmlformats.org/drawingml/2006/main">
              <a:ext uri="{FF2B5EF4-FFF2-40B4-BE49-F238E27FC236}">
                <a16:creationId xmlns:a16="http://schemas.microsoft.com/office/drawing/2014/main" id="{2320C90B-CA3A-42FF-8412-6B8C0299F364}"/>
              </a:ext>
            </a:extLst>
          </p:cNvPr>
          <p:cNvSpPr>
            <a:spLocks xmlns:a="http://schemas.openxmlformats.org/drawingml/2006/main" noGrp="1"/>
          </p:cNvSpPr>
          <p:nvPr/>
        </p:nvSpPr>
        <p:spPr>
          <a:xfrm xmlns:a="http://schemas.openxmlformats.org/drawingml/2006/main">
            <a:off x="2649103" y="18666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8" name="sues200_uav_150m_to_satellite/sues200_uav_150m_to_satellite/seed-2/visual/bin-3/point">
            <a:extLst xmlns:a="http://schemas.openxmlformats.org/drawingml/2006/main">
              <a:ext uri="{FF2B5EF4-FFF2-40B4-BE49-F238E27FC236}">
                <a16:creationId xmlns:a16="http://schemas.microsoft.com/office/drawing/2014/main" id="{29B96FFC-1966-43B0-B139-38AF8AF5694F}"/>
              </a:ext>
            </a:extLst>
          </p:cNvPr>
          <p:cNvSpPr>
            <a:spLocks xmlns:a="http://schemas.openxmlformats.org/drawingml/2006/main" noGrp="1"/>
          </p:cNvSpPr>
          <p:nvPr/>
        </p:nvSpPr>
        <p:spPr>
          <a:xfrm xmlns:a="http://schemas.openxmlformats.org/drawingml/2006/main">
            <a:off x="2744402" y="213743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9" name="sues200_uav_150m_to_satellite/sues200_uav_150m_to_satellite/seed-2/visual/ECE">
            <a:extLst xmlns:a="http://schemas.openxmlformats.org/drawingml/2006/main">
              <a:ext uri="{FF2B5EF4-FFF2-40B4-BE49-F238E27FC236}">
                <a16:creationId xmlns:a16="http://schemas.microsoft.com/office/drawing/2014/main" id="{6098993B-E288-46D2-A230-E472DC0A4C2D}"/>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0.3046</a:t>
            </a:r>
          </a:p>
        </p:txBody>
      </p:sp>
      <p:sp>
        <p:nvSpPr>
          <p:cNvPr id="120" name="sues200_uav_150m_to_satellite/sues200_uav_150m_to_satellite/seed-2/full/bin-1/point">
            <a:extLst xmlns:a="http://schemas.openxmlformats.org/drawingml/2006/main">
              <a:ext uri="{FF2B5EF4-FFF2-40B4-BE49-F238E27FC236}">
                <a16:creationId xmlns:a16="http://schemas.microsoft.com/office/drawing/2014/main" id="{D80BC796-3E8E-4A3F-9B6A-E39C4B54D47A}"/>
              </a:ext>
            </a:extLst>
          </p:cNvPr>
          <p:cNvSpPr>
            <a:spLocks xmlns:a="http://schemas.openxmlformats.org/drawingml/2006/main" noGrp="1"/>
          </p:cNvSpPr>
          <p:nvPr/>
        </p:nvSpPr>
        <p:spPr>
          <a:xfrm xmlns:a="http://schemas.openxmlformats.org/drawingml/2006/main">
            <a:off x="2555624" y="230835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1" name="sues200_uav_150m_to_satellite/sues200_uav_150m_to_satellite/seed-2/full/bin-2/point">
            <a:extLst xmlns:a="http://schemas.openxmlformats.org/drawingml/2006/main">
              <a:ext uri="{FF2B5EF4-FFF2-40B4-BE49-F238E27FC236}">
                <a16:creationId xmlns:a16="http://schemas.microsoft.com/office/drawing/2014/main" id="{AE267951-FFB5-43C8-A8BA-E046F61C84CB}"/>
              </a:ext>
            </a:extLst>
          </p:cNvPr>
          <p:cNvSpPr>
            <a:spLocks xmlns:a="http://schemas.openxmlformats.org/drawingml/2006/main" noGrp="1"/>
          </p:cNvSpPr>
          <p:nvPr/>
        </p:nvSpPr>
        <p:spPr>
          <a:xfrm xmlns:a="http://schemas.openxmlformats.org/drawingml/2006/main">
            <a:off x="2656838" y="195546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2" name="sues200_uav_150m_to_satellite/sues200_uav_150m_to_satellite/seed-2/full/bin-3/point">
            <a:extLst xmlns:a="http://schemas.openxmlformats.org/drawingml/2006/main">
              <a:ext uri="{FF2B5EF4-FFF2-40B4-BE49-F238E27FC236}">
                <a16:creationId xmlns:a16="http://schemas.microsoft.com/office/drawing/2014/main" id="{CF728B29-15AE-4F9D-AFE3-053254AFF7F5}"/>
              </a:ext>
            </a:extLst>
          </p:cNvPr>
          <p:cNvSpPr>
            <a:spLocks xmlns:a="http://schemas.openxmlformats.org/drawingml/2006/main" noGrp="1"/>
          </p:cNvSpPr>
          <p:nvPr/>
        </p:nvSpPr>
        <p:spPr>
          <a:xfrm xmlns:a="http://schemas.openxmlformats.org/drawingml/2006/main">
            <a:off x="2753310" y="221906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3" name="sues200_uav_150m_to_satellite/sues200_uav_150m_to_satellite/seed-2/full/bin-4/point">
            <a:extLst xmlns:a="http://schemas.openxmlformats.org/drawingml/2006/main">
              <a:ext uri="{FF2B5EF4-FFF2-40B4-BE49-F238E27FC236}">
                <a16:creationId xmlns:a16="http://schemas.microsoft.com/office/drawing/2014/main" id="{EB78EF75-4CCB-49C9-BED0-41FA8190C22E}"/>
              </a:ext>
            </a:extLst>
          </p:cNvPr>
          <p:cNvSpPr>
            <a:spLocks xmlns:a="http://schemas.openxmlformats.org/drawingml/2006/main" noGrp="1"/>
          </p:cNvSpPr>
          <p:nvPr/>
        </p:nvSpPr>
        <p:spPr>
          <a:xfrm xmlns:a="http://schemas.openxmlformats.org/drawingml/2006/main">
            <a:off x="2852624"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4" name="sues200_uav_150m_to_satellite/sues200_uav_150m_to_satellite/seed-2/full/ECE">
            <a:extLst xmlns:a="http://schemas.openxmlformats.org/drawingml/2006/main">
              <a:ext uri="{FF2B5EF4-FFF2-40B4-BE49-F238E27FC236}">
                <a16:creationId xmlns:a16="http://schemas.microsoft.com/office/drawing/2014/main" id="{7DA4328F-7DEF-4DC2-88E7-9D002564379C}"/>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0.2344</a:t>
            </a:r>
          </a:p>
        </p:txBody>
      </p:sp>
      <p:sp>
        <p:nvSpPr>
          <p:cNvPr id="125" name="sues200_uav_150m_to_satellite/sues200_uav_150m_to_satellite/seed-2/population/N">
            <a:extLst xmlns:a="http://schemas.openxmlformats.org/drawingml/2006/main">
              <a:ext uri="{FF2B5EF4-FFF2-40B4-BE49-F238E27FC236}">
                <a16:creationId xmlns:a16="http://schemas.microsoft.com/office/drawing/2014/main" id="{04D5E789-EE1E-49A1-ACBA-E31DC1DC2077}"/>
              </a:ext>
            </a:extLst>
          </p:cNvPr>
          <p:cNvSpPr>
            <a:spLocks xmlns:a="http://schemas.openxmlformats.org/drawingml/2006/main" noGrp="1"/>
          </p:cNvSpPr>
          <p:nvPr/>
        </p:nvSpPr>
        <p:spPr>
          <a:xfrm xmlns:a="http://schemas.openxmlformats.org/drawingml/2006/main">
            <a:off x="27051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126" name="sues200_uav_150m_to_satellite/sues200_uav_150m_to_satellite/seed-2/population/header/bin">
            <a:extLst xmlns:a="http://schemas.openxmlformats.org/drawingml/2006/main">
              <a:ext uri="{FF2B5EF4-FFF2-40B4-BE49-F238E27FC236}">
                <a16:creationId xmlns:a16="http://schemas.microsoft.com/office/drawing/2014/main" id="{F15F05D7-885A-4315-BC7A-66408DD447FB}"/>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7" name="sues200_uav_150m_to_satellite/sues200_uav_150m_to_satellite/seed-2/population/header/visual">
            <a:extLst xmlns:a="http://schemas.openxmlformats.org/drawingml/2006/main">
              <a:ext uri="{FF2B5EF4-FFF2-40B4-BE49-F238E27FC236}">
                <a16:creationId xmlns:a16="http://schemas.microsoft.com/office/drawing/2014/main" id="{A5A3B6E8-7E20-46EB-8A00-826EFCE0E342}"/>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8" name="sues200_uav_150m_to_satellite/sues200_uav_150m_to_satellite/seed-2/population/header/full">
            <a:extLst xmlns:a="http://schemas.openxmlformats.org/drawingml/2006/main">
              <a:ext uri="{FF2B5EF4-FFF2-40B4-BE49-F238E27FC236}">
                <a16:creationId xmlns:a16="http://schemas.microsoft.com/office/drawing/2014/main" id="{D3955317-E570-4926-B0B6-C053A0B3FE8F}"/>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9" name="sues200_uav_150m_to_satellite/sues200_uav_150m_to_satellite/seed-2/population/header/rule">
            <a:extLst xmlns:a="http://schemas.openxmlformats.org/drawingml/2006/main">
              <a:ext uri="{FF2B5EF4-FFF2-40B4-BE49-F238E27FC236}">
                <a16:creationId xmlns:a16="http://schemas.microsoft.com/office/drawing/2014/main" id="{B20AE07B-6119-4005-8BC0-6A4B46EC9920}"/>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30" name="sues200_uav_150m_to_satellite/sues200_uav_150m_to_satellite/seed-2/population/bin-1/label">
            <a:extLst xmlns:a="http://schemas.openxmlformats.org/drawingml/2006/main">
              <a:ext uri="{FF2B5EF4-FFF2-40B4-BE49-F238E27FC236}">
                <a16:creationId xmlns:a16="http://schemas.microsoft.com/office/drawing/2014/main" id="{DB5B19C7-0372-4B1E-9CFF-89E9A9CFEB97}"/>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31" name="sues200_uav_150m_to_satellite/sues200_uav_150m_to_satellite/seed-2/population/bin-1/visual">
            <a:extLst xmlns:a="http://schemas.openxmlformats.org/drawingml/2006/main">
              <a:ext uri="{FF2B5EF4-FFF2-40B4-BE49-F238E27FC236}">
                <a16:creationId xmlns:a16="http://schemas.microsoft.com/office/drawing/2014/main" id="{D63C7ACE-656A-4EC6-B217-6538ECF3513E}"/>
              </a:ext>
            </a:extLst>
          </p:cNvPr>
          <p:cNvSpPr>
            <a:spLocks xmlns:a="http://schemas.openxmlformats.org/drawingml/2006/main" noGrp="1"/>
          </p:cNvSpPr>
          <p:nvPr/>
        </p:nvSpPr>
        <p:spPr>
          <a:xfrm xmlns:a="http://schemas.openxmlformats.org/drawingml/2006/main">
            <a:off x="3158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3424</a:t>
            </a:r>
          </a:p>
        </p:txBody>
      </p:sp>
      <p:sp>
        <p:nvSpPr>
          <p:cNvPr id="132" name="sues200_uav_150m_to_satellite/sues200_uav_150m_to_satellite/seed-2/population/bin-1/full">
            <a:extLst xmlns:a="http://schemas.openxmlformats.org/drawingml/2006/main">
              <a:ext uri="{FF2B5EF4-FFF2-40B4-BE49-F238E27FC236}">
                <a16:creationId xmlns:a16="http://schemas.microsoft.com/office/drawing/2014/main" id="{1DAFAD64-E071-4122-9D90-4374C6C696A7}"/>
              </a:ext>
            </a:extLst>
          </p:cNvPr>
          <p:cNvSpPr>
            <a:spLocks xmlns:a="http://schemas.openxmlformats.org/drawingml/2006/main" noGrp="1"/>
          </p:cNvSpPr>
          <p:nvPr/>
        </p:nvSpPr>
        <p:spPr>
          <a:xfrm xmlns:a="http://schemas.openxmlformats.org/drawingml/2006/main">
            <a:off x="3793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3424</a:t>
            </a:r>
          </a:p>
        </p:txBody>
      </p:sp>
      <p:sp>
        <p:nvSpPr>
          <p:cNvPr id="133" name="sues200_uav_150m_to_satellite/sues200_uav_150m_to_satellite/seed-2/population/bin-2/label">
            <a:extLst xmlns:a="http://schemas.openxmlformats.org/drawingml/2006/main">
              <a:ext uri="{FF2B5EF4-FFF2-40B4-BE49-F238E27FC236}">
                <a16:creationId xmlns:a16="http://schemas.microsoft.com/office/drawing/2014/main" id="{286CAF12-E63F-409F-A251-402983B2620E}"/>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4" name="sues200_uav_150m_to_satellite/sues200_uav_150m_to_satellite/seed-2/population/bin-2/visual">
            <a:extLst xmlns:a="http://schemas.openxmlformats.org/drawingml/2006/main">
              <a:ext uri="{FF2B5EF4-FFF2-40B4-BE49-F238E27FC236}">
                <a16:creationId xmlns:a16="http://schemas.microsoft.com/office/drawing/2014/main" id="{32E6FF4E-279D-43CB-84A1-AA5F9892DC9D}"/>
              </a:ext>
            </a:extLst>
          </p:cNvPr>
          <p:cNvSpPr>
            <a:spLocks xmlns:a="http://schemas.openxmlformats.org/drawingml/2006/main" noGrp="1"/>
          </p:cNvSpPr>
          <p:nvPr/>
        </p:nvSpPr>
        <p:spPr>
          <a:xfrm xmlns:a="http://schemas.openxmlformats.org/drawingml/2006/main">
            <a:off x="3187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553</a:t>
            </a:r>
          </a:p>
        </p:txBody>
      </p:sp>
      <p:sp>
        <p:nvSpPr>
          <p:cNvPr id="135" name="sues200_uav_150m_to_satellite/sues200_uav_150m_to_satellite/seed-2/population/bin-2/full">
            <a:extLst xmlns:a="http://schemas.openxmlformats.org/drawingml/2006/main">
              <a:ext uri="{FF2B5EF4-FFF2-40B4-BE49-F238E27FC236}">
                <a16:creationId xmlns:a16="http://schemas.microsoft.com/office/drawing/2014/main" id="{D5E0AE49-17FB-4DDC-BF60-29FBF1CB5F53}"/>
              </a:ext>
            </a:extLst>
          </p:cNvPr>
          <p:cNvSpPr>
            <a:spLocks xmlns:a="http://schemas.openxmlformats.org/drawingml/2006/main" noGrp="1"/>
          </p:cNvSpPr>
          <p:nvPr/>
        </p:nvSpPr>
        <p:spPr>
          <a:xfrm xmlns:a="http://schemas.openxmlformats.org/drawingml/2006/main">
            <a:off x="3822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545</a:t>
            </a:r>
          </a:p>
        </p:txBody>
      </p:sp>
      <p:sp>
        <p:nvSpPr>
          <p:cNvPr id="136" name="sues200_uav_150m_to_satellite/sues200_uav_150m_to_satellite/seed-2/population/bin-3/label">
            <a:extLst xmlns:a="http://schemas.openxmlformats.org/drawingml/2006/main">
              <a:ext uri="{FF2B5EF4-FFF2-40B4-BE49-F238E27FC236}">
                <a16:creationId xmlns:a16="http://schemas.microsoft.com/office/drawing/2014/main" id="{0E25E7B8-4E11-41D5-A553-C1D9B3C76FC5}"/>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7" name="sues200_uav_150m_to_satellite/sues200_uav_150m_to_satellite/seed-2/population/bin-3/visual">
            <a:extLst xmlns:a="http://schemas.openxmlformats.org/drawingml/2006/main">
              <a:ext uri="{FF2B5EF4-FFF2-40B4-BE49-F238E27FC236}">
                <a16:creationId xmlns:a16="http://schemas.microsoft.com/office/drawing/2014/main" id="{4D969B2D-FC35-41D2-8246-7AB425F8670B}"/>
              </a:ext>
            </a:extLst>
          </p:cNvPr>
          <p:cNvSpPr>
            <a:spLocks xmlns:a="http://schemas.openxmlformats.org/drawingml/2006/main" noGrp="1"/>
          </p:cNvSpPr>
          <p:nvPr/>
        </p:nvSpPr>
        <p:spPr>
          <a:xfrm xmlns:a="http://schemas.openxmlformats.org/drawingml/2006/main">
            <a:off x="3215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23</a:t>
            </a:r>
          </a:p>
        </p:txBody>
      </p:sp>
      <p:sp>
        <p:nvSpPr>
          <p:cNvPr id="138" name="sues200_uav_150m_to_satellite/sues200_uav_150m_to_satellite/seed-2/population/bin-3/full">
            <a:extLst xmlns:a="http://schemas.openxmlformats.org/drawingml/2006/main">
              <a:ext uri="{FF2B5EF4-FFF2-40B4-BE49-F238E27FC236}">
                <a16:creationId xmlns:a16="http://schemas.microsoft.com/office/drawing/2014/main" id="{F237A017-5186-412C-8A94-E1CEE1CC065A}"/>
              </a:ext>
            </a:extLst>
          </p:cNvPr>
          <p:cNvSpPr>
            <a:spLocks xmlns:a="http://schemas.openxmlformats.org/drawingml/2006/main" noGrp="1"/>
          </p:cNvSpPr>
          <p:nvPr/>
        </p:nvSpPr>
        <p:spPr>
          <a:xfrm xmlns:a="http://schemas.openxmlformats.org/drawingml/2006/main">
            <a:off x="3850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a:t>
            </a:r>
          </a:p>
        </p:txBody>
      </p:sp>
      <p:sp>
        <p:nvSpPr>
          <p:cNvPr id="139" name="sues200_uav_150m_to_satellite/sues200_uav_150m_to_satellite/seed-2/population/bin-4/label">
            <a:extLst xmlns:a="http://schemas.openxmlformats.org/drawingml/2006/main">
              <a:ext uri="{FF2B5EF4-FFF2-40B4-BE49-F238E27FC236}">
                <a16:creationId xmlns:a16="http://schemas.microsoft.com/office/drawing/2014/main" id="{B6494464-D3FA-4F47-A5F4-8A969DE73D9F}"/>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40" name="sues200_uav_150m_to_satellite/sues200_uav_150m_to_satellite/seed-2/population/bin-4/visual">
            <a:extLst xmlns:a="http://schemas.openxmlformats.org/drawingml/2006/main">
              <a:ext uri="{FF2B5EF4-FFF2-40B4-BE49-F238E27FC236}">
                <a16:creationId xmlns:a16="http://schemas.microsoft.com/office/drawing/2014/main" id="{B26EC5C9-C94B-4152-84DD-EE1ECE55790D}"/>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uav_150m_to_satellite/sues200_uav_150m_to_satellite/seed-2/population/bin-4/full">
            <a:extLst xmlns:a="http://schemas.openxmlformats.org/drawingml/2006/main">
              <a:ext uri="{FF2B5EF4-FFF2-40B4-BE49-F238E27FC236}">
                <a16:creationId xmlns:a16="http://schemas.microsoft.com/office/drawing/2014/main" id="{DB80A00C-5363-4579-B1B2-C850F27BF57D}"/>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a:t>
            </a:r>
          </a:p>
        </p:txBody>
      </p:sp>
      <p:sp>
        <p:nvSpPr>
          <p:cNvPr id="142" name="sues200_uav_150m_to_satellite/sues200_uav_150m_to_satellite/seed-2/population/bin-5/label">
            <a:extLst xmlns:a="http://schemas.openxmlformats.org/drawingml/2006/main">
              <a:ext uri="{FF2B5EF4-FFF2-40B4-BE49-F238E27FC236}">
                <a16:creationId xmlns:a16="http://schemas.microsoft.com/office/drawing/2014/main" id="{453F9A19-D9F8-45CA-99D5-5269B7426F53}"/>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43" name="sues200_uav_150m_to_satellite/sues200_uav_150m_to_satellite/seed-2/population/bin-5/visual">
            <a:extLst xmlns:a="http://schemas.openxmlformats.org/drawingml/2006/main">
              <a:ext uri="{FF2B5EF4-FFF2-40B4-BE49-F238E27FC236}">
                <a16:creationId xmlns:a16="http://schemas.microsoft.com/office/drawing/2014/main" id="{6968014F-6877-42CC-AB90-D6088E8F2B07}"/>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uav_150m_to_satellite/sues200_uav_150m_to_satellite/seed-2/population/bin-5/full">
            <a:extLst xmlns:a="http://schemas.openxmlformats.org/drawingml/2006/main">
              <a:ext uri="{FF2B5EF4-FFF2-40B4-BE49-F238E27FC236}">
                <a16:creationId xmlns:a16="http://schemas.microsoft.com/office/drawing/2014/main" id="{AD48DF93-CB35-48FB-ADF9-58C7F753A0ED}"/>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uav_150m_to_satellite/sues200_uav_150m_to_satellite/seed-2/population/bin-6/label">
            <a:extLst xmlns:a="http://schemas.openxmlformats.org/drawingml/2006/main">
              <a:ext uri="{FF2B5EF4-FFF2-40B4-BE49-F238E27FC236}">
                <a16:creationId xmlns:a16="http://schemas.microsoft.com/office/drawing/2014/main" id="{891F733F-48D5-4D10-A4BB-D5E83CB5EED5}"/>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6" name="sues200_uav_150m_to_satellite/sues200_uav_150m_to_satellite/seed-2/population/bin-6/visual">
            <a:extLst xmlns:a="http://schemas.openxmlformats.org/drawingml/2006/main">
              <a:ext uri="{FF2B5EF4-FFF2-40B4-BE49-F238E27FC236}">
                <a16:creationId xmlns:a16="http://schemas.microsoft.com/office/drawing/2014/main" id="{E6722EED-3F0F-4E59-90BB-D76A3CE2EAE0}"/>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uav_150m_to_satellite/sues200_uav_150m_to_satellite/seed-2/population/bin-6/full">
            <a:extLst xmlns:a="http://schemas.openxmlformats.org/drawingml/2006/main">
              <a:ext uri="{FF2B5EF4-FFF2-40B4-BE49-F238E27FC236}">
                <a16:creationId xmlns:a16="http://schemas.microsoft.com/office/drawing/2014/main" id="{99EBD4BC-2743-4B14-8DBB-B7819DE428F6}"/>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uav_150m_to_satellite/sues200_uav_150m_to_satellite/seed-2/population/bin-7/label">
            <a:extLst xmlns:a="http://schemas.openxmlformats.org/drawingml/2006/main">
              <a:ext uri="{FF2B5EF4-FFF2-40B4-BE49-F238E27FC236}">
                <a16:creationId xmlns:a16="http://schemas.microsoft.com/office/drawing/2014/main" id="{C547059C-36AE-4CFA-B4C8-FE8D5EDCD1BC}"/>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9" name="sues200_uav_150m_to_satellite/sues200_uav_150m_to_satellite/seed-2/population/bin-7/visual">
            <a:extLst xmlns:a="http://schemas.openxmlformats.org/drawingml/2006/main">
              <a:ext uri="{FF2B5EF4-FFF2-40B4-BE49-F238E27FC236}">
                <a16:creationId xmlns:a16="http://schemas.microsoft.com/office/drawing/2014/main" id="{990B7FD3-E289-473E-8392-ED49F9580D20}"/>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uav_150m_to_satellite/sues200_uav_150m_to_satellite/seed-2/population/bin-7/full">
            <a:extLst xmlns:a="http://schemas.openxmlformats.org/drawingml/2006/main">
              <a:ext uri="{FF2B5EF4-FFF2-40B4-BE49-F238E27FC236}">
                <a16:creationId xmlns:a16="http://schemas.microsoft.com/office/drawing/2014/main" id="{6F4D7E6E-CA60-496E-BD21-31C5C17468E3}"/>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uav_150m_to_satellite/sues200_uav_150m_to_satellite/seed-2/population/bin-8/label">
            <a:extLst xmlns:a="http://schemas.openxmlformats.org/drawingml/2006/main">
              <a:ext uri="{FF2B5EF4-FFF2-40B4-BE49-F238E27FC236}">
                <a16:creationId xmlns:a16="http://schemas.microsoft.com/office/drawing/2014/main" id="{810C8EC3-9DFD-4985-AAEE-18DA9E30F872}"/>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52" name="sues200_uav_150m_to_satellite/sues200_uav_150m_to_satellite/seed-2/population/bin-8/visual">
            <a:extLst xmlns:a="http://schemas.openxmlformats.org/drawingml/2006/main">
              <a:ext uri="{FF2B5EF4-FFF2-40B4-BE49-F238E27FC236}">
                <a16:creationId xmlns:a16="http://schemas.microsoft.com/office/drawing/2014/main" id="{44DEA950-B35E-4E31-A264-2AF89F64DCF3}"/>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uav_150m_to_satellite/sues200_uav_150m_to_satellite/seed-2/population/bin-8/full">
            <a:extLst xmlns:a="http://schemas.openxmlformats.org/drawingml/2006/main">
              <a:ext uri="{FF2B5EF4-FFF2-40B4-BE49-F238E27FC236}">
                <a16:creationId xmlns:a16="http://schemas.microsoft.com/office/drawing/2014/main" id="{0B92874A-9CD6-4E7D-8D10-B21C7348F6D3}"/>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uav_150m_to_satellite/sues200_uav_150m_to_satellite/seed-2/population/bin-9/label">
            <a:extLst xmlns:a="http://schemas.openxmlformats.org/drawingml/2006/main">
              <a:ext uri="{FF2B5EF4-FFF2-40B4-BE49-F238E27FC236}">
                <a16:creationId xmlns:a16="http://schemas.microsoft.com/office/drawing/2014/main" id="{F39F5208-2E62-4206-ACE8-932B8ECE8DF8}"/>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5" name="sues200_uav_150m_to_satellite/sues200_uav_150m_to_satellite/seed-2/population/bin-9/visual">
            <a:extLst xmlns:a="http://schemas.openxmlformats.org/drawingml/2006/main">
              <a:ext uri="{FF2B5EF4-FFF2-40B4-BE49-F238E27FC236}">
                <a16:creationId xmlns:a16="http://schemas.microsoft.com/office/drawing/2014/main" id="{03433BC2-DCB1-4415-8E67-40172802865A}"/>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uav_150m_to_satellite/sues200_uav_150m_to_satellite/seed-2/population/bin-9/full">
            <a:extLst xmlns:a="http://schemas.openxmlformats.org/drawingml/2006/main">
              <a:ext uri="{FF2B5EF4-FFF2-40B4-BE49-F238E27FC236}">
                <a16:creationId xmlns:a16="http://schemas.microsoft.com/office/drawing/2014/main" id="{C53C2E4F-CF25-49BB-8948-5B2888F98CB3}"/>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uav_150m_to_satellite/sues200_uav_150m_to_satellite/seed-2/population/bin-10/label">
            <a:extLst xmlns:a="http://schemas.openxmlformats.org/drawingml/2006/main">
              <a:ext uri="{FF2B5EF4-FFF2-40B4-BE49-F238E27FC236}">
                <a16:creationId xmlns:a16="http://schemas.microsoft.com/office/drawing/2014/main" id="{EA66CC9B-F664-4849-81A4-E05E29169C7C}"/>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8" name="sues200_uav_150m_to_satellite/sues200_uav_150m_to_satellite/seed-2/population/bin-10/visual">
            <a:extLst xmlns:a="http://schemas.openxmlformats.org/drawingml/2006/main">
              <a:ext uri="{FF2B5EF4-FFF2-40B4-BE49-F238E27FC236}">
                <a16:creationId xmlns:a16="http://schemas.microsoft.com/office/drawing/2014/main" id="{B5B8389B-2F27-4CB9-9818-C6AB1D7DF11A}"/>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uav_150m_to_satellite/sues200_uav_150m_to_satellite/seed-2/population/bin-10/full">
            <a:extLst xmlns:a="http://schemas.openxmlformats.org/drawingml/2006/main">
              <a:ext uri="{FF2B5EF4-FFF2-40B4-BE49-F238E27FC236}">
                <a16:creationId xmlns:a16="http://schemas.microsoft.com/office/drawing/2014/main" id="{1EB58538-F397-43E5-9832-0D2E049CD5D7}"/>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uav_150m_to_satellite/sues200_uav_150m_to_satellite/seed-2/population/bin-11/label">
            <a:extLst xmlns:a="http://schemas.openxmlformats.org/drawingml/2006/main">
              <a:ext uri="{FF2B5EF4-FFF2-40B4-BE49-F238E27FC236}">
                <a16:creationId xmlns:a16="http://schemas.microsoft.com/office/drawing/2014/main" id="{C965C426-1096-455A-AF4B-1331E95AF8F4}"/>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61" name="sues200_uav_150m_to_satellite/sues200_uav_150m_to_satellite/seed-2/population/bin-11/visual">
            <a:extLst xmlns:a="http://schemas.openxmlformats.org/drawingml/2006/main">
              <a:ext uri="{FF2B5EF4-FFF2-40B4-BE49-F238E27FC236}">
                <a16:creationId xmlns:a16="http://schemas.microsoft.com/office/drawing/2014/main" id="{DC1638E1-C096-4BE8-98F7-25C2FCBB3B73}"/>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uav_150m_to_satellite/sues200_uav_150m_to_satellite/seed-2/population/bin-11/full">
            <a:extLst xmlns:a="http://schemas.openxmlformats.org/drawingml/2006/main">
              <a:ext uri="{FF2B5EF4-FFF2-40B4-BE49-F238E27FC236}">
                <a16:creationId xmlns:a16="http://schemas.microsoft.com/office/drawing/2014/main" id="{80C667E7-975A-4BE5-B9EC-C15841C33DDA}"/>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uav_150m_to_satellite/sues200_uav_150m_to_satellite/seed-2/population/bin-12/label">
            <a:extLst xmlns:a="http://schemas.openxmlformats.org/drawingml/2006/main">
              <a:ext uri="{FF2B5EF4-FFF2-40B4-BE49-F238E27FC236}">
                <a16:creationId xmlns:a16="http://schemas.microsoft.com/office/drawing/2014/main" id="{EE4C5AD0-E884-45B8-99F8-7818415DBD95}"/>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4" name="sues200_uav_150m_to_satellite/sues200_uav_150m_to_satellite/seed-2/population/bin-12/visual">
            <a:extLst xmlns:a="http://schemas.openxmlformats.org/drawingml/2006/main">
              <a:ext uri="{FF2B5EF4-FFF2-40B4-BE49-F238E27FC236}">
                <a16:creationId xmlns:a16="http://schemas.microsoft.com/office/drawing/2014/main" id="{D7243FA2-B36D-4A4C-98CE-AD975CAA0162}"/>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uav_150m_to_satellite/sues200_uav_150m_to_satellite/seed-2/population/bin-12/full">
            <a:extLst xmlns:a="http://schemas.openxmlformats.org/drawingml/2006/main">
              <a:ext uri="{FF2B5EF4-FFF2-40B4-BE49-F238E27FC236}">
                <a16:creationId xmlns:a16="http://schemas.microsoft.com/office/drawing/2014/main" id="{B8B4F5D5-2734-412C-AC50-DB1E4E3B6B49}"/>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uav_150m_to_satellite/sues200_uav_150m_to_satellite/seed-2/population/bin-13/label">
            <a:extLst xmlns:a="http://schemas.openxmlformats.org/drawingml/2006/main">
              <a:ext uri="{FF2B5EF4-FFF2-40B4-BE49-F238E27FC236}">
                <a16:creationId xmlns:a16="http://schemas.microsoft.com/office/drawing/2014/main" id="{5973FB04-46D1-46FC-865C-BAE1BA13F873}"/>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7" name="sues200_uav_150m_to_satellite/sues200_uav_150m_to_satellite/seed-2/population/bin-13/visual">
            <a:extLst xmlns:a="http://schemas.openxmlformats.org/drawingml/2006/main">
              <a:ext uri="{FF2B5EF4-FFF2-40B4-BE49-F238E27FC236}">
                <a16:creationId xmlns:a16="http://schemas.microsoft.com/office/drawing/2014/main" id="{B01B05D2-3A56-40AD-9F2F-32BB1BB52B38}"/>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8" name="sues200_uav_150m_to_satellite/sues200_uav_150m_to_satellite/seed-2/population/bin-13/full">
            <a:extLst xmlns:a="http://schemas.openxmlformats.org/drawingml/2006/main">
              <a:ext uri="{FF2B5EF4-FFF2-40B4-BE49-F238E27FC236}">
                <a16:creationId xmlns:a16="http://schemas.microsoft.com/office/drawing/2014/main" id="{9339A898-0878-4EAB-97C1-167EF8734A38}"/>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9" name="sues200_uav_150m_to_satellite/sues200_uav_150m_to_satellite/seed-2/population/bin-14/label">
            <a:extLst xmlns:a="http://schemas.openxmlformats.org/drawingml/2006/main">
              <a:ext uri="{FF2B5EF4-FFF2-40B4-BE49-F238E27FC236}">
                <a16:creationId xmlns:a16="http://schemas.microsoft.com/office/drawing/2014/main" id="{9F8BB697-74C3-4283-BD85-F6B0BD3D6EDB}"/>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70" name="sues200_uav_150m_to_satellite/sues200_uav_150m_to_satellite/seed-2/population/bin-14/visual">
            <a:extLst xmlns:a="http://schemas.openxmlformats.org/drawingml/2006/main">
              <a:ext uri="{FF2B5EF4-FFF2-40B4-BE49-F238E27FC236}">
                <a16:creationId xmlns:a16="http://schemas.microsoft.com/office/drawing/2014/main" id="{3BCE704E-1051-45B0-A9A0-1C212EB8117E}"/>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1" name="sues200_uav_150m_to_satellite/sues200_uav_150m_to_satellite/seed-2/population/bin-14/full">
            <a:extLst xmlns:a="http://schemas.openxmlformats.org/drawingml/2006/main">
              <a:ext uri="{FF2B5EF4-FFF2-40B4-BE49-F238E27FC236}">
                <a16:creationId xmlns:a16="http://schemas.microsoft.com/office/drawing/2014/main" id="{CE479B44-6BCB-4A6F-8BD1-275CD0CA4AFA}"/>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2" name="sues200_uav_150m_to_satellite/sues200_uav_150m_to_satellite/seed-2/population/bin-15/label">
            <a:extLst xmlns:a="http://schemas.openxmlformats.org/drawingml/2006/main">
              <a:ext uri="{FF2B5EF4-FFF2-40B4-BE49-F238E27FC236}">
                <a16:creationId xmlns:a16="http://schemas.microsoft.com/office/drawing/2014/main" id="{A84C575F-1B0E-4065-89DF-91DB0AFBBE6D}"/>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73" name="sues200_uav_150m_to_satellite/sues200_uav_150m_to_satellite/seed-2/population/bin-15/visual">
            <a:extLst xmlns:a="http://schemas.openxmlformats.org/drawingml/2006/main">
              <a:ext uri="{FF2B5EF4-FFF2-40B4-BE49-F238E27FC236}">
                <a16:creationId xmlns:a16="http://schemas.microsoft.com/office/drawing/2014/main" id="{203AAD5B-3D61-4EE6-82FF-1DCC4D441BA4}"/>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4" name="sues200_uav_150m_to_satellite/sues200_uav_150m_to_satellite/seed-2/population/bin-15/full">
            <a:extLst xmlns:a="http://schemas.openxmlformats.org/drawingml/2006/main">
              <a:ext uri="{FF2B5EF4-FFF2-40B4-BE49-F238E27FC236}">
                <a16:creationId xmlns:a16="http://schemas.microsoft.com/office/drawing/2014/main" id="{9E253CA1-C9F1-4023-9752-9874F05B5FC3}"/>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5" name="sues200_uav_150m_to_satellite/sues200_uav_150m_to_satellite/seed-3/seed-heading">
            <a:extLst xmlns:a="http://schemas.openxmlformats.org/drawingml/2006/main">
              <a:ext uri="{FF2B5EF4-FFF2-40B4-BE49-F238E27FC236}">
                <a16:creationId xmlns:a16="http://schemas.microsoft.com/office/drawing/2014/main" id="{8C9C9BA2-9527-4DB5-8FB5-BF796AF9EACB}"/>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6" name="sues200_uav_150m_to_satellite/sues200_uav_150m_to_satellite/seed-3/y-grid-0">
            <a:extLst xmlns:a="http://schemas.openxmlformats.org/drawingml/2006/main">
              <a:ext uri="{FF2B5EF4-FFF2-40B4-BE49-F238E27FC236}">
                <a16:creationId xmlns:a16="http://schemas.microsoft.com/office/drawing/2014/main" id="{D55CD6C9-9C20-4368-A1BD-C48A14BC12C3}"/>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7" name="sues200_uav_150m_to_satellite/sues200_uav_150m_to_satellite/seed-3/y-label-0">
            <a:extLst xmlns:a="http://schemas.openxmlformats.org/drawingml/2006/main">
              <a:ext uri="{FF2B5EF4-FFF2-40B4-BE49-F238E27FC236}">
                <a16:creationId xmlns:a16="http://schemas.microsoft.com/office/drawing/2014/main" id="{926D5130-E6B7-4E57-AE75-08000B1FCFEF}"/>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8" name="sues200_uav_150m_to_satellite/sues200_uav_150m_to_satellite/seed-3/x-tick-0">
            <a:extLst xmlns:a="http://schemas.openxmlformats.org/drawingml/2006/main">
              <a:ext uri="{FF2B5EF4-FFF2-40B4-BE49-F238E27FC236}">
                <a16:creationId xmlns:a16="http://schemas.microsoft.com/office/drawing/2014/main" id="{91E7CEE8-A9DC-4899-A145-34476ACBC5EF}"/>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9" name="sues200_uav_150m_to_satellite/sues200_uav_150m_to_satellite/seed-3/x-label-0">
            <a:extLst xmlns:a="http://schemas.openxmlformats.org/drawingml/2006/main">
              <a:ext uri="{FF2B5EF4-FFF2-40B4-BE49-F238E27FC236}">
                <a16:creationId xmlns:a16="http://schemas.microsoft.com/office/drawing/2014/main" id="{21D40933-C061-48EA-A87F-9B7020E55AEE}"/>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80" name="sues200_uav_150m_to_satellite/sues200_uav_150m_to_satellite/seed-3/y-grid-0.25">
            <a:extLst xmlns:a="http://schemas.openxmlformats.org/drawingml/2006/main">
              <a:ext uri="{FF2B5EF4-FFF2-40B4-BE49-F238E27FC236}">
                <a16:creationId xmlns:a16="http://schemas.microsoft.com/office/drawing/2014/main" id="{7D72792A-E31E-46DB-86AD-C918D2C04FAA}"/>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1" name="sues200_uav_150m_to_satellite/sues200_uav_150m_to_satellite/seed-3/y-label-0.25">
            <a:extLst xmlns:a="http://schemas.openxmlformats.org/drawingml/2006/main">
              <a:ext uri="{FF2B5EF4-FFF2-40B4-BE49-F238E27FC236}">
                <a16:creationId xmlns:a16="http://schemas.microsoft.com/office/drawing/2014/main" id="{25D5362D-B187-47E7-867C-749DD63F27AE}"/>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2" name="sues200_uav_150m_to_satellite/sues200_uav_150m_to_satellite/seed-3/x-tick-0.25">
            <a:extLst xmlns:a="http://schemas.openxmlformats.org/drawingml/2006/main">
              <a:ext uri="{FF2B5EF4-FFF2-40B4-BE49-F238E27FC236}">
                <a16:creationId xmlns:a16="http://schemas.microsoft.com/office/drawing/2014/main" id="{8D7FD6E8-B6EB-431D-849C-9D5B01819C2C}"/>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3" name="sues200_uav_150m_to_satellite/sues200_uav_150m_to_satellite/seed-3/x-label-0.25">
            <a:extLst xmlns:a="http://schemas.openxmlformats.org/drawingml/2006/main">
              <a:ext uri="{FF2B5EF4-FFF2-40B4-BE49-F238E27FC236}">
                <a16:creationId xmlns:a16="http://schemas.microsoft.com/office/drawing/2014/main" id="{87953F01-18BB-494D-92F8-3A01CF1883BD}"/>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4" name="sues200_uav_150m_to_satellite/sues200_uav_150m_to_satellite/seed-3/y-grid-0.5">
            <a:extLst xmlns:a="http://schemas.openxmlformats.org/drawingml/2006/main">
              <a:ext uri="{FF2B5EF4-FFF2-40B4-BE49-F238E27FC236}">
                <a16:creationId xmlns:a16="http://schemas.microsoft.com/office/drawing/2014/main" id="{7017EE88-045C-4A1A-B8BF-530BFDC47014}"/>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5" name="sues200_uav_150m_to_satellite/sues200_uav_150m_to_satellite/seed-3/y-label-0.5">
            <a:extLst xmlns:a="http://schemas.openxmlformats.org/drawingml/2006/main">
              <a:ext uri="{FF2B5EF4-FFF2-40B4-BE49-F238E27FC236}">
                <a16:creationId xmlns:a16="http://schemas.microsoft.com/office/drawing/2014/main" id="{C68C44A1-3617-400A-90B2-2913F79A38D8}"/>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6" name="sues200_uav_150m_to_satellite/sues200_uav_150m_to_satellite/seed-3/x-tick-0.5">
            <a:extLst xmlns:a="http://schemas.openxmlformats.org/drawingml/2006/main">
              <a:ext uri="{FF2B5EF4-FFF2-40B4-BE49-F238E27FC236}">
                <a16:creationId xmlns:a16="http://schemas.microsoft.com/office/drawing/2014/main" id="{0FB16FF4-FB87-43F3-A45E-8478170CF273}"/>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7" name="sues200_uav_150m_to_satellite/sues200_uav_150m_to_satellite/seed-3/x-label-0.5">
            <a:extLst xmlns:a="http://schemas.openxmlformats.org/drawingml/2006/main">
              <a:ext uri="{FF2B5EF4-FFF2-40B4-BE49-F238E27FC236}">
                <a16:creationId xmlns:a16="http://schemas.microsoft.com/office/drawing/2014/main" id="{D5CA9314-9867-4C01-95FF-DC327983ADB6}"/>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8" name="sues200_uav_150m_to_satellite/sues200_uav_150m_to_satellite/seed-3/y-grid-0.75">
            <a:extLst xmlns:a="http://schemas.openxmlformats.org/drawingml/2006/main">
              <a:ext uri="{FF2B5EF4-FFF2-40B4-BE49-F238E27FC236}">
                <a16:creationId xmlns:a16="http://schemas.microsoft.com/office/drawing/2014/main" id="{B27B5F25-CF52-4DE0-9E9F-9DD169546712}"/>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9" name="sues200_uav_150m_to_satellite/sues200_uav_150m_to_satellite/seed-3/y-label-0.75">
            <a:extLst xmlns:a="http://schemas.openxmlformats.org/drawingml/2006/main">
              <a:ext uri="{FF2B5EF4-FFF2-40B4-BE49-F238E27FC236}">
                <a16:creationId xmlns:a16="http://schemas.microsoft.com/office/drawing/2014/main" id="{3069C8D3-F85C-4DE8-A1AB-0CE8D3BE52AF}"/>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0" name="sues200_uav_150m_to_satellite/sues200_uav_150m_to_satellite/seed-3/x-tick-0.75">
            <a:extLst xmlns:a="http://schemas.openxmlformats.org/drawingml/2006/main">
              <a:ext uri="{FF2B5EF4-FFF2-40B4-BE49-F238E27FC236}">
                <a16:creationId xmlns:a16="http://schemas.microsoft.com/office/drawing/2014/main" id="{A18F0B2D-A861-4169-8E2C-1A9A7BAA3BFC}"/>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1" name="sues200_uav_150m_to_satellite/sues200_uav_150m_to_satellite/seed-3/x-label-0.75">
            <a:extLst xmlns:a="http://schemas.openxmlformats.org/drawingml/2006/main">
              <a:ext uri="{FF2B5EF4-FFF2-40B4-BE49-F238E27FC236}">
                <a16:creationId xmlns:a16="http://schemas.microsoft.com/office/drawing/2014/main" id="{1B8A7F5F-0CE4-43DE-A259-DCC8E519251A}"/>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2" name="sues200_uav_150m_to_satellite/sues200_uav_150m_to_satellite/seed-3/y-grid-1">
            <a:extLst xmlns:a="http://schemas.openxmlformats.org/drawingml/2006/main">
              <a:ext uri="{FF2B5EF4-FFF2-40B4-BE49-F238E27FC236}">
                <a16:creationId xmlns:a16="http://schemas.microsoft.com/office/drawing/2014/main" id="{7F9AD2B6-C706-4CF5-AB0B-995699217AEF}"/>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3" name="sues200_uav_150m_to_satellite/sues200_uav_150m_to_satellite/seed-3/y-label-1">
            <a:extLst xmlns:a="http://schemas.openxmlformats.org/drawingml/2006/main">
              <a:ext uri="{FF2B5EF4-FFF2-40B4-BE49-F238E27FC236}">
                <a16:creationId xmlns:a16="http://schemas.microsoft.com/office/drawing/2014/main" id="{F334D1B5-6A91-42EE-973C-9E6F459A0970}"/>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4" name="sues200_uav_150m_to_satellite/sues200_uav_150m_to_satellite/seed-3/x-tick-1">
            <a:extLst xmlns:a="http://schemas.openxmlformats.org/drawingml/2006/main">
              <a:ext uri="{FF2B5EF4-FFF2-40B4-BE49-F238E27FC236}">
                <a16:creationId xmlns:a16="http://schemas.microsoft.com/office/drawing/2014/main" id="{0B08D7D4-6998-4205-AAC4-1A5DEB18D31F}"/>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5" name="sues200_uav_150m_to_satellite/sues200_uav_150m_to_satellite/seed-3/x-label-1">
            <a:extLst xmlns:a="http://schemas.openxmlformats.org/drawingml/2006/main">
              <a:ext uri="{FF2B5EF4-FFF2-40B4-BE49-F238E27FC236}">
                <a16:creationId xmlns:a16="http://schemas.microsoft.com/office/drawing/2014/main" id="{8036F3F8-98EE-412C-A1B1-DA8633A0DFC3}"/>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6" name="sues200_uav_150m_to_satellite/sues200_uav_150m_to_satellite/seed-3/reference-equality">
            <a:extLst xmlns:a="http://schemas.openxmlformats.org/drawingml/2006/main">
              <a:ext uri="{FF2B5EF4-FFF2-40B4-BE49-F238E27FC236}">
                <a16:creationId xmlns:a16="http://schemas.microsoft.com/office/drawing/2014/main" id="{1F37F56C-B498-47C4-B2E5-34669243BA34}"/>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7" name="sues200_uav_150m_to_satellite/sues200_uav_150m_to_satellite/seed-3/y-axis">
            <a:extLst xmlns:a="http://schemas.openxmlformats.org/drawingml/2006/main">
              <a:ext uri="{FF2B5EF4-FFF2-40B4-BE49-F238E27FC236}">
                <a16:creationId xmlns:a16="http://schemas.microsoft.com/office/drawing/2014/main" id="{2ABCF735-42FF-4973-B8F5-E7A003E0073D}"/>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8" name="sues200_uav_150m_to_satellite/sues200_uav_150m_to_satellite/seed-3/x-axis">
            <a:extLst xmlns:a="http://schemas.openxmlformats.org/drawingml/2006/main">
              <a:ext uri="{FF2B5EF4-FFF2-40B4-BE49-F238E27FC236}">
                <a16:creationId xmlns:a16="http://schemas.microsoft.com/office/drawing/2014/main" id="{5EB5A581-5FCA-4D2A-9241-83E389A75ABB}"/>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9" name="sues200_uav_150m_to_satellite/sues200_uav_150m_to_satellite/seed-3/visual/bin-1/point">
            <a:extLst xmlns:a="http://schemas.openxmlformats.org/drawingml/2006/main">
              <a:ext uri="{FF2B5EF4-FFF2-40B4-BE49-F238E27FC236}">
                <a16:creationId xmlns:a16="http://schemas.microsoft.com/office/drawing/2014/main" id="{91B2F521-32A9-4D34-984C-B6E78104DC28}"/>
              </a:ext>
            </a:extLst>
          </p:cNvPr>
          <p:cNvSpPr>
            <a:spLocks xmlns:a="http://schemas.openxmlformats.org/drawingml/2006/main" noGrp="1"/>
          </p:cNvSpPr>
          <p:nvPr/>
        </p:nvSpPr>
        <p:spPr>
          <a:xfrm xmlns:a="http://schemas.openxmlformats.org/drawingml/2006/main">
            <a:off x="4555110" y="214737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0" name="sues200_uav_150m_to_satellite/sues200_uav_150m_to_satellite/seed-3/visual/bin-2/point">
            <a:extLst xmlns:a="http://schemas.openxmlformats.org/drawingml/2006/main">
              <a:ext uri="{FF2B5EF4-FFF2-40B4-BE49-F238E27FC236}">
                <a16:creationId xmlns:a16="http://schemas.microsoft.com/office/drawing/2014/main" id="{DEDBC95B-7E97-4D2D-B6CD-F2942B51D862}"/>
              </a:ext>
            </a:extLst>
          </p:cNvPr>
          <p:cNvSpPr>
            <a:spLocks xmlns:a="http://schemas.openxmlformats.org/drawingml/2006/main" noGrp="1"/>
          </p:cNvSpPr>
          <p:nvPr/>
        </p:nvSpPr>
        <p:spPr>
          <a:xfrm xmlns:a="http://schemas.openxmlformats.org/drawingml/2006/main">
            <a:off x="4652702" y="160257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1" name="sues200_uav_150m_to_satellite/sues200_uav_150m_to_satellite/seed-3/visual/bin-3/point">
            <a:extLst xmlns:a="http://schemas.openxmlformats.org/drawingml/2006/main">
              <a:ext uri="{FF2B5EF4-FFF2-40B4-BE49-F238E27FC236}">
                <a16:creationId xmlns:a16="http://schemas.microsoft.com/office/drawing/2014/main" id="{C502B5C3-8457-4B62-9714-2B20F48E9EBE}"/>
              </a:ext>
            </a:extLst>
          </p:cNvPr>
          <p:cNvSpPr>
            <a:spLocks xmlns:a="http://schemas.openxmlformats.org/drawingml/2006/main" noGrp="1"/>
          </p:cNvSpPr>
          <p:nvPr/>
        </p:nvSpPr>
        <p:spPr>
          <a:xfrm xmlns:a="http://schemas.openxmlformats.org/drawingml/2006/main">
            <a:off x="4743400" y="232247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2" name="sues200_uav_150m_to_satellite/sues200_uav_150m_to_satellite/seed-3/visual/ECE">
            <a:extLst xmlns:a="http://schemas.openxmlformats.org/drawingml/2006/main">
              <a:ext uri="{FF2B5EF4-FFF2-40B4-BE49-F238E27FC236}">
                <a16:creationId xmlns:a16="http://schemas.microsoft.com/office/drawing/2014/main" id="{CBB12006-B549-4C30-90D9-7559CF0055A4}"/>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0.3556</a:t>
            </a:r>
          </a:p>
        </p:txBody>
      </p:sp>
      <p:sp>
        <p:nvSpPr>
          <p:cNvPr id="203" name="sues200_uav_150m_to_satellite/sues200_uav_150m_to_satellite/seed-3/full/bin-1/point">
            <a:extLst xmlns:a="http://schemas.openxmlformats.org/drawingml/2006/main">
              <a:ext uri="{FF2B5EF4-FFF2-40B4-BE49-F238E27FC236}">
                <a16:creationId xmlns:a16="http://schemas.microsoft.com/office/drawing/2014/main" id="{392F2CF0-B220-4AC9-B440-E8A225F2DE59}"/>
              </a:ext>
            </a:extLst>
          </p:cNvPr>
          <p:cNvSpPr>
            <a:spLocks xmlns:a="http://schemas.openxmlformats.org/drawingml/2006/main" noGrp="1"/>
          </p:cNvSpPr>
          <p:nvPr/>
        </p:nvSpPr>
        <p:spPr>
          <a:xfrm xmlns:a="http://schemas.openxmlformats.org/drawingml/2006/main">
            <a:off x="4560179" y="228006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4" name="sues200_uav_150m_to_satellite/sues200_uav_150m_to_satellite/seed-3/full/bin-2/point">
            <a:extLst xmlns:a="http://schemas.openxmlformats.org/drawingml/2006/main">
              <a:ext uri="{FF2B5EF4-FFF2-40B4-BE49-F238E27FC236}">
                <a16:creationId xmlns:a16="http://schemas.microsoft.com/office/drawing/2014/main" id="{54BA2DDC-532B-45A3-8758-E846620349AE}"/>
              </a:ext>
            </a:extLst>
          </p:cNvPr>
          <p:cNvSpPr>
            <a:spLocks xmlns:a="http://schemas.openxmlformats.org/drawingml/2006/main" noGrp="1"/>
          </p:cNvSpPr>
          <p:nvPr/>
        </p:nvSpPr>
        <p:spPr>
          <a:xfrm xmlns:a="http://schemas.openxmlformats.org/drawingml/2006/main">
            <a:off x="4664864" y="186786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5" name="sues200_uav_150m_to_satellite/sues200_uav_150m_to_satellite/seed-3/full/bin-3/point">
            <a:extLst xmlns:a="http://schemas.openxmlformats.org/drawingml/2006/main">
              <a:ext uri="{FF2B5EF4-FFF2-40B4-BE49-F238E27FC236}">
                <a16:creationId xmlns:a16="http://schemas.microsoft.com/office/drawing/2014/main" id="{81527A58-9332-4BE0-B486-D0950AB8EF36}"/>
              </a:ext>
            </a:extLst>
          </p:cNvPr>
          <p:cNvSpPr>
            <a:spLocks xmlns:a="http://schemas.openxmlformats.org/drawingml/2006/main" noGrp="1"/>
          </p:cNvSpPr>
          <p:nvPr/>
        </p:nvSpPr>
        <p:spPr>
          <a:xfrm xmlns:a="http://schemas.openxmlformats.org/drawingml/2006/main">
            <a:off x="4750569" y="20662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6" name="sues200_uav_150m_to_satellite/sues200_uav_150m_to_satellite/seed-3/full/ECE">
            <a:extLst xmlns:a="http://schemas.openxmlformats.org/drawingml/2006/main">
              <a:ext uri="{FF2B5EF4-FFF2-40B4-BE49-F238E27FC236}">
                <a16:creationId xmlns:a16="http://schemas.microsoft.com/office/drawing/2014/main" id="{91F4401A-878E-4A55-BCAE-E76D2852C224}"/>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0.2632</a:t>
            </a:r>
          </a:p>
        </p:txBody>
      </p:sp>
      <p:sp>
        <p:nvSpPr>
          <p:cNvPr id="207" name="sues200_uav_150m_to_satellite/sues200_uav_150m_to_satellite/seed-3/population/N">
            <a:extLst xmlns:a="http://schemas.openxmlformats.org/drawingml/2006/main">
              <a:ext uri="{FF2B5EF4-FFF2-40B4-BE49-F238E27FC236}">
                <a16:creationId xmlns:a16="http://schemas.microsoft.com/office/drawing/2014/main" id="{52A9998D-7358-4B4B-A617-3BCCCFE35C9D}"/>
              </a:ext>
            </a:extLst>
          </p:cNvPr>
          <p:cNvSpPr>
            <a:spLocks xmlns:a="http://schemas.openxmlformats.org/drawingml/2006/main" noGrp="1"/>
          </p:cNvSpPr>
          <p:nvPr/>
        </p:nvSpPr>
        <p:spPr>
          <a:xfrm xmlns:a="http://schemas.openxmlformats.org/drawingml/2006/main">
            <a:off x="47117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208" name="sues200_uav_150m_to_satellite/sues200_uav_150m_to_satellite/seed-3/population/header/bin">
            <a:extLst xmlns:a="http://schemas.openxmlformats.org/drawingml/2006/main">
              <a:ext uri="{FF2B5EF4-FFF2-40B4-BE49-F238E27FC236}">
                <a16:creationId xmlns:a16="http://schemas.microsoft.com/office/drawing/2014/main" id="{F7F25008-81A6-43EA-815B-2A6CAAE2DD3F}"/>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09" name="sues200_uav_150m_to_satellite/sues200_uav_150m_to_satellite/seed-3/population/header/visual">
            <a:extLst xmlns:a="http://schemas.openxmlformats.org/drawingml/2006/main">
              <a:ext uri="{FF2B5EF4-FFF2-40B4-BE49-F238E27FC236}">
                <a16:creationId xmlns:a16="http://schemas.microsoft.com/office/drawing/2014/main" id="{70D7077D-118F-4414-B2B2-0E2470EEAD23}"/>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10" name="sues200_uav_150m_to_satellite/sues200_uav_150m_to_satellite/seed-3/population/header/full">
            <a:extLst xmlns:a="http://schemas.openxmlformats.org/drawingml/2006/main">
              <a:ext uri="{FF2B5EF4-FFF2-40B4-BE49-F238E27FC236}">
                <a16:creationId xmlns:a16="http://schemas.microsoft.com/office/drawing/2014/main" id="{3927FD94-CBD0-4A78-8FBF-A9B5C43FA3D2}"/>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11" name="sues200_uav_150m_to_satellite/sues200_uav_150m_to_satellite/seed-3/population/header/rule">
            <a:extLst xmlns:a="http://schemas.openxmlformats.org/drawingml/2006/main">
              <a:ext uri="{FF2B5EF4-FFF2-40B4-BE49-F238E27FC236}">
                <a16:creationId xmlns:a16="http://schemas.microsoft.com/office/drawing/2014/main" id="{A9E941FA-D613-4737-95FB-79B081679DA3}"/>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12" name="sues200_uav_150m_to_satellite/sues200_uav_150m_to_satellite/seed-3/population/bin-1/label">
            <a:extLst xmlns:a="http://schemas.openxmlformats.org/drawingml/2006/main">
              <a:ext uri="{FF2B5EF4-FFF2-40B4-BE49-F238E27FC236}">
                <a16:creationId xmlns:a16="http://schemas.microsoft.com/office/drawing/2014/main" id="{A589D0A8-D751-4EDD-8ED2-CB5200E614E7}"/>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13" name="sues200_uav_150m_to_satellite/sues200_uav_150m_to_satellite/seed-3/population/bin-1/visual">
            <a:extLst xmlns:a="http://schemas.openxmlformats.org/drawingml/2006/main">
              <a:ext uri="{FF2B5EF4-FFF2-40B4-BE49-F238E27FC236}">
                <a16:creationId xmlns:a16="http://schemas.microsoft.com/office/drawing/2014/main" id="{7201BFC0-207E-4A90-A68B-101F200824EE}"/>
              </a:ext>
            </a:extLst>
          </p:cNvPr>
          <p:cNvSpPr>
            <a:spLocks xmlns:a="http://schemas.openxmlformats.org/drawingml/2006/main" noGrp="1"/>
          </p:cNvSpPr>
          <p:nvPr/>
        </p:nvSpPr>
        <p:spPr>
          <a:xfrm xmlns:a="http://schemas.openxmlformats.org/drawingml/2006/main">
            <a:off x="5165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3486</a:t>
            </a:r>
          </a:p>
        </p:txBody>
      </p:sp>
      <p:sp>
        <p:nvSpPr>
          <p:cNvPr id="214" name="sues200_uav_150m_to_satellite/sues200_uav_150m_to_satellite/seed-3/population/bin-1/full">
            <a:extLst xmlns:a="http://schemas.openxmlformats.org/drawingml/2006/main">
              <a:ext uri="{FF2B5EF4-FFF2-40B4-BE49-F238E27FC236}">
                <a16:creationId xmlns:a16="http://schemas.microsoft.com/office/drawing/2014/main" id="{0C1F723B-51E2-43B2-B634-3890772C3238}"/>
              </a:ext>
            </a:extLst>
          </p:cNvPr>
          <p:cNvSpPr>
            <a:spLocks xmlns:a="http://schemas.openxmlformats.org/drawingml/2006/main" noGrp="1"/>
          </p:cNvSpPr>
          <p:nvPr/>
        </p:nvSpPr>
        <p:spPr>
          <a:xfrm xmlns:a="http://schemas.openxmlformats.org/drawingml/2006/main">
            <a:off x="5800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3374</a:t>
            </a:r>
          </a:p>
        </p:txBody>
      </p:sp>
      <p:sp>
        <p:nvSpPr>
          <p:cNvPr id="215" name="sues200_uav_150m_to_satellite/sues200_uav_150m_to_satellite/seed-3/population/bin-2/label">
            <a:extLst xmlns:a="http://schemas.openxmlformats.org/drawingml/2006/main">
              <a:ext uri="{FF2B5EF4-FFF2-40B4-BE49-F238E27FC236}">
                <a16:creationId xmlns:a16="http://schemas.microsoft.com/office/drawing/2014/main" id="{23A46A8B-D82C-47B8-A8E0-D5F7C8C565DE}"/>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6" name="sues200_uav_150m_to_satellite/sues200_uav_150m_to_satellite/seed-3/population/bin-2/visual">
            <a:extLst xmlns:a="http://schemas.openxmlformats.org/drawingml/2006/main">
              <a:ext uri="{FF2B5EF4-FFF2-40B4-BE49-F238E27FC236}">
                <a16:creationId xmlns:a16="http://schemas.microsoft.com/office/drawing/2014/main" id="{F3BA2B2C-062A-4C8F-9B75-81D6366552A3}"/>
              </a:ext>
            </a:extLst>
          </p:cNvPr>
          <p:cNvSpPr>
            <a:spLocks xmlns:a="http://schemas.openxmlformats.org/drawingml/2006/main" noGrp="1"/>
          </p:cNvSpPr>
          <p:nvPr/>
        </p:nvSpPr>
        <p:spPr>
          <a:xfrm xmlns:a="http://schemas.openxmlformats.org/drawingml/2006/main">
            <a:off x="5193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505</a:t>
            </a:r>
          </a:p>
        </p:txBody>
      </p:sp>
      <p:sp>
        <p:nvSpPr>
          <p:cNvPr id="217" name="sues200_uav_150m_to_satellite/sues200_uav_150m_to_satellite/seed-3/population/bin-2/full">
            <a:extLst xmlns:a="http://schemas.openxmlformats.org/drawingml/2006/main">
              <a:ext uri="{FF2B5EF4-FFF2-40B4-BE49-F238E27FC236}">
                <a16:creationId xmlns:a16="http://schemas.microsoft.com/office/drawing/2014/main" id="{8FFA34AC-121D-4C7A-9235-BEE47D26DD9D}"/>
              </a:ext>
            </a:extLst>
          </p:cNvPr>
          <p:cNvSpPr>
            <a:spLocks xmlns:a="http://schemas.openxmlformats.org/drawingml/2006/main" noGrp="1"/>
          </p:cNvSpPr>
          <p:nvPr/>
        </p:nvSpPr>
        <p:spPr>
          <a:xfrm xmlns:a="http://schemas.openxmlformats.org/drawingml/2006/main">
            <a:off x="5828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591</a:t>
            </a:r>
          </a:p>
        </p:txBody>
      </p:sp>
      <p:sp>
        <p:nvSpPr>
          <p:cNvPr id="218" name="sues200_uav_150m_to_satellite/sues200_uav_150m_to_satellite/seed-3/population/bin-3/label">
            <a:extLst xmlns:a="http://schemas.openxmlformats.org/drawingml/2006/main">
              <a:ext uri="{FF2B5EF4-FFF2-40B4-BE49-F238E27FC236}">
                <a16:creationId xmlns:a16="http://schemas.microsoft.com/office/drawing/2014/main" id="{1E4B5760-FF57-4BD7-9419-D29CD2DC5BA7}"/>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19" name="sues200_uav_150m_to_satellite/sues200_uav_150m_to_satellite/seed-3/population/bin-3/visual">
            <a:extLst xmlns:a="http://schemas.openxmlformats.org/drawingml/2006/main">
              <a:ext uri="{FF2B5EF4-FFF2-40B4-BE49-F238E27FC236}">
                <a16:creationId xmlns:a16="http://schemas.microsoft.com/office/drawing/2014/main" id="{7BF2E4D1-12A4-4F83-88DE-D5A3B9A1049A}"/>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9</a:t>
            </a:r>
          </a:p>
        </p:txBody>
      </p:sp>
      <p:sp>
        <p:nvSpPr>
          <p:cNvPr id="220" name="sues200_uav_150m_to_satellite/sues200_uav_150m_to_satellite/seed-3/population/bin-3/full">
            <a:extLst xmlns:a="http://schemas.openxmlformats.org/drawingml/2006/main">
              <a:ext uri="{FF2B5EF4-FFF2-40B4-BE49-F238E27FC236}">
                <a16:creationId xmlns:a16="http://schemas.microsoft.com/office/drawing/2014/main" id="{E64A32F3-64A5-4325-8637-7ABB11378531}"/>
              </a:ext>
            </a:extLst>
          </p:cNvPr>
          <p:cNvSpPr>
            <a:spLocks xmlns:a="http://schemas.openxmlformats.org/drawingml/2006/main" noGrp="1"/>
          </p:cNvSpPr>
          <p:nvPr/>
        </p:nvSpPr>
        <p:spPr>
          <a:xfrm xmlns:a="http://schemas.openxmlformats.org/drawingml/2006/main">
            <a:off x="5857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a:t>
            </a:r>
          </a:p>
        </p:txBody>
      </p:sp>
      <p:sp>
        <p:nvSpPr>
          <p:cNvPr id="221" name="sues200_uav_150m_to_satellite/sues200_uav_150m_to_satellite/seed-3/population/bin-4/label">
            <a:extLst xmlns:a="http://schemas.openxmlformats.org/drawingml/2006/main">
              <a:ext uri="{FF2B5EF4-FFF2-40B4-BE49-F238E27FC236}">
                <a16:creationId xmlns:a16="http://schemas.microsoft.com/office/drawing/2014/main" id="{1A35B8A7-C0DE-4269-8312-57A28A56A1BA}"/>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22" name="sues200_uav_150m_to_satellite/sues200_uav_150m_to_satellite/seed-3/population/bin-4/visual">
            <a:extLst xmlns:a="http://schemas.openxmlformats.org/drawingml/2006/main">
              <a:ext uri="{FF2B5EF4-FFF2-40B4-BE49-F238E27FC236}">
                <a16:creationId xmlns:a16="http://schemas.microsoft.com/office/drawing/2014/main" id="{1E2CACD0-827A-4C58-9B03-EE0637B2373D}"/>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uav_150m_to_satellite/sues200_uav_150m_to_satellite/seed-3/population/bin-4/full">
            <a:extLst xmlns:a="http://schemas.openxmlformats.org/drawingml/2006/main">
              <a:ext uri="{FF2B5EF4-FFF2-40B4-BE49-F238E27FC236}">
                <a16:creationId xmlns:a16="http://schemas.microsoft.com/office/drawing/2014/main" id="{FF6CE13D-BBBF-4BEE-BD2B-78B7376CBC6C}"/>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4" name="sues200_uav_150m_to_satellite/sues200_uav_150m_to_satellite/seed-3/population/bin-5/label">
            <a:extLst xmlns:a="http://schemas.openxmlformats.org/drawingml/2006/main">
              <a:ext uri="{FF2B5EF4-FFF2-40B4-BE49-F238E27FC236}">
                <a16:creationId xmlns:a16="http://schemas.microsoft.com/office/drawing/2014/main" id="{A2CE80BD-5D65-428A-8859-EB46995375FE}"/>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25" name="sues200_uav_150m_to_satellite/sues200_uav_150m_to_satellite/seed-3/population/bin-5/visual">
            <a:extLst xmlns:a="http://schemas.openxmlformats.org/drawingml/2006/main">
              <a:ext uri="{FF2B5EF4-FFF2-40B4-BE49-F238E27FC236}">
                <a16:creationId xmlns:a16="http://schemas.microsoft.com/office/drawing/2014/main" id="{CB49DAB1-C316-4AC4-87AF-C4FDA370A7F7}"/>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uav_150m_to_satellite/sues200_uav_150m_to_satellite/seed-3/population/bin-5/full">
            <a:extLst xmlns:a="http://schemas.openxmlformats.org/drawingml/2006/main">
              <a:ext uri="{FF2B5EF4-FFF2-40B4-BE49-F238E27FC236}">
                <a16:creationId xmlns:a16="http://schemas.microsoft.com/office/drawing/2014/main" id="{B1A1F190-8A10-468E-A6C4-07E689D8ED8A}"/>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7" name="sues200_uav_150m_to_satellite/sues200_uav_150m_to_satellite/seed-3/population/bin-6/label">
            <a:extLst xmlns:a="http://schemas.openxmlformats.org/drawingml/2006/main">
              <a:ext uri="{FF2B5EF4-FFF2-40B4-BE49-F238E27FC236}">
                <a16:creationId xmlns:a16="http://schemas.microsoft.com/office/drawing/2014/main" id="{59FFBF0A-D4F2-4958-A13B-F4E0C1E20ED4}"/>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28" name="sues200_uav_150m_to_satellite/sues200_uav_150m_to_satellite/seed-3/population/bin-6/visual">
            <a:extLst xmlns:a="http://schemas.openxmlformats.org/drawingml/2006/main">
              <a:ext uri="{FF2B5EF4-FFF2-40B4-BE49-F238E27FC236}">
                <a16:creationId xmlns:a16="http://schemas.microsoft.com/office/drawing/2014/main" id="{241BEB56-EFC4-4A53-8559-0E8A91D8E805}"/>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uav_150m_to_satellite/sues200_uav_150m_to_satellite/seed-3/population/bin-6/full">
            <a:extLst xmlns:a="http://schemas.openxmlformats.org/drawingml/2006/main">
              <a:ext uri="{FF2B5EF4-FFF2-40B4-BE49-F238E27FC236}">
                <a16:creationId xmlns:a16="http://schemas.microsoft.com/office/drawing/2014/main" id="{A55BB53E-18B1-48AA-AA1A-1D8D383FCD44}"/>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0" name="sues200_uav_150m_to_satellite/sues200_uav_150m_to_satellite/seed-3/population/bin-7/label">
            <a:extLst xmlns:a="http://schemas.openxmlformats.org/drawingml/2006/main">
              <a:ext uri="{FF2B5EF4-FFF2-40B4-BE49-F238E27FC236}">
                <a16:creationId xmlns:a16="http://schemas.microsoft.com/office/drawing/2014/main" id="{D22A4376-EC29-4D1F-9624-A1D5C8D01DE6}"/>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31" name="sues200_uav_150m_to_satellite/sues200_uav_150m_to_satellite/seed-3/population/bin-7/visual">
            <a:extLst xmlns:a="http://schemas.openxmlformats.org/drawingml/2006/main">
              <a:ext uri="{FF2B5EF4-FFF2-40B4-BE49-F238E27FC236}">
                <a16:creationId xmlns:a16="http://schemas.microsoft.com/office/drawing/2014/main" id="{5ACE9A21-F4F4-44B5-B3AB-7050C3535FEB}"/>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uav_150m_to_satellite/sues200_uav_150m_to_satellite/seed-3/population/bin-7/full">
            <a:extLst xmlns:a="http://schemas.openxmlformats.org/drawingml/2006/main">
              <a:ext uri="{FF2B5EF4-FFF2-40B4-BE49-F238E27FC236}">
                <a16:creationId xmlns:a16="http://schemas.microsoft.com/office/drawing/2014/main" id="{2AF0E08D-8AE9-44A7-9FE7-EF408E67689D}"/>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3" name="sues200_uav_150m_to_satellite/sues200_uav_150m_to_satellite/seed-3/population/bin-8/label">
            <a:extLst xmlns:a="http://schemas.openxmlformats.org/drawingml/2006/main">
              <a:ext uri="{FF2B5EF4-FFF2-40B4-BE49-F238E27FC236}">
                <a16:creationId xmlns:a16="http://schemas.microsoft.com/office/drawing/2014/main" id="{993A305B-EBB4-4075-9EF9-A9D4D1A9CD77}"/>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34" name="sues200_uav_150m_to_satellite/sues200_uav_150m_to_satellite/seed-3/population/bin-8/visual">
            <a:extLst xmlns:a="http://schemas.openxmlformats.org/drawingml/2006/main">
              <a:ext uri="{FF2B5EF4-FFF2-40B4-BE49-F238E27FC236}">
                <a16:creationId xmlns:a16="http://schemas.microsoft.com/office/drawing/2014/main" id="{A87D50F2-8C85-447D-9946-E7C391AD2B3A}"/>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uav_150m_to_satellite/sues200_uav_150m_to_satellite/seed-3/population/bin-8/full">
            <a:extLst xmlns:a="http://schemas.openxmlformats.org/drawingml/2006/main">
              <a:ext uri="{FF2B5EF4-FFF2-40B4-BE49-F238E27FC236}">
                <a16:creationId xmlns:a16="http://schemas.microsoft.com/office/drawing/2014/main" id="{BEA4258F-FE2E-4FF5-A648-0158484623F2}"/>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6" name="sues200_uav_150m_to_satellite/sues200_uav_150m_to_satellite/seed-3/population/bin-9/label">
            <a:extLst xmlns:a="http://schemas.openxmlformats.org/drawingml/2006/main">
              <a:ext uri="{FF2B5EF4-FFF2-40B4-BE49-F238E27FC236}">
                <a16:creationId xmlns:a16="http://schemas.microsoft.com/office/drawing/2014/main" id="{CF479314-4BBE-4F2D-8E0E-F28A531D9941}"/>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7" name="sues200_uav_150m_to_satellite/sues200_uav_150m_to_satellite/seed-3/population/bin-9/visual">
            <a:extLst xmlns:a="http://schemas.openxmlformats.org/drawingml/2006/main">
              <a:ext uri="{FF2B5EF4-FFF2-40B4-BE49-F238E27FC236}">
                <a16:creationId xmlns:a16="http://schemas.microsoft.com/office/drawing/2014/main" id="{0FEF79CA-8B8D-45F1-B9BE-E34A8958770D}"/>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uav_150m_to_satellite/sues200_uav_150m_to_satellite/seed-3/population/bin-9/full">
            <a:extLst xmlns:a="http://schemas.openxmlformats.org/drawingml/2006/main">
              <a:ext uri="{FF2B5EF4-FFF2-40B4-BE49-F238E27FC236}">
                <a16:creationId xmlns:a16="http://schemas.microsoft.com/office/drawing/2014/main" id="{2EDF5B22-ED7C-4149-B057-612160BFBB18}"/>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9" name="sues200_uav_150m_to_satellite/sues200_uav_150m_to_satellite/seed-3/population/bin-10/label">
            <a:extLst xmlns:a="http://schemas.openxmlformats.org/drawingml/2006/main">
              <a:ext uri="{FF2B5EF4-FFF2-40B4-BE49-F238E27FC236}">
                <a16:creationId xmlns:a16="http://schemas.microsoft.com/office/drawing/2014/main" id="{3DE592A3-D479-4E5A-82AB-BA5504DDC7D5}"/>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40" name="sues200_uav_150m_to_satellite/sues200_uav_150m_to_satellite/seed-3/population/bin-10/visual">
            <a:extLst xmlns:a="http://schemas.openxmlformats.org/drawingml/2006/main">
              <a:ext uri="{FF2B5EF4-FFF2-40B4-BE49-F238E27FC236}">
                <a16:creationId xmlns:a16="http://schemas.microsoft.com/office/drawing/2014/main" id="{DE10E942-B236-40D5-AAA0-C181D2970CD0}"/>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uav_150m_to_satellite/sues200_uav_150m_to_satellite/seed-3/population/bin-10/full">
            <a:extLst xmlns:a="http://schemas.openxmlformats.org/drawingml/2006/main">
              <a:ext uri="{FF2B5EF4-FFF2-40B4-BE49-F238E27FC236}">
                <a16:creationId xmlns:a16="http://schemas.microsoft.com/office/drawing/2014/main" id="{4CABC92F-DF86-46A7-ABF3-57C9553A8CD0}"/>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2" name="sues200_uav_150m_to_satellite/sues200_uav_150m_to_satellite/seed-3/population/bin-11/label">
            <a:extLst xmlns:a="http://schemas.openxmlformats.org/drawingml/2006/main">
              <a:ext uri="{FF2B5EF4-FFF2-40B4-BE49-F238E27FC236}">
                <a16:creationId xmlns:a16="http://schemas.microsoft.com/office/drawing/2014/main" id="{381F9EB2-BACD-4AB5-B2FD-C485F5E0820E}"/>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43" name="sues200_uav_150m_to_satellite/sues200_uav_150m_to_satellite/seed-3/population/bin-11/visual">
            <a:extLst xmlns:a="http://schemas.openxmlformats.org/drawingml/2006/main">
              <a:ext uri="{FF2B5EF4-FFF2-40B4-BE49-F238E27FC236}">
                <a16:creationId xmlns:a16="http://schemas.microsoft.com/office/drawing/2014/main" id="{E9B44CC4-4523-41F1-9AFE-6E4991FB950A}"/>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uav_150m_to_satellite/sues200_uav_150m_to_satellite/seed-3/population/bin-11/full">
            <a:extLst xmlns:a="http://schemas.openxmlformats.org/drawingml/2006/main">
              <a:ext uri="{FF2B5EF4-FFF2-40B4-BE49-F238E27FC236}">
                <a16:creationId xmlns:a16="http://schemas.microsoft.com/office/drawing/2014/main" id="{43FC087A-8F49-4949-8670-A88DFC86EB37}"/>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5" name="sues200_uav_150m_to_satellite/sues200_uav_150m_to_satellite/seed-3/population/bin-12/label">
            <a:extLst xmlns:a="http://schemas.openxmlformats.org/drawingml/2006/main">
              <a:ext uri="{FF2B5EF4-FFF2-40B4-BE49-F238E27FC236}">
                <a16:creationId xmlns:a16="http://schemas.microsoft.com/office/drawing/2014/main" id="{E553B418-E683-46D7-8801-73421F9F8157}"/>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6" name="sues200_uav_150m_to_satellite/sues200_uav_150m_to_satellite/seed-3/population/bin-12/visual">
            <a:extLst xmlns:a="http://schemas.openxmlformats.org/drawingml/2006/main">
              <a:ext uri="{FF2B5EF4-FFF2-40B4-BE49-F238E27FC236}">
                <a16:creationId xmlns:a16="http://schemas.microsoft.com/office/drawing/2014/main" id="{54EB1C84-A0ED-49F6-B48E-6C27FCCF833D}"/>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7" name="sues200_uav_150m_to_satellite/sues200_uav_150m_to_satellite/seed-3/population/bin-12/full">
            <a:extLst xmlns:a="http://schemas.openxmlformats.org/drawingml/2006/main">
              <a:ext uri="{FF2B5EF4-FFF2-40B4-BE49-F238E27FC236}">
                <a16:creationId xmlns:a16="http://schemas.microsoft.com/office/drawing/2014/main" id="{6C8C0811-3A3E-473C-859C-3949DEEE720F}"/>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8" name="sues200_uav_150m_to_satellite/sues200_uav_150m_to_satellite/seed-3/population/bin-13/label">
            <a:extLst xmlns:a="http://schemas.openxmlformats.org/drawingml/2006/main">
              <a:ext uri="{FF2B5EF4-FFF2-40B4-BE49-F238E27FC236}">
                <a16:creationId xmlns:a16="http://schemas.microsoft.com/office/drawing/2014/main" id="{7F8F1727-7799-48D5-B678-3FF281E25F7F}"/>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49" name="sues200_uav_150m_to_satellite/sues200_uav_150m_to_satellite/seed-3/population/bin-13/visual">
            <a:extLst xmlns:a="http://schemas.openxmlformats.org/drawingml/2006/main">
              <a:ext uri="{FF2B5EF4-FFF2-40B4-BE49-F238E27FC236}">
                <a16:creationId xmlns:a16="http://schemas.microsoft.com/office/drawing/2014/main" id="{E6513F03-A7B2-4EFC-89C9-375996C7BDFC}"/>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0" name="sues200_uav_150m_to_satellite/sues200_uav_150m_to_satellite/seed-3/population/bin-13/full">
            <a:extLst xmlns:a="http://schemas.openxmlformats.org/drawingml/2006/main">
              <a:ext uri="{FF2B5EF4-FFF2-40B4-BE49-F238E27FC236}">
                <a16:creationId xmlns:a16="http://schemas.microsoft.com/office/drawing/2014/main" id="{534165B0-5E13-43AB-BE2F-B85E30E75AC3}"/>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1" name="sues200_uav_150m_to_satellite/sues200_uav_150m_to_satellite/seed-3/population/bin-14/label">
            <a:extLst xmlns:a="http://schemas.openxmlformats.org/drawingml/2006/main">
              <a:ext uri="{FF2B5EF4-FFF2-40B4-BE49-F238E27FC236}">
                <a16:creationId xmlns:a16="http://schemas.microsoft.com/office/drawing/2014/main" id="{CD1CBFF4-D3B2-418D-B3E9-BAF37EC72048}"/>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52" name="sues200_uav_150m_to_satellite/sues200_uav_150m_to_satellite/seed-3/population/bin-14/visual">
            <a:extLst xmlns:a="http://schemas.openxmlformats.org/drawingml/2006/main">
              <a:ext uri="{FF2B5EF4-FFF2-40B4-BE49-F238E27FC236}">
                <a16:creationId xmlns:a16="http://schemas.microsoft.com/office/drawing/2014/main" id="{E803957E-D03B-4741-B940-0E3881CA6444}"/>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3" name="sues200_uav_150m_to_satellite/sues200_uav_150m_to_satellite/seed-3/population/bin-14/full">
            <a:extLst xmlns:a="http://schemas.openxmlformats.org/drawingml/2006/main">
              <a:ext uri="{FF2B5EF4-FFF2-40B4-BE49-F238E27FC236}">
                <a16:creationId xmlns:a16="http://schemas.microsoft.com/office/drawing/2014/main" id="{A1FD6B4E-C93F-454C-9522-6C1D79A588AC}"/>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4" name="sues200_uav_150m_to_satellite/sues200_uav_150m_to_satellite/seed-3/population/bin-15/label">
            <a:extLst xmlns:a="http://schemas.openxmlformats.org/drawingml/2006/main">
              <a:ext uri="{FF2B5EF4-FFF2-40B4-BE49-F238E27FC236}">
                <a16:creationId xmlns:a16="http://schemas.microsoft.com/office/drawing/2014/main" id="{B1EDC0A7-56D9-46F3-A8D4-77B71879FA65}"/>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55" name="sues200_uav_150m_to_satellite/sues200_uav_150m_to_satellite/seed-3/population/bin-15/visual">
            <a:extLst xmlns:a="http://schemas.openxmlformats.org/drawingml/2006/main">
              <a:ext uri="{FF2B5EF4-FFF2-40B4-BE49-F238E27FC236}">
                <a16:creationId xmlns:a16="http://schemas.microsoft.com/office/drawing/2014/main" id="{87244024-AFAF-477E-A2C3-D4AE600E4455}"/>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6" name="sues200_uav_150m_to_satellite/sues200_uav_150m_to_satellite/seed-3/population/bin-15/full">
            <a:extLst xmlns:a="http://schemas.openxmlformats.org/drawingml/2006/main">
              <a:ext uri="{FF2B5EF4-FFF2-40B4-BE49-F238E27FC236}">
                <a16:creationId xmlns:a16="http://schemas.microsoft.com/office/drawing/2014/main" id="{645226B7-D63D-4386-BD7D-FD608C97C784}"/>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7" name="sues200_uav_150m_to_satellite/x-axis-label">
            <a:extLst xmlns:a="http://schemas.openxmlformats.org/drawingml/2006/main">
              <a:ext uri="{FF2B5EF4-FFF2-40B4-BE49-F238E27FC236}">
                <a16:creationId xmlns:a16="http://schemas.microsoft.com/office/drawing/2014/main" id="{AE7DCB2D-D9C5-4F65-B4A9-9B54CA29CFA6}"/>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58" name="sues200_uav_150m_to_satellite/footnote-1">
            <a:extLst xmlns:a="http://schemas.openxmlformats.org/drawingml/2006/main">
              <a:ext uri="{FF2B5EF4-FFF2-40B4-BE49-F238E27FC236}">
                <a16:creationId xmlns:a16="http://schemas.microsoft.com/office/drawing/2014/main" id="{0B0E8571-F4AA-44ED-BA45-ECD1735DFF81}"/>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59" name="sues200_uav_150m_to_satellite/footnote-2">
            <a:extLst xmlns:a="http://schemas.openxmlformats.org/drawingml/2006/main">
              <a:ext uri="{FF2B5EF4-FFF2-40B4-BE49-F238E27FC236}">
                <a16:creationId xmlns:a16="http://schemas.microsoft.com/office/drawing/2014/main" id="{3F6CDEAA-C535-4492-A7D7-4AAA4E01F69E}"/>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60" name="sues200_uav_150m_to_satellite/footnote-3">
            <a:extLst xmlns:a="http://schemas.openxmlformats.org/drawingml/2006/main">
              <a:ext uri="{FF2B5EF4-FFF2-40B4-BE49-F238E27FC236}">
                <a16:creationId xmlns:a16="http://schemas.microsoft.com/office/drawing/2014/main" id="{32A03845-2A44-4CD6-92EF-3860FCEF1304}"/>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61" name="sues200_uav_150m_to_satellite/footnote-4">
            <a:extLst xmlns:a="http://schemas.openxmlformats.org/drawingml/2006/main">
              <a:ext uri="{FF2B5EF4-FFF2-40B4-BE49-F238E27FC236}">
                <a16:creationId xmlns:a16="http://schemas.microsoft.com/office/drawing/2014/main" id="{E3B48C50-47B0-42FF-B704-9595FA5D50FB}"/>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62" name="sues200_uav_150m_to_satellite/footnote-5">
            <a:extLst xmlns:a="http://schemas.openxmlformats.org/drawingml/2006/main">
              <a:ext uri="{FF2B5EF4-FFF2-40B4-BE49-F238E27FC236}">
                <a16:creationId xmlns:a16="http://schemas.microsoft.com/office/drawing/2014/main" id="{0A87F014-AB9C-44FC-B559-CA49242A7939}"/>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63" name="sues200_uav_150m_to_satellite/footnote-6">
            <a:extLst xmlns:a="http://schemas.openxmlformats.org/drawingml/2006/main">
              <a:ext uri="{FF2B5EF4-FFF2-40B4-BE49-F238E27FC236}">
                <a16:creationId xmlns:a16="http://schemas.microsoft.com/office/drawing/2014/main" id="{63DD39BD-132D-4202-AEBC-BF4998B9E4F8}"/>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4986877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sues200_satellite_to_uav_150m/title">
            <a:extLst xmlns:a="http://schemas.openxmlformats.org/drawingml/2006/main">
              <a:ext uri="{FF2B5EF4-FFF2-40B4-BE49-F238E27FC236}">
                <a16:creationId xmlns:a16="http://schemas.microsoft.com/office/drawing/2014/main" id="{3052B3D7-CD96-4B55-BE8F-0FAFAE65C8B9}"/>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150 m</a:t>
            </a:r>
          </a:p>
        </p:txBody>
      </p:sp>
      <p:sp>
        <p:nvSpPr>
          <p:cNvPr id="2" name="sues200_satellite_to_uav_150m/subtitle">
            <a:extLst xmlns:a="http://schemas.openxmlformats.org/drawingml/2006/main">
              <a:ext uri="{FF2B5EF4-FFF2-40B4-BE49-F238E27FC236}">
                <a16:creationId xmlns:a16="http://schemas.microsoft.com/office/drawing/2014/main" id="{CB584FE8-2BFD-4826-A409-4D4207BE10BF}"/>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satellite_to_uav_150m/legend/visual/marker">
            <a:extLst xmlns:a="http://schemas.openxmlformats.org/drawingml/2006/main">
              <a:ext uri="{FF2B5EF4-FFF2-40B4-BE49-F238E27FC236}">
                <a16:creationId xmlns:a16="http://schemas.microsoft.com/office/drawing/2014/main" id="{7944FD6C-BA42-4BC9-9C3D-2C9EB8D86CED}"/>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150m/legend/visual/text">
            <a:extLst xmlns:a="http://schemas.openxmlformats.org/drawingml/2006/main">
              <a:ext uri="{FF2B5EF4-FFF2-40B4-BE49-F238E27FC236}">
                <a16:creationId xmlns:a16="http://schemas.microsoft.com/office/drawing/2014/main" id="{D6C2B09F-1BDD-4154-B601-1B0701A6C813}"/>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150m/legend/full/marker">
            <a:extLst xmlns:a="http://schemas.openxmlformats.org/drawingml/2006/main">
              <a:ext uri="{FF2B5EF4-FFF2-40B4-BE49-F238E27FC236}">
                <a16:creationId xmlns:a16="http://schemas.microsoft.com/office/drawing/2014/main" id="{7F3DC32E-10BC-4376-AE4F-0FEC57DC2CE2}"/>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150m/legend/full/text">
            <a:extLst xmlns:a="http://schemas.openxmlformats.org/drawingml/2006/main">
              <a:ext uri="{FF2B5EF4-FFF2-40B4-BE49-F238E27FC236}">
                <a16:creationId xmlns:a16="http://schemas.microsoft.com/office/drawing/2014/main" id="{01A4BA72-1B43-4197-AC29-AE115D39390D}"/>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150m/legend/equality/line">
            <a:extLst xmlns:a="http://schemas.openxmlformats.org/drawingml/2006/main">
              <a:ext uri="{FF2B5EF4-FFF2-40B4-BE49-F238E27FC236}">
                <a16:creationId xmlns:a16="http://schemas.microsoft.com/office/drawing/2014/main" id="{4040940E-F824-47C3-80A8-BCD222E66FF8}"/>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satellite_to_uav_150m/legend/equality/text">
            <a:extLst xmlns:a="http://schemas.openxmlformats.org/drawingml/2006/main">
              <a:ext uri="{FF2B5EF4-FFF2-40B4-BE49-F238E27FC236}">
                <a16:creationId xmlns:a16="http://schemas.microsoft.com/office/drawing/2014/main" id="{04CF44DD-B701-41EB-9884-BFC8775BB9CF}"/>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satellite_to_uav_150m/y-axis-label">
            <a:extLst xmlns:a="http://schemas.openxmlformats.org/drawingml/2006/main">
              <a:ext uri="{FF2B5EF4-FFF2-40B4-BE49-F238E27FC236}">
                <a16:creationId xmlns:a16="http://schemas.microsoft.com/office/drawing/2014/main" id="{EEFE52BD-D75C-42B0-A003-A82CCC96D67D}"/>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satellite_to_uav_150m/sues200_satellite_to_uav_150m/seed-1/seed-heading">
            <a:extLst xmlns:a="http://schemas.openxmlformats.org/drawingml/2006/main">
              <a:ext uri="{FF2B5EF4-FFF2-40B4-BE49-F238E27FC236}">
                <a16:creationId xmlns:a16="http://schemas.microsoft.com/office/drawing/2014/main" id="{B897FE1E-779E-4E2C-B5F1-F176D6B863F4}"/>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satellite_to_uav_150m/sues200_satellite_to_uav_150m/seed-1/y-grid-0">
            <a:extLst xmlns:a="http://schemas.openxmlformats.org/drawingml/2006/main">
              <a:ext uri="{FF2B5EF4-FFF2-40B4-BE49-F238E27FC236}">
                <a16:creationId xmlns:a16="http://schemas.microsoft.com/office/drawing/2014/main" id="{8EFF773C-7A20-449E-9FC0-DC67947DE329}"/>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satellite_to_uav_150m/sues200_satellite_to_uav_150m/seed-1/y-label-0">
            <a:extLst xmlns:a="http://schemas.openxmlformats.org/drawingml/2006/main">
              <a:ext uri="{FF2B5EF4-FFF2-40B4-BE49-F238E27FC236}">
                <a16:creationId xmlns:a16="http://schemas.microsoft.com/office/drawing/2014/main" id="{C061B57D-3C82-4AB2-A182-D8BC03B39363}"/>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150m/sues200_satellite_to_uav_150m/seed-1/x-tick-0">
            <a:extLst xmlns:a="http://schemas.openxmlformats.org/drawingml/2006/main">
              <a:ext uri="{FF2B5EF4-FFF2-40B4-BE49-F238E27FC236}">
                <a16:creationId xmlns:a16="http://schemas.microsoft.com/office/drawing/2014/main" id="{7E336491-34CD-4806-A24E-7C507E6D6B38}"/>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satellite_to_uav_150m/sues200_satellite_to_uav_150m/seed-1/x-label-0">
            <a:extLst xmlns:a="http://schemas.openxmlformats.org/drawingml/2006/main">
              <a:ext uri="{FF2B5EF4-FFF2-40B4-BE49-F238E27FC236}">
                <a16:creationId xmlns:a16="http://schemas.microsoft.com/office/drawing/2014/main" id="{873DF22C-4ABD-45CC-BE74-0BD63FDD90A7}"/>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satellite_to_uav_150m/sues200_satellite_to_uav_150m/seed-1/y-grid-0.25">
            <a:extLst xmlns:a="http://schemas.openxmlformats.org/drawingml/2006/main">
              <a:ext uri="{FF2B5EF4-FFF2-40B4-BE49-F238E27FC236}">
                <a16:creationId xmlns:a16="http://schemas.microsoft.com/office/drawing/2014/main" id="{40D50B2F-7E9E-4EBD-AE15-CFEE0B0ADAB4}"/>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satellite_to_uav_150m/sues200_satellite_to_uav_150m/seed-1/y-label-0.25">
            <a:extLst xmlns:a="http://schemas.openxmlformats.org/drawingml/2006/main">
              <a:ext uri="{FF2B5EF4-FFF2-40B4-BE49-F238E27FC236}">
                <a16:creationId xmlns:a16="http://schemas.microsoft.com/office/drawing/2014/main" id="{BF018B29-BEFC-410D-83BB-83580DB5EE1A}"/>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satellite_to_uav_150m/sues200_satellite_to_uav_150m/seed-1/x-tick-0.25">
            <a:extLst xmlns:a="http://schemas.openxmlformats.org/drawingml/2006/main">
              <a:ext uri="{FF2B5EF4-FFF2-40B4-BE49-F238E27FC236}">
                <a16:creationId xmlns:a16="http://schemas.microsoft.com/office/drawing/2014/main" id="{3632FF7B-8D07-407B-B1EF-EAE4793CEEB6}"/>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satellite_to_uav_150m/sues200_satellite_to_uav_150m/seed-1/x-label-0.25">
            <a:extLst xmlns:a="http://schemas.openxmlformats.org/drawingml/2006/main">
              <a:ext uri="{FF2B5EF4-FFF2-40B4-BE49-F238E27FC236}">
                <a16:creationId xmlns:a16="http://schemas.microsoft.com/office/drawing/2014/main" id="{B56F95B9-EBEB-4BFE-BB95-DCFD48E4EA70}"/>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satellite_to_uav_150m/sues200_satellite_to_uav_150m/seed-1/y-grid-0.5">
            <a:extLst xmlns:a="http://schemas.openxmlformats.org/drawingml/2006/main">
              <a:ext uri="{FF2B5EF4-FFF2-40B4-BE49-F238E27FC236}">
                <a16:creationId xmlns:a16="http://schemas.microsoft.com/office/drawing/2014/main" id="{F43E8F23-16C2-4322-A7F9-60AFC3587A01}"/>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satellite_to_uav_150m/sues200_satellite_to_uav_150m/seed-1/y-label-0.5">
            <a:extLst xmlns:a="http://schemas.openxmlformats.org/drawingml/2006/main">
              <a:ext uri="{FF2B5EF4-FFF2-40B4-BE49-F238E27FC236}">
                <a16:creationId xmlns:a16="http://schemas.microsoft.com/office/drawing/2014/main" id="{A611E82B-3B9B-4058-8038-3C86F656FB71}"/>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satellite_to_uav_150m/sues200_satellite_to_uav_150m/seed-1/x-tick-0.5">
            <a:extLst xmlns:a="http://schemas.openxmlformats.org/drawingml/2006/main">
              <a:ext uri="{FF2B5EF4-FFF2-40B4-BE49-F238E27FC236}">
                <a16:creationId xmlns:a16="http://schemas.microsoft.com/office/drawing/2014/main" id="{8F06D07F-99D2-422B-81A0-92EB3B3A79E5}"/>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satellite_to_uav_150m/sues200_satellite_to_uav_150m/seed-1/x-label-0.5">
            <a:extLst xmlns:a="http://schemas.openxmlformats.org/drawingml/2006/main">
              <a:ext uri="{FF2B5EF4-FFF2-40B4-BE49-F238E27FC236}">
                <a16:creationId xmlns:a16="http://schemas.microsoft.com/office/drawing/2014/main" id="{0148AB9C-0F91-48C6-A0C0-861F3C1AC68C}"/>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satellite_to_uav_150m/sues200_satellite_to_uav_150m/seed-1/y-grid-0.75">
            <a:extLst xmlns:a="http://schemas.openxmlformats.org/drawingml/2006/main">
              <a:ext uri="{FF2B5EF4-FFF2-40B4-BE49-F238E27FC236}">
                <a16:creationId xmlns:a16="http://schemas.microsoft.com/office/drawing/2014/main" id="{1506D832-E15C-46D9-BAA3-5237FFABCB58}"/>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satellite_to_uav_150m/sues200_satellite_to_uav_150m/seed-1/y-label-0.75">
            <a:extLst xmlns:a="http://schemas.openxmlformats.org/drawingml/2006/main">
              <a:ext uri="{FF2B5EF4-FFF2-40B4-BE49-F238E27FC236}">
                <a16:creationId xmlns:a16="http://schemas.microsoft.com/office/drawing/2014/main" id="{D96311D1-27C9-43A8-B3FC-63DD51A93401}"/>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satellite_to_uav_150m/sues200_satellite_to_uav_150m/seed-1/x-tick-0.75">
            <a:extLst xmlns:a="http://schemas.openxmlformats.org/drawingml/2006/main">
              <a:ext uri="{FF2B5EF4-FFF2-40B4-BE49-F238E27FC236}">
                <a16:creationId xmlns:a16="http://schemas.microsoft.com/office/drawing/2014/main" id="{942A04EB-781F-4A6D-B6F1-ED36EE25C912}"/>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satellite_to_uav_150m/sues200_satellite_to_uav_150m/seed-1/x-label-0.75">
            <a:extLst xmlns:a="http://schemas.openxmlformats.org/drawingml/2006/main">
              <a:ext uri="{FF2B5EF4-FFF2-40B4-BE49-F238E27FC236}">
                <a16:creationId xmlns:a16="http://schemas.microsoft.com/office/drawing/2014/main" id="{F7420544-C8BF-4A39-AA66-D7D10A99A3DA}"/>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satellite_to_uav_150m/sues200_satellite_to_uav_150m/seed-1/y-grid-1">
            <a:extLst xmlns:a="http://schemas.openxmlformats.org/drawingml/2006/main">
              <a:ext uri="{FF2B5EF4-FFF2-40B4-BE49-F238E27FC236}">
                <a16:creationId xmlns:a16="http://schemas.microsoft.com/office/drawing/2014/main" id="{36FD6BBA-D86A-4B45-A70C-41D6805647C1}"/>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satellite_to_uav_150m/sues200_satellite_to_uav_150m/seed-1/y-label-1">
            <a:extLst xmlns:a="http://schemas.openxmlformats.org/drawingml/2006/main">
              <a:ext uri="{FF2B5EF4-FFF2-40B4-BE49-F238E27FC236}">
                <a16:creationId xmlns:a16="http://schemas.microsoft.com/office/drawing/2014/main" id="{39CAE752-C0A4-41E4-836A-DE8F1EF4AAB1}"/>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satellite_to_uav_150m/sues200_satellite_to_uav_150m/seed-1/x-tick-1">
            <a:extLst xmlns:a="http://schemas.openxmlformats.org/drawingml/2006/main">
              <a:ext uri="{FF2B5EF4-FFF2-40B4-BE49-F238E27FC236}">
                <a16:creationId xmlns:a16="http://schemas.microsoft.com/office/drawing/2014/main" id="{8290D4EE-67E0-40DD-B24E-5E4F4685D3C9}"/>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150m/sues200_satellite_to_uav_150m/seed-1/x-label-1">
            <a:extLst xmlns:a="http://schemas.openxmlformats.org/drawingml/2006/main">
              <a:ext uri="{FF2B5EF4-FFF2-40B4-BE49-F238E27FC236}">
                <a16:creationId xmlns:a16="http://schemas.microsoft.com/office/drawing/2014/main" id="{DE150834-71DE-4153-8706-8F856918F51E}"/>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satellite_to_uav_150m/sues200_satellite_to_uav_150m/seed-1/reference-equality">
            <a:extLst xmlns:a="http://schemas.openxmlformats.org/drawingml/2006/main">
              <a:ext uri="{FF2B5EF4-FFF2-40B4-BE49-F238E27FC236}">
                <a16:creationId xmlns:a16="http://schemas.microsoft.com/office/drawing/2014/main" id="{2A431615-0E27-49F3-AC5D-E5F74F0426F0}"/>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satellite_to_uav_150m/sues200_satellite_to_uav_150m/seed-1/y-axis">
            <a:extLst xmlns:a="http://schemas.openxmlformats.org/drawingml/2006/main">
              <a:ext uri="{FF2B5EF4-FFF2-40B4-BE49-F238E27FC236}">
                <a16:creationId xmlns:a16="http://schemas.microsoft.com/office/drawing/2014/main" id="{61AEA509-61FD-47C0-BEDE-D6CA43754F32}"/>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satellite_to_uav_150m/sues200_satellite_to_uav_150m/seed-1/x-axis">
            <a:extLst xmlns:a="http://schemas.openxmlformats.org/drawingml/2006/main">
              <a:ext uri="{FF2B5EF4-FFF2-40B4-BE49-F238E27FC236}">
                <a16:creationId xmlns:a16="http://schemas.microsoft.com/office/drawing/2014/main" id="{41E0DA3A-7BAC-4D8E-970F-64D34242955C}"/>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satellite_to_uav_150m/sues200_satellite_to_uav_150m/seed-1/visual/bin-1/point">
            <a:extLst xmlns:a="http://schemas.openxmlformats.org/drawingml/2006/main">
              <a:ext uri="{FF2B5EF4-FFF2-40B4-BE49-F238E27FC236}">
                <a16:creationId xmlns:a16="http://schemas.microsoft.com/office/drawing/2014/main" id="{EB421BE5-A2D0-416B-BB94-38D033ED8C4D}"/>
              </a:ext>
            </a:extLst>
          </p:cNvPr>
          <p:cNvSpPr>
            <a:spLocks xmlns:a="http://schemas.openxmlformats.org/drawingml/2006/main" noGrp="1"/>
          </p:cNvSpPr>
          <p:nvPr/>
        </p:nvSpPr>
        <p:spPr>
          <a:xfrm xmlns:a="http://schemas.openxmlformats.org/drawingml/2006/main">
            <a:off x="511056" y="185801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150m/sues200_satellite_to_uav_150m/seed-1/visual/ECE">
            <a:extLst xmlns:a="http://schemas.openxmlformats.org/drawingml/2006/main">
              <a:ext uri="{FF2B5EF4-FFF2-40B4-BE49-F238E27FC236}">
                <a16:creationId xmlns:a16="http://schemas.microsoft.com/office/drawing/2014/main" id="{EBDD3E4A-0D55-4C8B-A630-F11F63A135F6}"/>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0.5328</a:t>
            </a:r>
          </a:p>
        </p:txBody>
      </p:sp>
      <p:sp>
        <p:nvSpPr>
          <p:cNvPr id="36" name="sues200_satellite_to_uav_150m/sues200_satellite_to_uav_150m/seed-1/full/bin-1/point">
            <a:extLst xmlns:a="http://schemas.openxmlformats.org/drawingml/2006/main">
              <a:ext uri="{FF2B5EF4-FFF2-40B4-BE49-F238E27FC236}">
                <a16:creationId xmlns:a16="http://schemas.microsoft.com/office/drawing/2014/main" id="{56E16D2C-9DE0-4E7E-A723-54E64DA9BA56}"/>
              </a:ext>
            </a:extLst>
          </p:cNvPr>
          <p:cNvSpPr>
            <a:spLocks xmlns:a="http://schemas.openxmlformats.org/drawingml/2006/main" noGrp="1"/>
          </p:cNvSpPr>
          <p:nvPr/>
        </p:nvSpPr>
        <p:spPr>
          <a:xfrm xmlns:a="http://schemas.openxmlformats.org/drawingml/2006/main">
            <a:off x="518525" y="195580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7" name="sues200_satellite_to_uav_150m/sues200_satellite_to_uav_150m/seed-1/full/ECE">
            <a:extLst xmlns:a="http://schemas.openxmlformats.org/drawingml/2006/main">
              <a:ext uri="{FF2B5EF4-FFF2-40B4-BE49-F238E27FC236}">
                <a16:creationId xmlns:a16="http://schemas.microsoft.com/office/drawing/2014/main" id="{81F38BB8-A17D-4796-AB61-5FD779CF105B}"/>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0.4692</a:t>
            </a:r>
          </a:p>
        </p:txBody>
      </p:sp>
      <p:sp>
        <p:nvSpPr>
          <p:cNvPr id="38" name="sues200_satellite_to_uav_150m/sues200_satellite_to_uav_150m/seed-1/population/N">
            <a:extLst xmlns:a="http://schemas.openxmlformats.org/drawingml/2006/main">
              <a:ext uri="{FF2B5EF4-FFF2-40B4-BE49-F238E27FC236}">
                <a16:creationId xmlns:a16="http://schemas.microsoft.com/office/drawing/2014/main" id="{570C7926-B091-4E84-B81E-06C4613AF677}"/>
              </a:ext>
            </a:extLst>
          </p:cNvPr>
          <p:cNvSpPr>
            <a:spLocks xmlns:a="http://schemas.openxmlformats.org/drawingml/2006/main" noGrp="1"/>
          </p:cNvSpPr>
          <p:nvPr/>
        </p:nvSpPr>
        <p:spPr>
          <a:xfrm xmlns:a="http://schemas.openxmlformats.org/drawingml/2006/main">
            <a:off x="7690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39" name="sues200_satellite_to_uav_150m/sues200_satellite_to_uav_150m/seed-1/population/header/bin">
            <a:extLst xmlns:a="http://schemas.openxmlformats.org/drawingml/2006/main">
              <a:ext uri="{FF2B5EF4-FFF2-40B4-BE49-F238E27FC236}">
                <a16:creationId xmlns:a16="http://schemas.microsoft.com/office/drawing/2014/main" id="{EF3DA814-CDF3-4C7D-B7B9-ACB3FCDB846F}"/>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0" name="sues200_satellite_to_uav_150m/sues200_satellite_to_uav_150m/seed-1/population/header/visual">
            <a:extLst xmlns:a="http://schemas.openxmlformats.org/drawingml/2006/main">
              <a:ext uri="{FF2B5EF4-FFF2-40B4-BE49-F238E27FC236}">
                <a16:creationId xmlns:a16="http://schemas.microsoft.com/office/drawing/2014/main" id="{767CCAB1-181C-4FBB-B4F0-430C138BDEE2}"/>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1" name="sues200_satellite_to_uav_150m/sues200_satellite_to_uav_150m/seed-1/population/header/full">
            <a:extLst xmlns:a="http://schemas.openxmlformats.org/drawingml/2006/main">
              <a:ext uri="{FF2B5EF4-FFF2-40B4-BE49-F238E27FC236}">
                <a16:creationId xmlns:a16="http://schemas.microsoft.com/office/drawing/2014/main" id="{2AD37956-11F0-4B98-8B8F-32C1C989B1E8}"/>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2" name="sues200_satellite_to_uav_150m/sues200_satellite_to_uav_150m/seed-1/population/header/rule">
            <a:extLst xmlns:a="http://schemas.openxmlformats.org/drawingml/2006/main">
              <a:ext uri="{FF2B5EF4-FFF2-40B4-BE49-F238E27FC236}">
                <a16:creationId xmlns:a16="http://schemas.microsoft.com/office/drawing/2014/main" id="{A16176AE-3C12-4E20-9EB3-D2B77C35E3FE}"/>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3" name="sues200_satellite_to_uav_150m/sues200_satellite_to_uav_150m/seed-1/population/bin-1/label">
            <a:extLst xmlns:a="http://schemas.openxmlformats.org/drawingml/2006/main">
              <a:ext uri="{FF2B5EF4-FFF2-40B4-BE49-F238E27FC236}">
                <a16:creationId xmlns:a16="http://schemas.microsoft.com/office/drawing/2014/main" id="{E6367CBE-1D99-4809-92A4-44787EDD30DB}"/>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4" name="sues200_satellite_to_uav_150m/sues200_satellite_to_uav_150m/seed-1/population/bin-1/visual">
            <a:extLst xmlns:a="http://schemas.openxmlformats.org/drawingml/2006/main">
              <a:ext uri="{FF2B5EF4-FFF2-40B4-BE49-F238E27FC236}">
                <a16:creationId xmlns:a16="http://schemas.microsoft.com/office/drawing/2014/main" id="{533227BB-920E-48EF-B695-4C9AC7C4EDDA}"/>
              </a:ext>
            </a:extLst>
          </p:cNvPr>
          <p:cNvSpPr>
            <a:spLocks xmlns:a="http://schemas.openxmlformats.org/drawingml/2006/main" noGrp="1"/>
          </p:cNvSpPr>
          <p:nvPr/>
        </p:nvSpPr>
        <p:spPr>
          <a:xfrm xmlns:a="http://schemas.openxmlformats.org/drawingml/2006/main">
            <a:off x="1208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45" name="sues200_satellite_to_uav_150m/sues200_satellite_to_uav_150m/seed-1/population/bin-1/full">
            <a:extLst xmlns:a="http://schemas.openxmlformats.org/drawingml/2006/main">
              <a:ext uri="{FF2B5EF4-FFF2-40B4-BE49-F238E27FC236}">
                <a16:creationId xmlns:a16="http://schemas.microsoft.com/office/drawing/2014/main" id="{52E59AD8-3E5B-4B2F-A782-B141AFC2297A}"/>
              </a:ext>
            </a:extLst>
          </p:cNvPr>
          <p:cNvSpPr>
            <a:spLocks xmlns:a="http://schemas.openxmlformats.org/drawingml/2006/main" noGrp="1"/>
          </p:cNvSpPr>
          <p:nvPr/>
        </p:nvSpPr>
        <p:spPr>
          <a:xfrm xmlns:a="http://schemas.openxmlformats.org/drawingml/2006/main">
            <a:off x="1843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46" name="sues200_satellite_to_uav_150m/sues200_satellite_to_uav_150m/seed-1/population/bin-2/label">
            <a:extLst xmlns:a="http://schemas.openxmlformats.org/drawingml/2006/main">
              <a:ext uri="{FF2B5EF4-FFF2-40B4-BE49-F238E27FC236}">
                <a16:creationId xmlns:a16="http://schemas.microsoft.com/office/drawing/2014/main" id="{336CBBBB-FBCF-46B9-8690-D89EEBAF6C5F}"/>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7" name="sues200_satellite_to_uav_150m/sues200_satellite_to_uav_150m/seed-1/population/bin-2/visual">
            <a:extLst xmlns:a="http://schemas.openxmlformats.org/drawingml/2006/main">
              <a:ext uri="{FF2B5EF4-FFF2-40B4-BE49-F238E27FC236}">
                <a16:creationId xmlns:a16="http://schemas.microsoft.com/office/drawing/2014/main" id="{2D419BF8-5F30-425C-972D-18E22EB0F3AE}"/>
              </a:ext>
            </a:extLst>
          </p:cNvPr>
          <p:cNvSpPr>
            <a:spLocks xmlns:a="http://schemas.openxmlformats.org/drawingml/2006/main" noGrp="1"/>
          </p:cNvSpPr>
          <p:nvPr/>
        </p:nvSpPr>
        <p:spPr>
          <a:xfrm xmlns:a="http://schemas.openxmlformats.org/drawingml/2006/main">
            <a:off x="1236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8" name="sues200_satellite_to_uav_150m/sues200_satellite_to_uav_150m/seed-1/population/bin-2/full">
            <a:extLst xmlns:a="http://schemas.openxmlformats.org/drawingml/2006/main">
              <a:ext uri="{FF2B5EF4-FFF2-40B4-BE49-F238E27FC236}">
                <a16:creationId xmlns:a16="http://schemas.microsoft.com/office/drawing/2014/main" id="{9B54D70D-B57C-4CAC-96BD-D6E167D92AF0}"/>
              </a:ext>
            </a:extLst>
          </p:cNvPr>
          <p:cNvSpPr>
            <a:spLocks xmlns:a="http://schemas.openxmlformats.org/drawingml/2006/main" noGrp="1"/>
          </p:cNvSpPr>
          <p:nvPr/>
        </p:nvSpPr>
        <p:spPr>
          <a:xfrm xmlns:a="http://schemas.openxmlformats.org/drawingml/2006/main">
            <a:off x="187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9" name="sues200_satellite_to_uav_150m/sues200_satellite_to_uav_150m/seed-1/population/bin-3/label">
            <a:extLst xmlns:a="http://schemas.openxmlformats.org/drawingml/2006/main">
              <a:ext uri="{FF2B5EF4-FFF2-40B4-BE49-F238E27FC236}">
                <a16:creationId xmlns:a16="http://schemas.microsoft.com/office/drawing/2014/main" id="{88AD954A-11ED-45B6-BC14-52529CAC6555}"/>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0" name="sues200_satellite_to_uav_150m/sues200_satellite_to_uav_150m/seed-1/population/bin-3/visual">
            <a:extLst xmlns:a="http://schemas.openxmlformats.org/drawingml/2006/main">
              <a:ext uri="{FF2B5EF4-FFF2-40B4-BE49-F238E27FC236}">
                <a16:creationId xmlns:a16="http://schemas.microsoft.com/office/drawing/2014/main" id="{00568797-0EEF-47A9-B332-C155A1FE30FB}"/>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1" name="sues200_satellite_to_uav_150m/sues200_satellite_to_uav_150m/seed-1/population/bin-3/full">
            <a:extLst xmlns:a="http://schemas.openxmlformats.org/drawingml/2006/main">
              <a:ext uri="{FF2B5EF4-FFF2-40B4-BE49-F238E27FC236}">
                <a16:creationId xmlns:a16="http://schemas.microsoft.com/office/drawing/2014/main" id="{B7C4670A-A6F4-4D96-8283-425C4F5167CA}"/>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2" name="sues200_satellite_to_uav_150m/sues200_satellite_to_uav_150m/seed-1/population/bin-4/label">
            <a:extLst xmlns:a="http://schemas.openxmlformats.org/drawingml/2006/main">
              <a:ext uri="{FF2B5EF4-FFF2-40B4-BE49-F238E27FC236}">
                <a16:creationId xmlns:a16="http://schemas.microsoft.com/office/drawing/2014/main" id="{66C662D4-165E-470D-B7F1-F05ECF597279}"/>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3" name="sues200_satellite_to_uav_150m/sues200_satellite_to_uav_150m/seed-1/population/bin-4/visual">
            <a:extLst xmlns:a="http://schemas.openxmlformats.org/drawingml/2006/main">
              <a:ext uri="{FF2B5EF4-FFF2-40B4-BE49-F238E27FC236}">
                <a16:creationId xmlns:a16="http://schemas.microsoft.com/office/drawing/2014/main" id="{0A068D32-746E-4E7C-89A2-5C56AE28B08A}"/>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sues200_satellite_to_uav_150m/sues200_satellite_to_uav_150m/seed-1/population/bin-4/full">
            <a:extLst xmlns:a="http://schemas.openxmlformats.org/drawingml/2006/main">
              <a:ext uri="{FF2B5EF4-FFF2-40B4-BE49-F238E27FC236}">
                <a16:creationId xmlns:a16="http://schemas.microsoft.com/office/drawing/2014/main" id="{DFC171D0-2A12-4765-8015-0AE889AD04E9}"/>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5" name="sues200_satellite_to_uav_150m/sues200_satellite_to_uav_150m/seed-1/population/bin-5/label">
            <a:extLst xmlns:a="http://schemas.openxmlformats.org/drawingml/2006/main">
              <a:ext uri="{FF2B5EF4-FFF2-40B4-BE49-F238E27FC236}">
                <a16:creationId xmlns:a16="http://schemas.microsoft.com/office/drawing/2014/main" id="{A5CE3C49-2A6B-4A5B-ACB1-B87FCCAFD870}"/>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6" name="sues200_satellite_to_uav_150m/sues200_satellite_to_uav_150m/seed-1/population/bin-5/visual">
            <a:extLst xmlns:a="http://schemas.openxmlformats.org/drawingml/2006/main">
              <a:ext uri="{FF2B5EF4-FFF2-40B4-BE49-F238E27FC236}">
                <a16:creationId xmlns:a16="http://schemas.microsoft.com/office/drawing/2014/main" id="{52E29B67-1E26-4141-A9EB-702E102E6B5C}"/>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sues200_satellite_to_uav_150m/sues200_satellite_to_uav_150m/seed-1/population/bin-5/full">
            <a:extLst xmlns:a="http://schemas.openxmlformats.org/drawingml/2006/main">
              <a:ext uri="{FF2B5EF4-FFF2-40B4-BE49-F238E27FC236}">
                <a16:creationId xmlns:a16="http://schemas.microsoft.com/office/drawing/2014/main" id="{BB1FEE8A-20F8-46C6-B468-6BF911A01483}"/>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satellite_to_uav_150m/sues200_satellite_to_uav_150m/seed-1/population/bin-6/label">
            <a:extLst xmlns:a="http://schemas.openxmlformats.org/drawingml/2006/main">
              <a:ext uri="{FF2B5EF4-FFF2-40B4-BE49-F238E27FC236}">
                <a16:creationId xmlns:a16="http://schemas.microsoft.com/office/drawing/2014/main" id="{981CE421-2FDA-4A89-A6CC-8DCF8F96F292}"/>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59" name="sues200_satellite_to_uav_150m/sues200_satellite_to_uav_150m/seed-1/population/bin-6/visual">
            <a:extLst xmlns:a="http://schemas.openxmlformats.org/drawingml/2006/main">
              <a:ext uri="{FF2B5EF4-FFF2-40B4-BE49-F238E27FC236}">
                <a16:creationId xmlns:a16="http://schemas.microsoft.com/office/drawing/2014/main" id="{C0206D2A-FA86-4460-94DE-2E8092578637}"/>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sues200_satellite_to_uav_150m/sues200_satellite_to_uav_150m/seed-1/population/bin-6/full">
            <a:extLst xmlns:a="http://schemas.openxmlformats.org/drawingml/2006/main">
              <a:ext uri="{FF2B5EF4-FFF2-40B4-BE49-F238E27FC236}">
                <a16:creationId xmlns:a16="http://schemas.microsoft.com/office/drawing/2014/main" id="{7E8CC8B4-2E85-4F66-B1BB-A6687B536DAE}"/>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satellite_to_uav_150m/sues200_satellite_to_uav_150m/seed-1/population/bin-7/label">
            <a:extLst xmlns:a="http://schemas.openxmlformats.org/drawingml/2006/main">
              <a:ext uri="{FF2B5EF4-FFF2-40B4-BE49-F238E27FC236}">
                <a16:creationId xmlns:a16="http://schemas.microsoft.com/office/drawing/2014/main" id="{56DBDFA1-EB41-4DF9-A6DA-A9FBEA209511}"/>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2" name="sues200_satellite_to_uav_150m/sues200_satellite_to_uav_150m/seed-1/population/bin-7/visual">
            <a:extLst xmlns:a="http://schemas.openxmlformats.org/drawingml/2006/main">
              <a:ext uri="{FF2B5EF4-FFF2-40B4-BE49-F238E27FC236}">
                <a16:creationId xmlns:a16="http://schemas.microsoft.com/office/drawing/2014/main" id="{2190FECF-797C-467C-B511-422363B80D23}"/>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sues200_satellite_to_uav_150m/sues200_satellite_to_uav_150m/seed-1/population/bin-7/full">
            <a:extLst xmlns:a="http://schemas.openxmlformats.org/drawingml/2006/main">
              <a:ext uri="{FF2B5EF4-FFF2-40B4-BE49-F238E27FC236}">
                <a16:creationId xmlns:a16="http://schemas.microsoft.com/office/drawing/2014/main" id="{3DB72B7C-211B-483F-A89A-BB0769B7824E}"/>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satellite_to_uav_150m/sues200_satellite_to_uav_150m/seed-1/population/bin-8/label">
            <a:extLst xmlns:a="http://schemas.openxmlformats.org/drawingml/2006/main">
              <a:ext uri="{FF2B5EF4-FFF2-40B4-BE49-F238E27FC236}">
                <a16:creationId xmlns:a16="http://schemas.microsoft.com/office/drawing/2014/main" id="{4F7C2E44-32C2-4CB3-8E4B-C9630371BC89}"/>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5" name="sues200_satellite_to_uav_150m/sues200_satellite_to_uav_150m/seed-1/population/bin-8/visual">
            <a:extLst xmlns:a="http://schemas.openxmlformats.org/drawingml/2006/main">
              <a:ext uri="{FF2B5EF4-FFF2-40B4-BE49-F238E27FC236}">
                <a16:creationId xmlns:a16="http://schemas.microsoft.com/office/drawing/2014/main" id="{CF87126F-9913-4033-B4A5-BE02444EF94B}"/>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sues200_satellite_to_uav_150m/sues200_satellite_to_uav_150m/seed-1/population/bin-8/full">
            <a:extLst xmlns:a="http://schemas.openxmlformats.org/drawingml/2006/main">
              <a:ext uri="{FF2B5EF4-FFF2-40B4-BE49-F238E27FC236}">
                <a16:creationId xmlns:a16="http://schemas.microsoft.com/office/drawing/2014/main" id="{8A8229E3-9847-4A40-822F-7EC7B2DF1585}"/>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satellite_to_uav_150m/sues200_satellite_to_uav_150m/seed-1/population/bin-9/label">
            <a:extLst xmlns:a="http://schemas.openxmlformats.org/drawingml/2006/main">
              <a:ext uri="{FF2B5EF4-FFF2-40B4-BE49-F238E27FC236}">
                <a16:creationId xmlns:a16="http://schemas.microsoft.com/office/drawing/2014/main" id="{C302B6DB-927D-4E84-9256-025D967136ED}"/>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68" name="sues200_satellite_to_uav_150m/sues200_satellite_to_uav_150m/seed-1/population/bin-9/visual">
            <a:extLst xmlns:a="http://schemas.openxmlformats.org/drawingml/2006/main">
              <a:ext uri="{FF2B5EF4-FFF2-40B4-BE49-F238E27FC236}">
                <a16:creationId xmlns:a16="http://schemas.microsoft.com/office/drawing/2014/main" id="{9F897481-52FE-4729-8C56-46641F14EFEF}"/>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sues200_satellite_to_uav_150m/sues200_satellite_to_uav_150m/seed-1/population/bin-9/full">
            <a:extLst xmlns:a="http://schemas.openxmlformats.org/drawingml/2006/main">
              <a:ext uri="{FF2B5EF4-FFF2-40B4-BE49-F238E27FC236}">
                <a16:creationId xmlns:a16="http://schemas.microsoft.com/office/drawing/2014/main" id="{57132907-39B7-4B82-A300-802D0A192941}"/>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satellite_to_uav_150m/sues200_satellite_to_uav_150m/seed-1/population/bin-10/label">
            <a:extLst xmlns:a="http://schemas.openxmlformats.org/drawingml/2006/main">
              <a:ext uri="{FF2B5EF4-FFF2-40B4-BE49-F238E27FC236}">
                <a16:creationId xmlns:a16="http://schemas.microsoft.com/office/drawing/2014/main" id="{111065B0-C8E0-4664-88E8-D8AB04792D54}"/>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1" name="sues200_satellite_to_uav_150m/sues200_satellite_to_uav_150m/seed-1/population/bin-10/visual">
            <a:extLst xmlns:a="http://schemas.openxmlformats.org/drawingml/2006/main">
              <a:ext uri="{FF2B5EF4-FFF2-40B4-BE49-F238E27FC236}">
                <a16:creationId xmlns:a16="http://schemas.microsoft.com/office/drawing/2014/main" id="{D0801D4D-18D0-4DE6-B818-A0296510755A}"/>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sues200_satellite_to_uav_150m/sues200_satellite_to_uav_150m/seed-1/population/bin-10/full">
            <a:extLst xmlns:a="http://schemas.openxmlformats.org/drawingml/2006/main">
              <a:ext uri="{FF2B5EF4-FFF2-40B4-BE49-F238E27FC236}">
                <a16:creationId xmlns:a16="http://schemas.microsoft.com/office/drawing/2014/main" id="{49394FB1-DD7D-460C-80C3-EF0D7213EC32}"/>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satellite_to_uav_150m/sues200_satellite_to_uav_150m/seed-1/population/bin-11/label">
            <a:extLst xmlns:a="http://schemas.openxmlformats.org/drawingml/2006/main">
              <a:ext uri="{FF2B5EF4-FFF2-40B4-BE49-F238E27FC236}">
                <a16:creationId xmlns:a16="http://schemas.microsoft.com/office/drawing/2014/main" id="{0602CF6F-ED5D-420D-918B-10D908D88EBD}"/>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4" name="sues200_satellite_to_uav_150m/sues200_satellite_to_uav_150m/seed-1/population/bin-11/visual">
            <a:extLst xmlns:a="http://schemas.openxmlformats.org/drawingml/2006/main">
              <a:ext uri="{FF2B5EF4-FFF2-40B4-BE49-F238E27FC236}">
                <a16:creationId xmlns:a16="http://schemas.microsoft.com/office/drawing/2014/main" id="{554E3077-B41E-4228-8444-542D64E0B29C}"/>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sues200_satellite_to_uav_150m/sues200_satellite_to_uav_150m/seed-1/population/bin-11/full">
            <a:extLst xmlns:a="http://schemas.openxmlformats.org/drawingml/2006/main">
              <a:ext uri="{FF2B5EF4-FFF2-40B4-BE49-F238E27FC236}">
                <a16:creationId xmlns:a16="http://schemas.microsoft.com/office/drawing/2014/main" id="{469FC616-DF3C-4833-B36F-9446A04376E0}"/>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satellite_to_uav_150m/sues200_satellite_to_uav_150m/seed-1/population/bin-12/label">
            <a:extLst xmlns:a="http://schemas.openxmlformats.org/drawingml/2006/main">
              <a:ext uri="{FF2B5EF4-FFF2-40B4-BE49-F238E27FC236}">
                <a16:creationId xmlns:a16="http://schemas.microsoft.com/office/drawing/2014/main" id="{9C8DCC78-031D-405C-BF88-F5516B44F794}"/>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7" name="sues200_satellite_to_uav_150m/sues200_satellite_to_uav_150m/seed-1/population/bin-12/visual">
            <a:extLst xmlns:a="http://schemas.openxmlformats.org/drawingml/2006/main">
              <a:ext uri="{FF2B5EF4-FFF2-40B4-BE49-F238E27FC236}">
                <a16:creationId xmlns:a16="http://schemas.microsoft.com/office/drawing/2014/main" id="{D0BB2B16-918C-4A9A-9380-F41B0F863422}"/>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sues200_satellite_to_uav_150m/sues200_satellite_to_uav_150m/seed-1/population/bin-12/full">
            <a:extLst xmlns:a="http://schemas.openxmlformats.org/drawingml/2006/main">
              <a:ext uri="{FF2B5EF4-FFF2-40B4-BE49-F238E27FC236}">
                <a16:creationId xmlns:a16="http://schemas.microsoft.com/office/drawing/2014/main" id="{14702443-566D-4247-B35E-3D7EC3ADEEDF}"/>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satellite_to_uav_150m/sues200_satellite_to_uav_150m/seed-1/population/bin-13/label">
            <a:extLst xmlns:a="http://schemas.openxmlformats.org/drawingml/2006/main">
              <a:ext uri="{FF2B5EF4-FFF2-40B4-BE49-F238E27FC236}">
                <a16:creationId xmlns:a16="http://schemas.microsoft.com/office/drawing/2014/main" id="{11988891-4294-4409-9899-2CC40972A94B}"/>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0" name="sues200_satellite_to_uav_150m/sues200_satellite_to_uav_150m/seed-1/population/bin-13/visual">
            <a:extLst xmlns:a="http://schemas.openxmlformats.org/drawingml/2006/main">
              <a:ext uri="{FF2B5EF4-FFF2-40B4-BE49-F238E27FC236}">
                <a16:creationId xmlns:a16="http://schemas.microsoft.com/office/drawing/2014/main" id="{6B3E1099-8220-42B6-B4C7-79D5B143794A}"/>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sues200_satellite_to_uav_150m/sues200_satellite_to_uav_150m/seed-1/population/bin-13/full">
            <a:extLst xmlns:a="http://schemas.openxmlformats.org/drawingml/2006/main">
              <a:ext uri="{FF2B5EF4-FFF2-40B4-BE49-F238E27FC236}">
                <a16:creationId xmlns:a16="http://schemas.microsoft.com/office/drawing/2014/main" id="{DF480BEF-A1D1-4838-9849-A28E91D97E12}"/>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satellite_to_uav_150m/sues200_satellite_to_uav_150m/seed-1/population/bin-14/label">
            <a:extLst xmlns:a="http://schemas.openxmlformats.org/drawingml/2006/main">
              <a:ext uri="{FF2B5EF4-FFF2-40B4-BE49-F238E27FC236}">
                <a16:creationId xmlns:a16="http://schemas.microsoft.com/office/drawing/2014/main" id="{3616B8C8-0701-484A-BE91-96D45BA64F59}"/>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3" name="sues200_satellite_to_uav_150m/sues200_satellite_to_uav_150m/seed-1/population/bin-14/visual">
            <a:extLst xmlns:a="http://schemas.openxmlformats.org/drawingml/2006/main">
              <a:ext uri="{FF2B5EF4-FFF2-40B4-BE49-F238E27FC236}">
                <a16:creationId xmlns:a16="http://schemas.microsoft.com/office/drawing/2014/main" id="{2165ACDD-8CDA-43EE-88DD-B96B45C592EE}"/>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sues200_satellite_to_uav_150m/sues200_satellite_to_uav_150m/seed-1/population/bin-14/full">
            <a:extLst xmlns:a="http://schemas.openxmlformats.org/drawingml/2006/main">
              <a:ext uri="{FF2B5EF4-FFF2-40B4-BE49-F238E27FC236}">
                <a16:creationId xmlns:a16="http://schemas.microsoft.com/office/drawing/2014/main" id="{308CA17F-80A6-42B3-9C2B-59502996FDC8}"/>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satellite_to_uav_150m/sues200_satellite_to_uav_150m/seed-1/population/bin-15/label">
            <a:extLst xmlns:a="http://schemas.openxmlformats.org/drawingml/2006/main">
              <a:ext uri="{FF2B5EF4-FFF2-40B4-BE49-F238E27FC236}">
                <a16:creationId xmlns:a16="http://schemas.microsoft.com/office/drawing/2014/main" id="{2A38AC29-1D7A-4E1D-91B3-F43F4D6FF097}"/>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6" name="sues200_satellite_to_uav_150m/sues200_satellite_to_uav_150m/seed-1/population/bin-15/visual">
            <a:extLst xmlns:a="http://schemas.openxmlformats.org/drawingml/2006/main">
              <a:ext uri="{FF2B5EF4-FFF2-40B4-BE49-F238E27FC236}">
                <a16:creationId xmlns:a16="http://schemas.microsoft.com/office/drawing/2014/main" id="{E7F3F32A-05F1-4534-B124-B952A0CB1F77}"/>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sues200_satellite_to_uav_150m/sues200_satellite_to_uav_150m/seed-1/population/bin-15/full">
            <a:extLst xmlns:a="http://schemas.openxmlformats.org/drawingml/2006/main">
              <a:ext uri="{FF2B5EF4-FFF2-40B4-BE49-F238E27FC236}">
                <a16:creationId xmlns:a16="http://schemas.microsoft.com/office/drawing/2014/main" id="{B4921B89-A8A0-4673-82A6-42F761726713}"/>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satellite_to_uav_150m/sues200_satellite_to_uav_150m/seed-2/seed-heading">
            <a:extLst xmlns:a="http://schemas.openxmlformats.org/drawingml/2006/main">
              <a:ext uri="{FF2B5EF4-FFF2-40B4-BE49-F238E27FC236}">
                <a16:creationId xmlns:a16="http://schemas.microsoft.com/office/drawing/2014/main" id="{56BDB20B-EC2F-4949-9475-876FE0394C74}"/>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89" name="sues200_satellite_to_uav_150m/sues200_satellite_to_uav_150m/seed-2/y-grid-0">
            <a:extLst xmlns:a="http://schemas.openxmlformats.org/drawingml/2006/main">
              <a:ext uri="{FF2B5EF4-FFF2-40B4-BE49-F238E27FC236}">
                <a16:creationId xmlns:a16="http://schemas.microsoft.com/office/drawing/2014/main" id="{61E5A8F2-C491-45FA-9CA8-E0F99699AFAD}"/>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150m/sues200_satellite_to_uav_150m/seed-2/y-label-0">
            <a:extLst xmlns:a="http://schemas.openxmlformats.org/drawingml/2006/main">
              <a:ext uri="{FF2B5EF4-FFF2-40B4-BE49-F238E27FC236}">
                <a16:creationId xmlns:a16="http://schemas.microsoft.com/office/drawing/2014/main" id="{238381E2-F5A1-46F6-B54C-137FD803138A}"/>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1" name="sues200_satellite_to_uav_150m/sues200_satellite_to_uav_150m/seed-2/x-tick-0">
            <a:extLst xmlns:a="http://schemas.openxmlformats.org/drawingml/2006/main">
              <a:ext uri="{FF2B5EF4-FFF2-40B4-BE49-F238E27FC236}">
                <a16:creationId xmlns:a16="http://schemas.microsoft.com/office/drawing/2014/main" id="{397BFA6B-425C-4611-8228-B93DD7E8A258}"/>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150m/sues200_satellite_to_uav_150m/seed-2/x-label-0">
            <a:extLst xmlns:a="http://schemas.openxmlformats.org/drawingml/2006/main">
              <a:ext uri="{FF2B5EF4-FFF2-40B4-BE49-F238E27FC236}">
                <a16:creationId xmlns:a16="http://schemas.microsoft.com/office/drawing/2014/main" id="{68E513B3-334C-4768-B657-8726B053208E}"/>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sues200_satellite_to_uav_150m/sues200_satellite_to_uav_150m/seed-2/y-grid-0.25">
            <a:extLst xmlns:a="http://schemas.openxmlformats.org/drawingml/2006/main">
              <a:ext uri="{FF2B5EF4-FFF2-40B4-BE49-F238E27FC236}">
                <a16:creationId xmlns:a16="http://schemas.microsoft.com/office/drawing/2014/main" id="{047F32E6-7710-4007-A7A6-46911341FAE5}"/>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satellite_to_uav_150m/sues200_satellite_to_uav_150m/seed-2/y-label-0.25">
            <a:extLst xmlns:a="http://schemas.openxmlformats.org/drawingml/2006/main">
              <a:ext uri="{FF2B5EF4-FFF2-40B4-BE49-F238E27FC236}">
                <a16:creationId xmlns:a16="http://schemas.microsoft.com/office/drawing/2014/main" id="{EA6BEE52-A643-47B9-B4F8-80CAF04D6AF9}"/>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5" name="sues200_satellite_to_uav_150m/sues200_satellite_to_uav_150m/seed-2/x-tick-0.25">
            <a:extLst xmlns:a="http://schemas.openxmlformats.org/drawingml/2006/main">
              <a:ext uri="{FF2B5EF4-FFF2-40B4-BE49-F238E27FC236}">
                <a16:creationId xmlns:a16="http://schemas.microsoft.com/office/drawing/2014/main" id="{CD4B7632-8E25-451B-8C7E-0DED7F4B7E12}"/>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satellite_to_uav_150m/sues200_satellite_to_uav_150m/seed-2/x-label-0.25">
            <a:extLst xmlns:a="http://schemas.openxmlformats.org/drawingml/2006/main">
              <a:ext uri="{FF2B5EF4-FFF2-40B4-BE49-F238E27FC236}">
                <a16:creationId xmlns:a16="http://schemas.microsoft.com/office/drawing/2014/main" id="{10F43DA7-C334-44DD-AF7A-F9FA497D2A5F}"/>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sues200_satellite_to_uav_150m/sues200_satellite_to_uav_150m/seed-2/y-grid-0.5">
            <a:extLst xmlns:a="http://schemas.openxmlformats.org/drawingml/2006/main">
              <a:ext uri="{FF2B5EF4-FFF2-40B4-BE49-F238E27FC236}">
                <a16:creationId xmlns:a16="http://schemas.microsoft.com/office/drawing/2014/main" id="{0A36204C-FCD5-43BC-B6DD-0E2539BCA5B5}"/>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satellite_to_uav_150m/sues200_satellite_to_uav_150m/seed-2/y-label-0.5">
            <a:extLst xmlns:a="http://schemas.openxmlformats.org/drawingml/2006/main">
              <a:ext uri="{FF2B5EF4-FFF2-40B4-BE49-F238E27FC236}">
                <a16:creationId xmlns:a16="http://schemas.microsoft.com/office/drawing/2014/main" id="{B1B2FE03-DD9F-42E8-AF7E-80CA233599C2}"/>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99" name="sues200_satellite_to_uav_150m/sues200_satellite_to_uav_150m/seed-2/x-tick-0.5">
            <a:extLst xmlns:a="http://schemas.openxmlformats.org/drawingml/2006/main">
              <a:ext uri="{FF2B5EF4-FFF2-40B4-BE49-F238E27FC236}">
                <a16:creationId xmlns:a16="http://schemas.microsoft.com/office/drawing/2014/main" id="{ECCD81EF-B730-4819-8038-29BBE03FB5AF}"/>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150m/sues200_satellite_to_uav_150m/seed-2/x-label-0.5">
            <a:extLst xmlns:a="http://schemas.openxmlformats.org/drawingml/2006/main">
              <a:ext uri="{FF2B5EF4-FFF2-40B4-BE49-F238E27FC236}">
                <a16:creationId xmlns:a16="http://schemas.microsoft.com/office/drawing/2014/main" id="{FBA84DE5-3DC6-4EFF-A876-7EF2080F7076}"/>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sues200_satellite_to_uav_150m/sues200_satellite_to_uav_150m/seed-2/y-grid-0.75">
            <a:extLst xmlns:a="http://schemas.openxmlformats.org/drawingml/2006/main">
              <a:ext uri="{FF2B5EF4-FFF2-40B4-BE49-F238E27FC236}">
                <a16:creationId xmlns:a16="http://schemas.microsoft.com/office/drawing/2014/main" id="{2E275104-212E-4C68-8851-E2C22A65AE4D}"/>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satellite_to_uav_150m/sues200_satellite_to_uav_150m/seed-2/y-label-0.75">
            <a:extLst xmlns:a="http://schemas.openxmlformats.org/drawingml/2006/main">
              <a:ext uri="{FF2B5EF4-FFF2-40B4-BE49-F238E27FC236}">
                <a16:creationId xmlns:a16="http://schemas.microsoft.com/office/drawing/2014/main" id="{A41BC238-4EE5-4761-B811-CE171496B51C}"/>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3" name="sues200_satellite_to_uav_150m/sues200_satellite_to_uav_150m/seed-2/x-tick-0.75">
            <a:extLst xmlns:a="http://schemas.openxmlformats.org/drawingml/2006/main">
              <a:ext uri="{FF2B5EF4-FFF2-40B4-BE49-F238E27FC236}">
                <a16:creationId xmlns:a16="http://schemas.microsoft.com/office/drawing/2014/main" id="{1414B7F9-AC05-4F33-9134-B014EA1263EE}"/>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satellite_to_uav_150m/sues200_satellite_to_uav_150m/seed-2/x-label-0.75">
            <a:extLst xmlns:a="http://schemas.openxmlformats.org/drawingml/2006/main">
              <a:ext uri="{FF2B5EF4-FFF2-40B4-BE49-F238E27FC236}">
                <a16:creationId xmlns:a16="http://schemas.microsoft.com/office/drawing/2014/main" id="{9EB40693-F8DD-42F0-A9C2-980249F1427E}"/>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sues200_satellite_to_uav_150m/sues200_satellite_to_uav_150m/seed-2/y-grid-1">
            <a:extLst xmlns:a="http://schemas.openxmlformats.org/drawingml/2006/main">
              <a:ext uri="{FF2B5EF4-FFF2-40B4-BE49-F238E27FC236}">
                <a16:creationId xmlns:a16="http://schemas.microsoft.com/office/drawing/2014/main" id="{C55702BD-86EB-4342-ACC1-154147F1FF16}"/>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satellite_to_uav_150m/sues200_satellite_to_uav_150m/seed-2/y-label-1">
            <a:extLst xmlns:a="http://schemas.openxmlformats.org/drawingml/2006/main">
              <a:ext uri="{FF2B5EF4-FFF2-40B4-BE49-F238E27FC236}">
                <a16:creationId xmlns:a16="http://schemas.microsoft.com/office/drawing/2014/main" id="{DE626886-EC4D-463E-801F-CDBEDBDE1F54}"/>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7" name="sues200_satellite_to_uav_150m/sues200_satellite_to_uav_150m/seed-2/x-tick-1">
            <a:extLst xmlns:a="http://schemas.openxmlformats.org/drawingml/2006/main">
              <a:ext uri="{FF2B5EF4-FFF2-40B4-BE49-F238E27FC236}">
                <a16:creationId xmlns:a16="http://schemas.microsoft.com/office/drawing/2014/main" id="{7BC296A1-E2CD-4B66-BB98-3E7ADEF965F2}"/>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satellite_to_uav_150m/sues200_satellite_to_uav_150m/seed-2/x-label-1">
            <a:extLst xmlns:a="http://schemas.openxmlformats.org/drawingml/2006/main">
              <a:ext uri="{FF2B5EF4-FFF2-40B4-BE49-F238E27FC236}">
                <a16:creationId xmlns:a16="http://schemas.microsoft.com/office/drawing/2014/main" id="{C1FA7F22-35DE-4D45-904F-980FC982C36E}"/>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sues200_satellite_to_uav_150m/sues200_satellite_to_uav_150m/seed-2/reference-equality">
            <a:extLst xmlns:a="http://schemas.openxmlformats.org/drawingml/2006/main">
              <a:ext uri="{FF2B5EF4-FFF2-40B4-BE49-F238E27FC236}">
                <a16:creationId xmlns:a16="http://schemas.microsoft.com/office/drawing/2014/main" id="{2D982D74-0401-4014-9782-361632E228CB}"/>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0" name="sues200_satellite_to_uav_150m/sues200_satellite_to_uav_150m/seed-2/y-axis">
            <a:extLst xmlns:a="http://schemas.openxmlformats.org/drawingml/2006/main">
              <a:ext uri="{FF2B5EF4-FFF2-40B4-BE49-F238E27FC236}">
                <a16:creationId xmlns:a16="http://schemas.microsoft.com/office/drawing/2014/main" id="{71E90864-50E1-4713-82FF-CC127D97BAED}"/>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sues200_satellite_to_uav_150m/sues200_satellite_to_uav_150m/seed-2/x-axis">
            <a:extLst xmlns:a="http://schemas.openxmlformats.org/drawingml/2006/main">
              <a:ext uri="{FF2B5EF4-FFF2-40B4-BE49-F238E27FC236}">
                <a16:creationId xmlns:a16="http://schemas.microsoft.com/office/drawing/2014/main" id="{9D988BC5-66C2-4712-A93E-B68C0EEF3773}"/>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satellite_to_uav_150m/sues200_satellite_to_uav_150m/seed-2/visual/bin-1/point">
            <a:extLst xmlns:a="http://schemas.openxmlformats.org/drawingml/2006/main">
              <a:ext uri="{FF2B5EF4-FFF2-40B4-BE49-F238E27FC236}">
                <a16:creationId xmlns:a16="http://schemas.microsoft.com/office/drawing/2014/main" id="{ABCDBBF7-5DCA-418F-ABB8-72014F1AB581}"/>
              </a:ext>
            </a:extLst>
          </p:cNvPr>
          <p:cNvSpPr>
            <a:spLocks xmlns:a="http://schemas.openxmlformats.org/drawingml/2006/main" noGrp="1"/>
          </p:cNvSpPr>
          <p:nvPr/>
        </p:nvSpPr>
        <p:spPr>
          <a:xfrm xmlns:a="http://schemas.openxmlformats.org/drawingml/2006/main">
            <a:off x="2520959" y="180276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3" name="sues200_satellite_to_uav_150m/sues200_satellite_to_uav_150m/seed-2/visual/ECE">
            <a:extLst xmlns:a="http://schemas.openxmlformats.org/drawingml/2006/main">
              <a:ext uri="{FF2B5EF4-FFF2-40B4-BE49-F238E27FC236}">
                <a16:creationId xmlns:a16="http://schemas.microsoft.com/office/drawing/2014/main" id="{9123E481-7BAF-4AB1-A825-A1FD500BE4D4}"/>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0.5682</a:t>
            </a:r>
          </a:p>
        </p:txBody>
      </p:sp>
      <p:sp>
        <p:nvSpPr>
          <p:cNvPr id="114" name="sues200_satellite_to_uav_150m/sues200_satellite_to_uav_150m/seed-2/full/bin-1/point">
            <a:extLst xmlns:a="http://schemas.openxmlformats.org/drawingml/2006/main">
              <a:ext uri="{FF2B5EF4-FFF2-40B4-BE49-F238E27FC236}">
                <a16:creationId xmlns:a16="http://schemas.microsoft.com/office/drawing/2014/main" id="{558EA912-9519-4500-96D6-F8E1BAB9A8D1}"/>
              </a:ext>
            </a:extLst>
          </p:cNvPr>
          <p:cNvSpPr>
            <a:spLocks xmlns:a="http://schemas.openxmlformats.org/drawingml/2006/main" noGrp="1"/>
          </p:cNvSpPr>
          <p:nvPr/>
        </p:nvSpPr>
        <p:spPr>
          <a:xfrm xmlns:a="http://schemas.openxmlformats.org/drawingml/2006/main">
            <a:off x="2524038" y="195580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5" name="sues200_satellite_to_uav_150m/sues200_satellite_to_uav_150m/seed-2/full/ECE">
            <a:extLst xmlns:a="http://schemas.openxmlformats.org/drawingml/2006/main">
              <a:ext uri="{FF2B5EF4-FFF2-40B4-BE49-F238E27FC236}">
                <a16:creationId xmlns:a16="http://schemas.microsoft.com/office/drawing/2014/main" id="{AD1A47B8-5B4C-41F7-BEBC-4FEEB4259A82}"/>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0.4699</a:t>
            </a:r>
          </a:p>
        </p:txBody>
      </p:sp>
      <p:sp>
        <p:nvSpPr>
          <p:cNvPr id="116" name="sues200_satellite_to_uav_150m/sues200_satellite_to_uav_150m/seed-2/population/N">
            <a:extLst xmlns:a="http://schemas.openxmlformats.org/drawingml/2006/main">
              <a:ext uri="{FF2B5EF4-FFF2-40B4-BE49-F238E27FC236}">
                <a16:creationId xmlns:a16="http://schemas.microsoft.com/office/drawing/2014/main" id="{67AF9BCC-B3F9-41ED-8939-E63B2AA9D82B}"/>
              </a:ext>
            </a:extLst>
          </p:cNvPr>
          <p:cNvSpPr>
            <a:spLocks xmlns:a="http://schemas.openxmlformats.org/drawingml/2006/main" noGrp="1"/>
          </p:cNvSpPr>
          <p:nvPr/>
        </p:nvSpPr>
        <p:spPr>
          <a:xfrm xmlns:a="http://schemas.openxmlformats.org/drawingml/2006/main">
            <a:off x="27756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17" name="sues200_satellite_to_uav_150m/sues200_satellite_to_uav_150m/seed-2/population/header/bin">
            <a:extLst xmlns:a="http://schemas.openxmlformats.org/drawingml/2006/main">
              <a:ext uri="{FF2B5EF4-FFF2-40B4-BE49-F238E27FC236}">
                <a16:creationId xmlns:a16="http://schemas.microsoft.com/office/drawing/2014/main" id="{93BFACC6-152D-4F18-9AF4-BA304E6FC47E}"/>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18" name="sues200_satellite_to_uav_150m/sues200_satellite_to_uav_150m/seed-2/population/header/visual">
            <a:extLst xmlns:a="http://schemas.openxmlformats.org/drawingml/2006/main">
              <a:ext uri="{FF2B5EF4-FFF2-40B4-BE49-F238E27FC236}">
                <a16:creationId xmlns:a16="http://schemas.microsoft.com/office/drawing/2014/main" id="{367069B8-D3D4-4DF9-8CF7-FFBE987A0708}"/>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19" name="sues200_satellite_to_uav_150m/sues200_satellite_to_uav_150m/seed-2/population/header/full">
            <a:extLst xmlns:a="http://schemas.openxmlformats.org/drawingml/2006/main">
              <a:ext uri="{FF2B5EF4-FFF2-40B4-BE49-F238E27FC236}">
                <a16:creationId xmlns:a16="http://schemas.microsoft.com/office/drawing/2014/main" id="{4355397F-30BD-464A-9045-ADAD7FC4B646}"/>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0" name="sues200_satellite_to_uav_150m/sues200_satellite_to_uav_150m/seed-2/population/header/rule">
            <a:extLst xmlns:a="http://schemas.openxmlformats.org/drawingml/2006/main">
              <a:ext uri="{FF2B5EF4-FFF2-40B4-BE49-F238E27FC236}">
                <a16:creationId xmlns:a16="http://schemas.microsoft.com/office/drawing/2014/main" id="{CDADC223-4981-4386-AA1E-42C9CB0C41F0}"/>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1" name="sues200_satellite_to_uav_150m/sues200_satellite_to_uav_150m/seed-2/population/bin-1/label">
            <a:extLst xmlns:a="http://schemas.openxmlformats.org/drawingml/2006/main">
              <a:ext uri="{FF2B5EF4-FFF2-40B4-BE49-F238E27FC236}">
                <a16:creationId xmlns:a16="http://schemas.microsoft.com/office/drawing/2014/main" id="{023BE305-F8FE-41C4-8176-D67939099730}"/>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2" name="sues200_satellite_to_uav_150m/sues200_satellite_to_uav_150m/seed-2/population/bin-1/visual">
            <a:extLst xmlns:a="http://schemas.openxmlformats.org/drawingml/2006/main">
              <a:ext uri="{FF2B5EF4-FFF2-40B4-BE49-F238E27FC236}">
                <a16:creationId xmlns:a16="http://schemas.microsoft.com/office/drawing/2014/main" id="{F422C124-BE6A-4162-99CC-45DDE96543BC}"/>
              </a:ext>
            </a:extLst>
          </p:cNvPr>
          <p:cNvSpPr>
            <a:spLocks xmlns:a="http://schemas.openxmlformats.org/drawingml/2006/main" noGrp="1"/>
          </p:cNvSpPr>
          <p:nvPr/>
        </p:nvSpPr>
        <p:spPr>
          <a:xfrm xmlns:a="http://schemas.openxmlformats.org/drawingml/2006/main">
            <a:off x="3215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123" name="sues200_satellite_to_uav_150m/sues200_satellite_to_uav_150m/seed-2/population/bin-1/full">
            <a:extLst xmlns:a="http://schemas.openxmlformats.org/drawingml/2006/main">
              <a:ext uri="{FF2B5EF4-FFF2-40B4-BE49-F238E27FC236}">
                <a16:creationId xmlns:a16="http://schemas.microsoft.com/office/drawing/2014/main" id="{BD13D1B1-75C8-49EB-9691-32DFE96B62E7}"/>
              </a:ext>
            </a:extLst>
          </p:cNvPr>
          <p:cNvSpPr>
            <a:spLocks xmlns:a="http://schemas.openxmlformats.org/drawingml/2006/main" noGrp="1"/>
          </p:cNvSpPr>
          <p:nvPr/>
        </p:nvSpPr>
        <p:spPr>
          <a:xfrm xmlns:a="http://schemas.openxmlformats.org/drawingml/2006/main">
            <a:off x="3850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124" name="sues200_satellite_to_uav_150m/sues200_satellite_to_uav_150m/seed-2/population/bin-2/label">
            <a:extLst xmlns:a="http://schemas.openxmlformats.org/drawingml/2006/main">
              <a:ext uri="{FF2B5EF4-FFF2-40B4-BE49-F238E27FC236}">
                <a16:creationId xmlns:a16="http://schemas.microsoft.com/office/drawing/2014/main" id="{9C0D4B6D-C0CF-4602-A25F-4823FDF8A554}"/>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25" name="sues200_satellite_to_uav_150m/sues200_satellite_to_uav_150m/seed-2/population/bin-2/visual">
            <a:extLst xmlns:a="http://schemas.openxmlformats.org/drawingml/2006/main">
              <a:ext uri="{FF2B5EF4-FFF2-40B4-BE49-F238E27FC236}">
                <a16:creationId xmlns:a16="http://schemas.microsoft.com/office/drawing/2014/main" id="{0C15BA4D-3CD2-4500-AD52-C725044DD273}"/>
              </a:ext>
            </a:extLst>
          </p:cNvPr>
          <p:cNvSpPr>
            <a:spLocks xmlns:a="http://schemas.openxmlformats.org/drawingml/2006/main" noGrp="1"/>
          </p:cNvSpPr>
          <p:nvPr/>
        </p:nvSpPr>
        <p:spPr>
          <a:xfrm xmlns:a="http://schemas.openxmlformats.org/drawingml/2006/main">
            <a:off x="3243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6" name="sues200_satellite_to_uav_150m/sues200_satellite_to_uav_150m/seed-2/population/bin-2/full">
            <a:extLst xmlns:a="http://schemas.openxmlformats.org/drawingml/2006/main">
              <a:ext uri="{FF2B5EF4-FFF2-40B4-BE49-F238E27FC236}">
                <a16:creationId xmlns:a16="http://schemas.microsoft.com/office/drawing/2014/main" id="{E2FF2A82-593B-48B8-B2D1-74BAD00E602E}"/>
              </a:ext>
            </a:extLst>
          </p:cNvPr>
          <p:cNvSpPr>
            <a:spLocks xmlns:a="http://schemas.openxmlformats.org/drawingml/2006/main" noGrp="1"/>
          </p:cNvSpPr>
          <p:nvPr/>
        </p:nvSpPr>
        <p:spPr>
          <a:xfrm xmlns:a="http://schemas.openxmlformats.org/drawingml/2006/main">
            <a:off x="387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7" name="sues200_satellite_to_uav_150m/sues200_satellite_to_uav_150m/seed-2/population/bin-3/label">
            <a:extLst xmlns:a="http://schemas.openxmlformats.org/drawingml/2006/main">
              <a:ext uri="{FF2B5EF4-FFF2-40B4-BE49-F238E27FC236}">
                <a16:creationId xmlns:a16="http://schemas.microsoft.com/office/drawing/2014/main" id="{2D6D878F-65D2-426E-9490-8DDA1A9EFB1B}"/>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28" name="sues200_satellite_to_uav_150m/sues200_satellite_to_uav_150m/seed-2/population/bin-3/visual">
            <a:extLst xmlns:a="http://schemas.openxmlformats.org/drawingml/2006/main">
              <a:ext uri="{FF2B5EF4-FFF2-40B4-BE49-F238E27FC236}">
                <a16:creationId xmlns:a16="http://schemas.microsoft.com/office/drawing/2014/main" id="{F10E46E7-EA4A-4A67-AB49-43CFC49D50BA}"/>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9" name="sues200_satellite_to_uav_150m/sues200_satellite_to_uav_150m/seed-2/population/bin-3/full">
            <a:extLst xmlns:a="http://schemas.openxmlformats.org/drawingml/2006/main">
              <a:ext uri="{FF2B5EF4-FFF2-40B4-BE49-F238E27FC236}">
                <a16:creationId xmlns:a16="http://schemas.microsoft.com/office/drawing/2014/main" id="{DEAB582B-5DCD-47BB-85B8-DD08664E4463}"/>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0" name="sues200_satellite_to_uav_150m/sues200_satellite_to_uav_150m/seed-2/population/bin-4/label">
            <a:extLst xmlns:a="http://schemas.openxmlformats.org/drawingml/2006/main">
              <a:ext uri="{FF2B5EF4-FFF2-40B4-BE49-F238E27FC236}">
                <a16:creationId xmlns:a16="http://schemas.microsoft.com/office/drawing/2014/main" id="{314DCB12-3F03-40D3-9A44-A3E27A835DCA}"/>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1" name="sues200_satellite_to_uav_150m/sues200_satellite_to_uav_150m/seed-2/population/bin-4/visual">
            <a:extLst xmlns:a="http://schemas.openxmlformats.org/drawingml/2006/main">
              <a:ext uri="{FF2B5EF4-FFF2-40B4-BE49-F238E27FC236}">
                <a16:creationId xmlns:a16="http://schemas.microsoft.com/office/drawing/2014/main" id="{F62C9B8D-77DC-482D-AE88-90B994CEC37F}"/>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2" name="sues200_satellite_to_uav_150m/sues200_satellite_to_uav_150m/seed-2/population/bin-4/full">
            <a:extLst xmlns:a="http://schemas.openxmlformats.org/drawingml/2006/main">
              <a:ext uri="{FF2B5EF4-FFF2-40B4-BE49-F238E27FC236}">
                <a16:creationId xmlns:a16="http://schemas.microsoft.com/office/drawing/2014/main" id="{96721BB1-6782-4741-91CD-010F142C8A9F}"/>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3" name="sues200_satellite_to_uav_150m/sues200_satellite_to_uav_150m/seed-2/population/bin-5/label">
            <a:extLst xmlns:a="http://schemas.openxmlformats.org/drawingml/2006/main">
              <a:ext uri="{FF2B5EF4-FFF2-40B4-BE49-F238E27FC236}">
                <a16:creationId xmlns:a16="http://schemas.microsoft.com/office/drawing/2014/main" id="{02D8E60B-520E-4B9E-B91F-751D3D88AF7A}"/>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4" name="sues200_satellite_to_uav_150m/sues200_satellite_to_uav_150m/seed-2/population/bin-5/visual">
            <a:extLst xmlns:a="http://schemas.openxmlformats.org/drawingml/2006/main">
              <a:ext uri="{FF2B5EF4-FFF2-40B4-BE49-F238E27FC236}">
                <a16:creationId xmlns:a16="http://schemas.microsoft.com/office/drawing/2014/main" id="{9FABB78D-5B8E-4D36-B71A-656478F2EB0B}"/>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5" name="sues200_satellite_to_uav_150m/sues200_satellite_to_uav_150m/seed-2/population/bin-5/full">
            <a:extLst xmlns:a="http://schemas.openxmlformats.org/drawingml/2006/main">
              <a:ext uri="{FF2B5EF4-FFF2-40B4-BE49-F238E27FC236}">
                <a16:creationId xmlns:a16="http://schemas.microsoft.com/office/drawing/2014/main" id="{21F6BF14-E807-488D-93D9-D6300B9C90A5}"/>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6" name="sues200_satellite_to_uav_150m/sues200_satellite_to_uav_150m/seed-2/population/bin-6/label">
            <a:extLst xmlns:a="http://schemas.openxmlformats.org/drawingml/2006/main">
              <a:ext uri="{FF2B5EF4-FFF2-40B4-BE49-F238E27FC236}">
                <a16:creationId xmlns:a16="http://schemas.microsoft.com/office/drawing/2014/main" id="{1D8FDB02-6850-4D54-B6C4-4B29398A5F8E}"/>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37" name="sues200_satellite_to_uav_150m/sues200_satellite_to_uav_150m/seed-2/population/bin-6/visual">
            <a:extLst xmlns:a="http://schemas.openxmlformats.org/drawingml/2006/main">
              <a:ext uri="{FF2B5EF4-FFF2-40B4-BE49-F238E27FC236}">
                <a16:creationId xmlns:a16="http://schemas.microsoft.com/office/drawing/2014/main" id="{3E490A88-759F-48B0-9541-A242763B236F}"/>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sues200_satellite_to_uav_150m/sues200_satellite_to_uav_150m/seed-2/population/bin-6/full">
            <a:extLst xmlns:a="http://schemas.openxmlformats.org/drawingml/2006/main">
              <a:ext uri="{FF2B5EF4-FFF2-40B4-BE49-F238E27FC236}">
                <a16:creationId xmlns:a16="http://schemas.microsoft.com/office/drawing/2014/main" id="{799169E3-D14F-4959-9851-4218E7C9F54D}"/>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9" name="sues200_satellite_to_uav_150m/sues200_satellite_to_uav_150m/seed-2/population/bin-7/label">
            <a:extLst xmlns:a="http://schemas.openxmlformats.org/drawingml/2006/main">
              <a:ext uri="{FF2B5EF4-FFF2-40B4-BE49-F238E27FC236}">
                <a16:creationId xmlns:a16="http://schemas.microsoft.com/office/drawing/2014/main" id="{5D40061D-FDF0-4B64-B121-40BC7392FDA8}"/>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0" name="sues200_satellite_to_uav_150m/sues200_satellite_to_uav_150m/seed-2/population/bin-7/visual">
            <a:extLst xmlns:a="http://schemas.openxmlformats.org/drawingml/2006/main">
              <a:ext uri="{FF2B5EF4-FFF2-40B4-BE49-F238E27FC236}">
                <a16:creationId xmlns:a16="http://schemas.microsoft.com/office/drawing/2014/main" id="{D1BB48CD-7D2F-402F-9814-84408306246B}"/>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satellite_to_uav_150m/sues200_satellite_to_uav_150m/seed-2/population/bin-7/full">
            <a:extLst xmlns:a="http://schemas.openxmlformats.org/drawingml/2006/main">
              <a:ext uri="{FF2B5EF4-FFF2-40B4-BE49-F238E27FC236}">
                <a16:creationId xmlns:a16="http://schemas.microsoft.com/office/drawing/2014/main" id="{D1D83498-5365-4D3D-8DB7-19C037D7E828}"/>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satellite_to_uav_150m/sues200_satellite_to_uav_150m/seed-2/population/bin-8/label">
            <a:extLst xmlns:a="http://schemas.openxmlformats.org/drawingml/2006/main">
              <a:ext uri="{FF2B5EF4-FFF2-40B4-BE49-F238E27FC236}">
                <a16:creationId xmlns:a16="http://schemas.microsoft.com/office/drawing/2014/main" id="{2487E105-8031-46A0-835B-F28B57FEBD20}"/>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3" name="sues200_satellite_to_uav_150m/sues200_satellite_to_uav_150m/seed-2/population/bin-8/visual">
            <a:extLst xmlns:a="http://schemas.openxmlformats.org/drawingml/2006/main">
              <a:ext uri="{FF2B5EF4-FFF2-40B4-BE49-F238E27FC236}">
                <a16:creationId xmlns:a16="http://schemas.microsoft.com/office/drawing/2014/main" id="{96CE2D14-7ED2-4D5D-9027-97264DD62C92}"/>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satellite_to_uav_150m/sues200_satellite_to_uav_150m/seed-2/population/bin-8/full">
            <a:extLst xmlns:a="http://schemas.openxmlformats.org/drawingml/2006/main">
              <a:ext uri="{FF2B5EF4-FFF2-40B4-BE49-F238E27FC236}">
                <a16:creationId xmlns:a16="http://schemas.microsoft.com/office/drawing/2014/main" id="{EEDC831C-81A1-4E5E-88C1-C341FDA11443}"/>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satellite_to_uav_150m/sues200_satellite_to_uav_150m/seed-2/population/bin-9/label">
            <a:extLst xmlns:a="http://schemas.openxmlformats.org/drawingml/2006/main">
              <a:ext uri="{FF2B5EF4-FFF2-40B4-BE49-F238E27FC236}">
                <a16:creationId xmlns:a16="http://schemas.microsoft.com/office/drawing/2014/main" id="{47A33133-66FF-4608-B3E4-FF7C00F4E528}"/>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46" name="sues200_satellite_to_uav_150m/sues200_satellite_to_uav_150m/seed-2/population/bin-9/visual">
            <a:extLst xmlns:a="http://schemas.openxmlformats.org/drawingml/2006/main">
              <a:ext uri="{FF2B5EF4-FFF2-40B4-BE49-F238E27FC236}">
                <a16:creationId xmlns:a16="http://schemas.microsoft.com/office/drawing/2014/main" id="{E58E431F-B2ED-42DF-B7C2-F4302E4B08C2}"/>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satellite_to_uav_150m/sues200_satellite_to_uav_150m/seed-2/population/bin-9/full">
            <a:extLst xmlns:a="http://schemas.openxmlformats.org/drawingml/2006/main">
              <a:ext uri="{FF2B5EF4-FFF2-40B4-BE49-F238E27FC236}">
                <a16:creationId xmlns:a16="http://schemas.microsoft.com/office/drawing/2014/main" id="{26DE4EAA-A2EE-4FB2-B563-7553F8D5E222}"/>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satellite_to_uav_150m/sues200_satellite_to_uav_150m/seed-2/population/bin-10/label">
            <a:extLst xmlns:a="http://schemas.openxmlformats.org/drawingml/2006/main">
              <a:ext uri="{FF2B5EF4-FFF2-40B4-BE49-F238E27FC236}">
                <a16:creationId xmlns:a16="http://schemas.microsoft.com/office/drawing/2014/main" id="{310010C1-4A19-49EE-9742-59CDDFA803CB}"/>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49" name="sues200_satellite_to_uav_150m/sues200_satellite_to_uav_150m/seed-2/population/bin-10/visual">
            <a:extLst xmlns:a="http://schemas.openxmlformats.org/drawingml/2006/main">
              <a:ext uri="{FF2B5EF4-FFF2-40B4-BE49-F238E27FC236}">
                <a16:creationId xmlns:a16="http://schemas.microsoft.com/office/drawing/2014/main" id="{7840C754-FE80-4463-8551-99ACBA23C717}"/>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satellite_to_uav_150m/sues200_satellite_to_uav_150m/seed-2/population/bin-10/full">
            <a:extLst xmlns:a="http://schemas.openxmlformats.org/drawingml/2006/main">
              <a:ext uri="{FF2B5EF4-FFF2-40B4-BE49-F238E27FC236}">
                <a16:creationId xmlns:a16="http://schemas.microsoft.com/office/drawing/2014/main" id="{5EA78EF0-EE52-4483-8E5D-5063F783AB1C}"/>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satellite_to_uav_150m/sues200_satellite_to_uav_150m/seed-2/population/bin-11/label">
            <a:extLst xmlns:a="http://schemas.openxmlformats.org/drawingml/2006/main">
              <a:ext uri="{FF2B5EF4-FFF2-40B4-BE49-F238E27FC236}">
                <a16:creationId xmlns:a16="http://schemas.microsoft.com/office/drawing/2014/main" id="{C72F06DD-F275-406D-B3D6-17ECE0B24B5F}"/>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2" name="sues200_satellite_to_uav_150m/sues200_satellite_to_uav_150m/seed-2/population/bin-11/visual">
            <a:extLst xmlns:a="http://schemas.openxmlformats.org/drawingml/2006/main">
              <a:ext uri="{FF2B5EF4-FFF2-40B4-BE49-F238E27FC236}">
                <a16:creationId xmlns:a16="http://schemas.microsoft.com/office/drawing/2014/main" id="{13896D62-7C60-407C-AB46-E03AF9A3E2F6}"/>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satellite_to_uav_150m/sues200_satellite_to_uav_150m/seed-2/population/bin-11/full">
            <a:extLst xmlns:a="http://schemas.openxmlformats.org/drawingml/2006/main">
              <a:ext uri="{FF2B5EF4-FFF2-40B4-BE49-F238E27FC236}">
                <a16:creationId xmlns:a16="http://schemas.microsoft.com/office/drawing/2014/main" id="{6EC16EEC-E145-48B8-B495-D8B3F7915F67}"/>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satellite_to_uav_150m/sues200_satellite_to_uav_150m/seed-2/population/bin-12/label">
            <a:extLst xmlns:a="http://schemas.openxmlformats.org/drawingml/2006/main">
              <a:ext uri="{FF2B5EF4-FFF2-40B4-BE49-F238E27FC236}">
                <a16:creationId xmlns:a16="http://schemas.microsoft.com/office/drawing/2014/main" id="{873D3CD0-A624-4D0F-8896-5BCCA60607F9}"/>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55" name="sues200_satellite_to_uav_150m/sues200_satellite_to_uav_150m/seed-2/population/bin-12/visual">
            <a:extLst xmlns:a="http://schemas.openxmlformats.org/drawingml/2006/main">
              <a:ext uri="{FF2B5EF4-FFF2-40B4-BE49-F238E27FC236}">
                <a16:creationId xmlns:a16="http://schemas.microsoft.com/office/drawing/2014/main" id="{B33C2FD3-F6A0-45F7-B555-9B8FC41B9CA8}"/>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satellite_to_uav_150m/sues200_satellite_to_uav_150m/seed-2/population/bin-12/full">
            <a:extLst xmlns:a="http://schemas.openxmlformats.org/drawingml/2006/main">
              <a:ext uri="{FF2B5EF4-FFF2-40B4-BE49-F238E27FC236}">
                <a16:creationId xmlns:a16="http://schemas.microsoft.com/office/drawing/2014/main" id="{892DCE14-755A-435B-B442-1AEC1F0FA404}"/>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satellite_to_uav_150m/sues200_satellite_to_uav_150m/seed-2/population/bin-13/label">
            <a:extLst xmlns:a="http://schemas.openxmlformats.org/drawingml/2006/main">
              <a:ext uri="{FF2B5EF4-FFF2-40B4-BE49-F238E27FC236}">
                <a16:creationId xmlns:a16="http://schemas.microsoft.com/office/drawing/2014/main" id="{0AE64615-38A8-4B31-AB43-FDB3A56B8EEE}"/>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58" name="sues200_satellite_to_uav_150m/sues200_satellite_to_uav_150m/seed-2/population/bin-13/visual">
            <a:extLst xmlns:a="http://schemas.openxmlformats.org/drawingml/2006/main">
              <a:ext uri="{FF2B5EF4-FFF2-40B4-BE49-F238E27FC236}">
                <a16:creationId xmlns:a16="http://schemas.microsoft.com/office/drawing/2014/main" id="{D3FD1E0F-6806-49A0-AB50-F0BFB5195674}"/>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satellite_to_uav_150m/sues200_satellite_to_uav_150m/seed-2/population/bin-13/full">
            <a:extLst xmlns:a="http://schemas.openxmlformats.org/drawingml/2006/main">
              <a:ext uri="{FF2B5EF4-FFF2-40B4-BE49-F238E27FC236}">
                <a16:creationId xmlns:a16="http://schemas.microsoft.com/office/drawing/2014/main" id="{12B1E67A-408D-4509-B50B-E8A0EEB7DE30}"/>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satellite_to_uav_150m/sues200_satellite_to_uav_150m/seed-2/population/bin-14/label">
            <a:extLst xmlns:a="http://schemas.openxmlformats.org/drawingml/2006/main">
              <a:ext uri="{FF2B5EF4-FFF2-40B4-BE49-F238E27FC236}">
                <a16:creationId xmlns:a16="http://schemas.microsoft.com/office/drawing/2014/main" id="{2A36B7CC-6C99-45D2-AEBD-D9FADA059183}"/>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1" name="sues200_satellite_to_uav_150m/sues200_satellite_to_uav_150m/seed-2/population/bin-14/visual">
            <a:extLst xmlns:a="http://schemas.openxmlformats.org/drawingml/2006/main">
              <a:ext uri="{FF2B5EF4-FFF2-40B4-BE49-F238E27FC236}">
                <a16:creationId xmlns:a16="http://schemas.microsoft.com/office/drawing/2014/main" id="{952FE219-85E6-4A56-AB1E-153667116EA8}"/>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satellite_to_uav_150m/sues200_satellite_to_uav_150m/seed-2/population/bin-14/full">
            <a:extLst xmlns:a="http://schemas.openxmlformats.org/drawingml/2006/main">
              <a:ext uri="{FF2B5EF4-FFF2-40B4-BE49-F238E27FC236}">
                <a16:creationId xmlns:a16="http://schemas.microsoft.com/office/drawing/2014/main" id="{0C83CD5C-59B0-450E-8ABF-32050B1A9381}"/>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satellite_to_uav_150m/sues200_satellite_to_uav_150m/seed-2/population/bin-15/label">
            <a:extLst xmlns:a="http://schemas.openxmlformats.org/drawingml/2006/main">
              <a:ext uri="{FF2B5EF4-FFF2-40B4-BE49-F238E27FC236}">
                <a16:creationId xmlns:a16="http://schemas.microsoft.com/office/drawing/2014/main" id="{AE38046B-7F37-4944-9708-BC0E2A68CD11}"/>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4" name="sues200_satellite_to_uav_150m/sues200_satellite_to_uav_150m/seed-2/population/bin-15/visual">
            <a:extLst xmlns:a="http://schemas.openxmlformats.org/drawingml/2006/main">
              <a:ext uri="{FF2B5EF4-FFF2-40B4-BE49-F238E27FC236}">
                <a16:creationId xmlns:a16="http://schemas.microsoft.com/office/drawing/2014/main" id="{680F3F02-8D21-4A82-AC63-819C3A3F574C}"/>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satellite_to_uav_150m/sues200_satellite_to_uav_150m/seed-2/population/bin-15/full">
            <a:extLst xmlns:a="http://schemas.openxmlformats.org/drawingml/2006/main">
              <a:ext uri="{FF2B5EF4-FFF2-40B4-BE49-F238E27FC236}">
                <a16:creationId xmlns:a16="http://schemas.microsoft.com/office/drawing/2014/main" id="{10B14BBD-6C6C-4DFD-A354-60B60DBE9BF0}"/>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satellite_to_uav_150m/sues200_satellite_to_uav_150m/seed-3/seed-heading">
            <a:extLst xmlns:a="http://schemas.openxmlformats.org/drawingml/2006/main">
              <a:ext uri="{FF2B5EF4-FFF2-40B4-BE49-F238E27FC236}">
                <a16:creationId xmlns:a16="http://schemas.microsoft.com/office/drawing/2014/main" id="{D6112CE9-67D3-40DA-BE13-FABBCEBCB43D}"/>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67" name="sues200_satellite_to_uav_150m/sues200_satellite_to_uav_150m/seed-3/y-grid-0">
            <a:extLst xmlns:a="http://schemas.openxmlformats.org/drawingml/2006/main">
              <a:ext uri="{FF2B5EF4-FFF2-40B4-BE49-F238E27FC236}">
                <a16:creationId xmlns:a16="http://schemas.microsoft.com/office/drawing/2014/main" id="{97C689C3-4FCE-42B6-B1EC-49105D3E578B}"/>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8" name="sues200_satellite_to_uav_150m/sues200_satellite_to_uav_150m/seed-3/y-label-0">
            <a:extLst xmlns:a="http://schemas.openxmlformats.org/drawingml/2006/main">
              <a:ext uri="{FF2B5EF4-FFF2-40B4-BE49-F238E27FC236}">
                <a16:creationId xmlns:a16="http://schemas.microsoft.com/office/drawing/2014/main" id="{11BDCA95-33C5-496B-8A79-615DD316FF7A}"/>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69" name="sues200_satellite_to_uav_150m/sues200_satellite_to_uav_150m/seed-3/x-tick-0">
            <a:extLst xmlns:a="http://schemas.openxmlformats.org/drawingml/2006/main">
              <a:ext uri="{FF2B5EF4-FFF2-40B4-BE49-F238E27FC236}">
                <a16:creationId xmlns:a16="http://schemas.microsoft.com/office/drawing/2014/main" id="{CCA4F834-61E4-4257-8592-F772185DACCE}"/>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0" name="sues200_satellite_to_uav_150m/sues200_satellite_to_uav_150m/seed-3/x-label-0">
            <a:extLst xmlns:a="http://schemas.openxmlformats.org/drawingml/2006/main">
              <a:ext uri="{FF2B5EF4-FFF2-40B4-BE49-F238E27FC236}">
                <a16:creationId xmlns:a16="http://schemas.microsoft.com/office/drawing/2014/main" id="{B3235A1C-CA41-4DBE-92FE-EDA6A7E35B06}"/>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sues200_satellite_to_uav_150m/sues200_satellite_to_uav_150m/seed-3/y-grid-0.25">
            <a:extLst xmlns:a="http://schemas.openxmlformats.org/drawingml/2006/main">
              <a:ext uri="{FF2B5EF4-FFF2-40B4-BE49-F238E27FC236}">
                <a16:creationId xmlns:a16="http://schemas.microsoft.com/office/drawing/2014/main" id="{34463B21-8A08-4401-AA8F-7A200033DAAE}"/>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2" name="sues200_satellite_to_uav_150m/sues200_satellite_to_uav_150m/seed-3/y-label-0.25">
            <a:extLst xmlns:a="http://schemas.openxmlformats.org/drawingml/2006/main">
              <a:ext uri="{FF2B5EF4-FFF2-40B4-BE49-F238E27FC236}">
                <a16:creationId xmlns:a16="http://schemas.microsoft.com/office/drawing/2014/main" id="{66682549-1D50-48BB-B82F-49858D188894}"/>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3" name="sues200_satellite_to_uav_150m/sues200_satellite_to_uav_150m/seed-3/x-tick-0.25">
            <a:extLst xmlns:a="http://schemas.openxmlformats.org/drawingml/2006/main">
              <a:ext uri="{FF2B5EF4-FFF2-40B4-BE49-F238E27FC236}">
                <a16:creationId xmlns:a16="http://schemas.microsoft.com/office/drawing/2014/main" id="{E76F4FEE-7734-4D42-B45D-2494C0399278}"/>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4" name="sues200_satellite_to_uav_150m/sues200_satellite_to_uav_150m/seed-3/x-label-0.25">
            <a:extLst xmlns:a="http://schemas.openxmlformats.org/drawingml/2006/main">
              <a:ext uri="{FF2B5EF4-FFF2-40B4-BE49-F238E27FC236}">
                <a16:creationId xmlns:a16="http://schemas.microsoft.com/office/drawing/2014/main" id="{89BD1A01-5E0A-4BEE-936C-6DA24CCEAC0F}"/>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5" name="sues200_satellite_to_uav_150m/sues200_satellite_to_uav_150m/seed-3/y-grid-0.5">
            <a:extLst xmlns:a="http://schemas.openxmlformats.org/drawingml/2006/main">
              <a:ext uri="{FF2B5EF4-FFF2-40B4-BE49-F238E27FC236}">
                <a16:creationId xmlns:a16="http://schemas.microsoft.com/office/drawing/2014/main" id="{B1B96603-000B-47A5-AFA1-7834EC64231A}"/>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sues200_satellite_to_uav_150m/sues200_satellite_to_uav_150m/seed-3/y-label-0.5">
            <a:extLst xmlns:a="http://schemas.openxmlformats.org/drawingml/2006/main">
              <a:ext uri="{FF2B5EF4-FFF2-40B4-BE49-F238E27FC236}">
                <a16:creationId xmlns:a16="http://schemas.microsoft.com/office/drawing/2014/main" id="{C528B2AA-1AE8-4AD1-AF03-0E1136A35CB3}"/>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7" name="sues200_satellite_to_uav_150m/sues200_satellite_to_uav_150m/seed-3/x-tick-0.5">
            <a:extLst xmlns:a="http://schemas.openxmlformats.org/drawingml/2006/main">
              <a:ext uri="{FF2B5EF4-FFF2-40B4-BE49-F238E27FC236}">
                <a16:creationId xmlns:a16="http://schemas.microsoft.com/office/drawing/2014/main" id="{839F15F4-993E-41A6-8FF3-08ECE12AF438}"/>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sues200_satellite_to_uav_150m/sues200_satellite_to_uav_150m/seed-3/x-label-0.5">
            <a:extLst xmlns:a="http://schemas.openxmlformats.org/drawingml/2006/main">
              <a:ext uri="{FF2B5EF4-FFF2-40B4-BE49-F238E27FC236}">
                <a16:creationId xmlns:a16="http://schemas.microsoft.com/office/drawing/2014/main" id="{B7D9AF98-29D6-4DEF-B912-2130637AB4FF}"/>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9" name="sues200_satellite_to_uav_150m/sues200_satellite_to_uav_150m/seed-3/y-grid-0.75">
            <a:extLst xmlns:a="http://schemas.openxmlformats.org/drawingml/2006/main">
              <a:ext uri="{FF2B5EF4-FFF2-40B4-BE49-F238E27FC236}">
                <a16:creationId xmlns:a16="http://schemas.microsoft.com/office/drawing/2014/main" id="{3FE47002-BF97-484D-BE5B-284FA2A4CE80}"/>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sues200_satellite_to_uav_150m/sues200_satellite_to_uav_150m/seed-3/y-label-0.75">
            <a:extLst xmlns:a="http://schemas.openxmlformats.org/drawingml/2006/main">
              <a:ext uri="{FF2B5EF4-FFF2-40B4-BE49-F238E27FC236}">
                <a16:creationId xmlns:a16="http://schemas.microsoft.com/office/drawing/2014/main" id="{AC9501BE-D3DD-448F-9EF6-15698DAB491D}"/>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1" name="sues200_satellite_to_uav_150m/sues200_satellite_to_uav_150m/seed-3/x-tick-0.75">
            <a:extLst xmlns:a="http://schemas.openxmlformats.org/drawingml/2006/main">
              <a:ext uri="{FF2B5EF4-FFF2-40B4-BE49-F238E27FC236}">
                <a16:creationId xmlns:a16="http://schemas.microsoft.com/office/drawing/2014/main" id="{ACABFB14-2A8E-4922-B7DC-92EB3FD9A74E}"/>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sues200_satellite_to_uav_150m/sues200_satellite_to_uav_150m/seed-3/x-label-0.75">
            <a:extLst xmlns:a="http://schemas.openxmlformats.org/drawingml/2006/main">
              <a:ext uri="{FF2B5EF4-FFF2-40B4-BE49-F238E27FC236}">
                <a16:creationId xmlns:a16="http://schemas.microsoft.com/office/drawing/2014/main" id="{92777AE8-1DC9-4091-9501-5CBD14FCD6FB}"/>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3" name="sues200_satellite_to_uav_150m/sues200_satellite_to_uav_150m/seed-3/y-grid-1">
            <a:extLst xmlns:a="http://schemas.openxmlformats.org/drawingml/2006/main">
              <a:ext uri="{FF2B5EF4-FFF2-40B4-BE49-F238E27FC236}">
                <a16:creationId xmlns:a16="http://schemas.microsoft.com/office/drawing/2014/main" id="{A4EA33EF-6A70-4103-8388-F1CADDD9BB63}"/>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sues200_satellite_to_uav_150m/sues200_satellite_to_uav_150m/seed-3/y-label-1">
            <a:extLst xmlns:a="http://schemas.openxmlformats.org/drawingml/2006/main">
              <a:ext uri="{FF2B5EF4-FFF2-40B4-BE49-F238E27FC236}">
                <a16:creationId xmlns:a16="http://schemas.microsoft.com/office/drawing/2014/main" id="{B2283F21-BA3F-4B4F-AA25-E62AEE76BCC2}"/>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5" name="sues200_satellite_to_uav_150m/sues200_satellite_to_uav_150m/seed-3/x-tick-1">
            <a:extLst xmlns:a="http://schemas.openxmlformats.org/drawingml/2006/main">
              <a:ext uri="{FF2B5EF4-FFF2-40B4-BE49-F238E27FC236}">
                <a16:creationId xmlns:a16="http://schemas.microsoft.com/office/drawing/2014/main" id="{CD705735-BB05-412D-A1EB-0876379F84C7}"/>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sues200_satellite_to_uav_150m/sues200_satellite_to_uav_150m/seed-3/x-label-1">
            <a:extLst xmlns:a="http://schemas.openxmlformats.org/drawingml/2006/main">
              <a:ext uri="{FF2B5EF4-FFF2-40B4-BE49-F238E27FC236}">
                <a16:creationId xmlns:a16="http://schemas.microsoft.com/office/drawing/2014/main" id="{7FE73B40-E9E9-4ECE-86E0-E7A5E4CFB380}"/>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7" name="sues200_satellite_to_uav_150m/sues200_satellite_to_uav_150m/seed-3/reference-equality">
            <a:extLst xmlns:a="http://schemas.openxmlformats.org/drawingml/2006/main">
              <a:ext uri="{FF2B5EF4-FFF2-40B4-BE49-F238E27FC236}">
                <a16:creationId xmlns:a16="http://schemas.microsoft.com/office/drawing/2014/main" id="{323EF107-88A6-4BFB-BF32-57A31DCE1CA8}"/>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88" name="sues200_satellite_to_uav_150m/sues200_satellite_to_uav_150m/seed-3/y-axis">
            <a:extLst xmlns:a="http://schemas.openxmlformats.org/drawingml/2006/main">
              <a:ext uri="{FF2B5EF4-FFF2-40B4-BE49-F238E27FC236}">
                <a16:creationId xmlns:a16="http://schemas.microsoft.com/office/drawing/2014/main" id="{A4F57675-66C3-4EF4-A91C-DCC1F3018AA8}"/>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9" name="sues200_satellite_to_uav_150m/sues200_satellite_to_uav_150m/seed-3/x-axis">
            <a:extLst xmlns:a="http://schemas.openxmlformats.org/drawingml/2006/main">
              <a:ext uri="{FF2B5EF4-FFF2-40B4-BE49-F238E27FC236}">
                <a16:creationId xmlns:a16="http://schemas.microsoft.com/office/drawing/2014/main" id="{38856E0D-45A4-45C6-90A3-E7E7952126F2}"/>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sues200_satellite_to_uav_150m/sues200_satellite_to_uav_150m/seed-3/visual/bin-1/point">
            <a:extLst xmlns:a="http://schemas.openxmlformats.org/drawingml/2006/main">
              <a:ext uri="{FF2B5EF4-FFF2-40B4-BE49-F238E27FC236}">
                <a16:creationId xmlns:a16="http://schemas.microsoft.com/office/drawing/2014/main" id="{B7BCC38D-DC5E-47BD-AC60-010F6B64F603}"/>
              </a:ext>
            </a:extLst>
          </p:cNvPr>
          <p:cNvSpPr>
            <a:spLocks xmlns:a="http://schemas.openxmlformats.org/drawingml/2006/main" noGrp="1"/>
          </p:cNvSpPr>
          <p:nvPr/>
        </p:nvSpPr>
        <p:spPr>
          <a:xfrm xmlns:a="http://schemas.openxmlformats.org/drawingml/2006/main">
            <a:off x="4525876" y="17475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1" name="sues200_satellite_to_uav_150m/sues200_satellite_to_uav_150m/seed-3/visual/ECE">
            <a:extLst xmlns:a="http://schemas.openxmlformats.org/drawingml/2006/main">
              <a:ext uri="{FF2B5EF4-FFF2-40B4-BE49-F238E27FC236}">
                <a16:creationId xmlns:a16="http://schemas.microsoft.com/office/drawing/2014/main" id="{CC41FA17-59E2-4B86-B9FC-DA0936F44091}"/>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0.6068</a:t>
            </a:r>
          </a:p>
        </p:txBody>
      </p:sp>
      <p:sp>
        <p:nvSpPr>
          <p:cNvPr id="192" name="sues200_satellite_to_uav_150m/sues200_satellite_to_uav_150m/seed-3/full/bin-1/point">
            <a:extLst xmlns:a="http://schemas.openxmlformats.org/drawingml/2006/main">
              <a:ext uri="{FF2B5EF4-FFF2-40B4-BE49-F238E27FC236}">
                <a16:creationId xmlns:a16="http://schemas.microsoft.com/office/drawing/2014/main" id="{2B8C6146-4464-4F88-8D14-CF579DE51E66}"/>
              </a:ext>
            </a:extLst>
          </p:cNvPr>
          <p:cNvSpPr>
            <a:spLocks xmlns:a="http://schemas.openxmlformats.org/drawingml/2006/main" noGrp="1"/>
          </p:cNvSpPr>
          <p:nvPr/>
        </p:nvSpPr>
        <p:spPr>
          <a:xfrm xmlns:a="http://schemas.openxmlformats.org/drawingml/2006/main">
            <a:off x="4531386" y="193738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3" name="sues200_satellite_to_uav_150m/sues200_satellite_to_uav_150m/seed-3/full/ECE">
            <a:extLst xmlns:a="http://schemas.openxmlformats.org/drawingml/2006/main">
              <a:ext uri="{FF2B5EF4-FFF2-40B4-BE49-F238E27FC236}">
                <a16:creationId xmlns:a16="http://schemas.microsoft.com/office/drawing/2014/main" id="{1BBBEE29-B47A-45C3-9225-FCF98B2A3E71}"/>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0.4819</a:t>
            </a:r>
          </a:p>
        </p:txBody>
      </p:sp>
      <p:sp>
        <p:nvSpPr>
          <p:cNvPr id="194" name="sues200_satellite_to_uav_150m/sues200_satellite_to_uav_150m/seed-3/population/N">
            <a:extLst xmlns:a="http://schemas.openxmlformats.org/drawingml/2006/main">
              <a:ext uri="{FF2B5EF4-FFF2-40B4-BE49-F238E27FC236}">
                <a16:creationId xmlns:a16="http://schemas.microsoft.com/office/drawing/2014/main" id="{922F6E1D-D83B-45FB-A907-CC59D351D3AD}"/>
              </a:ext>
            </a:extLst>
          </p:cNvPr>
          <p:cNvSpPr>
            <a:spLocks xmlns:a="http://schemas.openxmlformats.org/drawingml/2006/main" noGrp="1"/>
          </p:cNvSpPr>
          <p:nvPr/>
        </p:nvSpPr>
        <p:spPr>
          <a:xfrm xmlns:a="http://schemas.openxmlformats.org/drawingml/2006/main">
            <a:off x="47822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95" name="sues200_satellite_to_uav_150m/sues200_satellite_to_uav_150m/seed-3/population/header/bin">
            <a:extLst xmlns:a="http://schemas.openxmlformats.org/drawingml/2006/main">
              <a:ext uri="{FF2B5EF4-FFF2-40B4-BE49-F238E27FC236}">
                <a16:creationId xmlns:a16="http://schemas.microsoft.com/office/drawing/2014/main" id="{68950359-F1BB-46B8-9533-999FEE596F04}"/>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96" name="sues200_satellite_to_uav_150m/sues200_satellite_to_uav_150m/seed-3/population/header/visual">
            <a:extLst xmlns:a="http://schemas.openxmlformats.org/drawingml/2006/main">
              <a:ext uri="{FF2B5EF4-FFF2-40B4-BE49-F238E27FC236}">
                <a16:creationId xmlns:a16="http://schemas.microsoft.com/office/drawing/2014/main" id="{2B906651-75EC-49C4-AF4A-0FB427787D61}"/>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97" name="sues200_satellite_to_uav_150m/sues200_satellite_to_uav_150m/seed-3/population/header/full">
            <a:extLst xmlns:a="http://schemas.openxmlformats.org/drawingml/2006/main">
              <a:ext uri="{FF2B5EF4-FFF2-40B4-BE49-F238E27FC236}">
                <a16:creationId xmlns:a16="http://schemas.microsoft.com/office/drawing/2014/main" id="{2C48572A-6D62-434F-945A-B4AC4F2BB751}"/>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98" name="sues200_satellite_to_uav_150m/sues200_satellite_to_uav_150m/seed-3/population/header/rule">
            <a:extLst xmlns:a="http://schemas.openxmlformats.org/drawingml/2006/main">
              <a:ext uri="{FF2B5EF4-FFF2-40B4-BE49-F238E27FC236}">
                <a16:creationId xmlns:a16="http://schemas.microsoft.com/office/drawing/2014/main" id="{A0161DB3-3C0D-473F-8706-C90CAC5E68E3}"/>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99" name="sues200_satellite_to_uav_150m/sues200_satellite_to_uav_150m/seed-3/population/bin-1/label">
            <a:extLst xmlns:a="http://schemas.openxmlformats.org/drawingml/2006/main">
              <a:ext uri="{FF2B5EF4-FFF2-40B4-BE49-F238E27FC236}">
                <a16:creationId xmlns:a16="http://schemas.microsoft.com/office/drawing/2014/main" id="{EBF5FAA4-0AFD-450C-A3B5-66C24C59E4F5}"/>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0" name="sues200_satellite_to_uav_150m/sues200_satellite_to_uav_150m/seed-3/population/bin-1/visual">
            <a:extLst xmlns:a="http://schemas.openxmlformats.org/drawingml/2006/main">
              <a:ext uri="{FF2B5EF4-FFF2-40B4-BE49-F238E27FC236}">
                <a16:creationId xmlns:a16="http://schemas.microsoft.com/office/drawing/2014/main" id="{6C7ABC88-AA27-4990-B5E4-DC2F338D582D}"/>
              </a:ext>
            </a:extLst>
          </p:cNvPr>
          <p:cNvSpPr>
            <a:spLocks xmlns:a="http://schemas.openxmlformats.org/drawingml/2006/main" noGrp="1"/>
          </p:cNvSpPr>
          <p:nvPr/>
        </p:nvSpPr>
        <p:spPr>
          <a:xfrm xmlns:a="http://schemas.openxmlformats.org/drawingml/2006/main">
            <a:off x="5222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201" name="sues200_satellite_to_uav_150m/sues200_satellite_to_uav_150m/seed-3/population/bin-1/full">
            <a:extLst xmlns:a="http://schemas.openxmlformats.org/drawingml/2006/main">
              <a:ext uri="{FF2B5EF4-FFF2-40B4-BE49-F238E27FC236}">
                <a16:creationId xmlns:a16="http://schemas.microsoft.com/office/drawing/2014/main" id="{72172CC8-DF17-461C-A387-38A91FCCA44E}"/>
              </a:ext>
            </a:extLst>
          </p:cNvPr>
          <p:cNvSpPr>
            <a:spLocks xmlns:a="http://schemas.openxmlformats.org/drawingml/2006/main" noGrp="1"/>
          </p:cNvSpPr>
          <p:nvPr/>
        </p:nvSpPr>
        <p:spPr>
          <a:xfrm xmlns:a="http://schemas.openxmlformats.org/drawingml/2006/main">
            <a:off x="5857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202" name="sues200_satellite_to_uav_150m/sues200_satellite_to_uav_150m/seed-3/population/bin-2/label">
            <a:extLst xmlns:a="http://schemas.openxmlformats.org/drawingml/2006/main">
              <a:ext uri="{FF2B5EF4-FFF2-40B4-BE49-F238E27FC236}">
                <a16:creationId xmlns:a16="http://schemas.microsoft.com/office/drawing/2014/main" id="{C73DE5F8-9E1D-4CB8-9DBC-F525C33C47D3}"/>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03" name="sues200_satellite_to_uav_150m/sues200_satellite_to_uav_150m/seed-3/population/bin-2/visual">
            <a:extLst xmlns:a="http://schemas.openxmlformats.org/drawingml/2006/main">
              <a:ext uri="{FF2B5EF4-FFF2-40B4-BE49-F238E27FC236}">
                <a16:creationId xmlns:a16="http://schemas.microsoft.com/office/drawing/2014/main" id="{165766A1-87CC-4326-A1F4-27E0DF341637}"/>
              </a:ext>
            </a:extLst>
          </p:cNvPr>
          <p:cNvSpPr>
            <a:spLocks xmlns:a="http://schemas.openxmlformats.org/drawingml/2006/main" noGrp="1"/>
          </p:cNvSpPr>
          <p:nvPr/>
        </p:nvSpPr>
        <p:spPr>
          <a:xfrm xmlns:a="http://schemas.openxmlformats.org/drawingml/2006/main">
            <a:off x="5250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4" name="sues200_satellite_to_uav_150m/sues200_satellite_to_uav_150m/seed-3/population/bin-2/full">
            <a:extLst xmlns:a="http://schemas.openxmlformats.org/drawingml/2006/main">
              <a:ext uri="{FF2B5EF4-FFF2-40B4-BE49-F238E27FC236}">
                <a16:creationId xmlns:a16="http://schemas.microsoft.com/office/drawing/2014/main" id="{49336B0B-F068-4F53-AC0A-04644A0CFF39}"/>
              </a:ext>
            </a:extLst>
          </p:cNvPr>
          <p:cNvSpPr>
            <a:spLocks xmlns:a="http://schemas.openxmlformats.org/drawingml/2006/main" noGrp="1"/>
          </p:cNvSpPr>
          <p:nvPr/>
        </p:nvSpPr>
        <p:spPr>
          <a:xfrm xmlns:a="http://schemas.openxmlformats.org/drawingml/2006/main">
            <a:off x="588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5" name="sues200_satellite_to_uav_150m/sues200_satellite_to_uav_150m/seed-3/population/bin-3/label">
            <a:extLst xmlns:a="http://schemas.openxmlformats.org/drawingml/2006/main">
              <a:ext uri="{FF2B5EF4-FFF2-40B4-BE49-F238E27FC236}">
                <a16:creationId xmlns:a16="http://schemas.microsoft.com/office/drawing/2014/main" id="{FF01699D-E831-41F3-B7AA-AB1A7E0B91D5}"/>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06" name="sues200_satellite_to_uav_150m/sues200_satellite_to_uav_150m/seed-3/population/bin-3/visual">
            <a:extLst xmlns:a="http://schemas.openxmlformats.org/drawingml/2006/main">
              <a:ext uri="{FF2B5EF4-FFF2-40B4-BE49-F238E27FC236}">
                <a16:creationId xmlns:a16="http://schemas.microsoft.com/office/drawing/2014/main" id="{B52CCD6F-9EDD-44A7-A12A-A0168206E2AE}"/>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7" name="sues200_satellite_to_uav_150m/sues200_satellite_to_uav_150m/seed-3/population/bin-3/full">
            <a:extLst xmlns:a="http://schemas.openxmlformats.org/drawingml/2006/main">
              <a:ext uri="{FF2B5EF4-FFF2-40B4-BE49-F238E27FC236}">
                <a16:creationId xmlns:a16="http://schemas.microsoft.com/office/drawing/2014/main" id="{084A361D-FEA8-4321-A15E-D78446E62E41}"/>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8" name="sues200_satellite_to_uav_150m/sues200_satellite_to_uav_150m/seed-3/population/bin-4/label">
            <a:extLst xmlns:a="http://schemas.openxmlformats.org/drawingml/2006/main">
              <a:ext uri="{FF2B5EF4-FFF2-40B4-BE49-F238E27FC236}">
                <a16:creationId xmlns:a16="http://schemas.microsoft.com/office/drawing/2014/main" id="{D4561522-9EDB-4DC7-9935-92ABC86DA708}"/>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09" name="sues200_satellite_to_uav_150m/sues200_satellite_to_uav_150m/seed-3/population/bin-4/visual">
            <a:extLst xmlns:a="http://schemas.openxmlformats.org/drawingml/2006/main">
              <a:ext uri="{FF2B5EF4-FFF2-40B4-BE49-F238E27FC236}">
                <a16:creationId xmlns:a16="http://schemas.microsoft.com/office/drawing/2014/main" id="{6AF20F5C-F34D-403A-A3BB-3923F5222BA1}"/>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0" name="sues200_satellite_to_uav_150m/sues200_satellite_to_uav_150m/seed-3/population/bin-4/full">
            <a:extLst xmlns:a="http://schemas.openxmlformats.org/drawingml/2006/main">
              <a:ext uri="{FF2B5EF4-FFF2-40B4-BE49-F238E27FC236}">
                <a16:creationId xmlns:a16="http://schemas.microsoft.com/office/drawing/2014/main" id="{5E662219-2A51-4AF7-87E2-3879673DB9F9}"/>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1" name="sues200_satellite_to_uav_150m/sues200_satellite_to_uav_150m/seed-3/population/bin-5/label">
            <a:extLst xmlns:a="http://schemas.openxmlformats.org/drawingml/2006/main">
              <a:ext uri="{FF2B5EF4-FFF2-40B4-BE49-F238E27FC236}">
                <a16:creationId xmlns:a16="http://schemas.microsoft.com/office/drawing/2014/main" id="{9D225AA8-13F8-438D-A081-B80E62C72578}"/>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2" name="sues200_satellite_to_uav_150m/sues200_satellite_to_uav_150m/seed-3/population/bin-5/visual">
            <a:extLst xmlns:a="http://schemas.openxmlformats.org/drawingml/2006/main">
              <a:ext uri="{FF2B5EF4-FFF2-40B4-BE49-F238E27FC236}">
                <a16:creationId xmlns:a16="http://schemas.microsoft.com/office/drawing/2014/main" id="{2BA7D3BD-F54A-4A98-AABA-53055C706C45}"/>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3" name="sues200_satellite_to_uav_150m/sues200_satellite_to_uav_150m/seed-3/population/bin-5/full">
            <a:extLst xmlns:a="http://schemas.openxmlformats.org/drawingml/2006/main">
              <a:ext uri="{FF2B5EF4-FFF2-40B4-BE49-F238E27FC236}">
                <a16:creationId xmlns:a16="http://schemas.microsoft.com/office/drawing/2014/main" id="{3D631785-F3B0-48F9-B15F-FA92A3A5CFFD}"/>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sues200_satellite_to_uav_150m/sues200_satellite_to_uav_150m/seed-3/population/bin-6/label">
            <a:extLst xmlns:a="http://schemas.openxmlformats.org/drawingml/2006/main">
              <a:ext uri="{FF2B5EF4-FFF2-40B4-BE49-F238E27FC236}">
                <a16:creationId xmlns:a16="http://schemas.microsoft.com/office/drawing/2014/main" id="{457FF0D5-9E87-447D-8971-DA56D417F04A}"/>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15" name="sues200_satellite_to_uav_150m/sues200_satellite_to_uav_150m/seed-3/population/bin-6/visual">
            <a:extLst xmlns:a="http://schemas.openxmlformats.org/drawingml/2006/main">
              <a:ext uri="{FF2B5EF4-FFF2-40B4-BE49-F238E27FC236}">
                <a16:creationId xmlns:a16="http://schemas.microsoft.com/office/drawing/2014/main" id="{78E02371-E012-4213-AF4A-5027ADC8D2A4}"/>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6" name="sues200_satellite_to_uav_150m/sues200_satellite_to_uav_150m/seed-3/population/bin-6/full">
            <a:extLst xmlns:a="http://schemas.openxmlformats.org/drawingml/2006/main">
              <a:ext uri="{FF2B5EF4-FFF2-40B4-BE49-F238E27FC236}">
                <a16:creationId xmlns:a16="http://schemas.microsoft.com/office/drawing/2014/main" id="{52C7D902-07DE-4065-B694-997B23B4E9C8}"/>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sues200_satellite_to_uav_150m/sues200_satellite_to_uav_150m/seed-3/population/bin-7/label">
            <a:extLst xmlns:a="http://schemas.openxmlformats.org/drawingml/2006/main">
              <a:ext uri="{FF2B5EF4-FFF2-40B4-BE49-F238E27FC236}">
                <a16:creationId xmlns:a16="http://schemas.microsoft.com/office/drawing/2014/main" id="{265BD941-59E6-47BD-8C13-A7BB6CAFC8BB}"/>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18" name="sues200_satellite_to_uav_150m/sues200_satellite_to_uav_150m/seed-3/population/bin-7/visual">
            <a:extLst xmlns:a="http://schemas.openxmlformats.org/drawingml/2006/main">
              <a:ext uri="{FF2B5EF4-FFF2-40B4-BE49-F238E27FC236}">
                <a16:creationId xmlns:a16="http://schemas.microsoft.com/office/drawing/2014/main" id="{1D219AAC-1626-44D1-A468-FEF112616302}"/>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9" name="sues200_satellite_to_uav_150m/sues200_satellite_to_uav_150m/seed-3/population/bin-7/full">
            <a:extLst xmlns:a="http://schemas.openxmlformats.org/drawingml/2006/main">
              <a:ext uri="{FF2B5EF4-FFF2-40B4-BE49-F238E27FC236}">
                <a16:creationId xmlns:a16="http://schemas.microsoft.com/office/drawing/2014/main" id="{B48C5AC6-DC22-4109-ADA8-370A3B7E9E6A}"/>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sues200_satellite_to_uav_150m/sues200_satellite_to_uav_150m/seed-3/population/bin-8/label">
            <a:extLst xmlns:a="http://schemas.openxmlformats.org/drawingml/2006/main">
              <a:ext uri="{FF2B5EF4-FFF2-40B4-BE49-F238E27FC236}">
                <a16:creationId xmlns:a16="http://schemas.microsoft.com/office/drawing/2014/main" id="{969BF2D9-31DA-4F80-8DC8-09E313F78A65}"/>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1" name="sues200_satellite_to_uav_150m/sues200_satellite_to_uav_150m/seed-3/population/bin-8/visual">
            <a:extLst xmlns:a="http://schemas.openxmlformats.org/drawingml/2006/main">
              <a:ext uri="{FF2B5EF4-FFF2-40B4-BE49-F238E27FC236}">
                <a16:creationId xmlns:a16="http://schemas.microsoft.com/office/drawing/2014/main" id="{314F8069-9781-4CD2-9BEC-97CAC893A107}"/>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sues200_satellite_to_uav_150m/sues200_satellite_to_uav_150m/seed-3/population/bin-8/full">
            <a:extLst xmlns:a="http://schemas.openxmlformats.org/drawingml/2006/main">
              <a:ext uri="{FF2B5EF4-FFF2-40B4-BE49-F238E27FC236}">
                <a16:creationId xmlns:a16="http://schemas.microsoft.com/office/drawing/2014/main" id="{928F6231-4AE9-48C9-A6DD-2A6BC4E684A0}"/>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satellite_to_uav_150m/sues200_satellite_to_uav_150m/seed-3/population/bin-9/label">
            <a:extLst xmlns:a="http://schemas.openxmlformats.org/drawingml/2006/main">
              <a:ext uri="{FF2B5EF4-FFF2-40B4-BE49-F238E27FC236}">
                <a16:creationId xmlns:a16="http://schemas.microsoft.com/office/drawing/2014/main" id="{47362B32-C312-456A-A5E2-27E816B54502}"/>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24" name="sues200_satellite_to_uav_150m/sues200_satellite_to_uav_150m/seed-3/population/bin-9/visual">
            <a:extLst xmlns:a="http://schemas.openxmlformats.org/drawingml/2006/main">
              <a:ext uri="{FF2B5EF4-FFF2-40B4-BE49-F238E27FC236}">
                <a16:creationId xmlns:a16="http://schemas.microsoft.com/office/drawing/2014/main" id="{65105AFA-7AF8-4E0A-861F-2A55F5EDF169}"/>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sues200_satellite_to_uav_150m/sues200_satellite_to_uav_150m/seed-3/population/bin-9/full">
            <a:extLst xmlns:a="http://schemas.openxmlformats.org/drawingml/2006/main">
              <a:ext uri="{FF2B5EF4-FFF2-40B4-BE49-F238E27FC236}">
                <a16:creationId xmlns:a16="http://schemas.microsoft.com/office/drawing/2014/main" id="{7BD91CDD-5444-4B9E-A0F2-E4F1628F0F23}"/>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satellite_to_uav_150m/sues200_satellite_to_uav_150m/seed-3/population/bin-10/label">
            <a:extLst xmlns:a="http://schemas.openxmlformats.org/drawingml/2006/main">
              <a:ext uri="{FF2B5EF4-FFF2-40B4-BE49-F238E27FC236}">
                <a16:creationId xmlns:a16="http://schemas.microsoft.com/office/drawing/2014/main" id="{4A19DBBC-A1D1-46B6-B90F-DBC6E1C2D8AC}"/>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27" name="sues200_satellite_to_uav_150m/sues200_satellite_to_uav_150m/seed-3/population/bin-10/visual">
            <a:extLst xmlns:a="http://schemas.openxmlformats.org/drawingml/2006/main">
              <a:ext uri="{FF2B5EF4-FFF2-40B4-BE49-F238E27FC236}">
                <a16:creationId xmlns:a16="http://schemas.microsoft.com/office/drawing/2014/main" id="{BD4D4378-DD2A-4CA3-AA2B-3EDC4380D7F3}"/>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satellite_to_uav_150m/sues200_satellite_to_uav_150m/seed-3/population/bin-10/full">
            <a:extLst xmlns:a="http://schemas.openxmlformats.org/drawingml/2006/main">
              <a:ext uri="{FF2B5EF4-FFF2-40B4-BE49-F238E27FC236}">
                <a16:creationId xmlns:a16="http://schemas.microsoft.com/office/drawing/2014/main" id="{22A72F9C-8344-451F-B4EE-F567B52FA112}"/>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satellite_to_uav_150m/sues200_satellite_to_uav_150m/seed-3/population/bin-11/label">
            <a:extLst xmlns:a="http://schemas.openxmlformats.org/drawingml/2006/main">
              <a:ext uri="{FF2B5EF4-FFF2-40B4-BE49-F238E27FC236}">
                <a16:creationId xmlns:a16="http://schemas.microsoft.com/office/drawing/2014/main" id="{78922E79-B7BE-44B4-A4D4-1D7C5BDB2690}"/>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0" name="sues200_satellite_to_uav_150m/sues200_satellite_to_uav_150m/seed-3/population/bin-11/visual">
            <a:extLst xmlns:a="http://schemas.openxmlformats.org/drawingml/2006/main">
              <a:ext uri="{FF2B5EF4-FFF2-40B4-BE49-F238E27FC236}">
                <a16:creationId xmlns:a16="http://schemas.microsoft.com/office/drawing/2014/main" id="{B68F2C0F-53AB-47EB-9AD2-043752C6ADA0}"/>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satellite_to_uav_150m/sues200_satellite_to_uav_150m/seed-3/population/bin-11/full">
            <a:extLst xmlns:a="http://schemas.openxmlformats.org/drawingml/2006/main">
              <a:ext uri="{FF2B5EF4-FFF2-40B4-BE49-F238E27FC236}">
                <a16:creationId xmlns:a16="http://schemas.microsoft.com/office/drawing/2014/main" id="{F9EAC24F-0080-4F80-9E79-DFC731142327}"/>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satellite_to_uav_150m/sues200_satellite_to_uav_150m/seed-3/population/bin-12/label">
            <a:extLst xmlns:a="http://schemas.openxmlformats.org/drawingml/2006/main">
              <a:ext uri="{FF2B5EF4-FFF2-40B4-BE49-F238E27FC236}">
                <a16:creationId xmlns:a16="http://schemas.microsoft.com/office/drawing/2014/main" id="{28D79EB1-793E-4618-B0C9-AC128AA905CF}"/>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33" name="sues200_satellite_to_uav_150m/sues200_satellite_to_uav_150m/seed-3/population/bin-12/visual">
            <a:extLst xmlns:a="http://schemas.openxmlformats.org/drawingml/2006/main">
              <a:ext uri="{FF2B5EF4-FFF2-40B4-BE49-F238E27FC236}">
                <a16:creationId xmlns:a16="http://schemas.microsoft.com/office/drawing/2014/main" id="{D6970D20-F7AD-4F7A-B731-A6140498FFB0}"/>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satellite_to_uav_150m/sues200_satellite_to_uav_150m/seed-3/population/bin-12/full">
            <a:extLst xmlns:a="http://schemas.openxmlformats.org/drawingml/2006/main">
              <a:ext uri="{FF2B5EF4-FFF2-40B4-BE49-F238E27FC236}">
                <a16:creationId xmlns:a16="http://schemas.microsoft.com/office/drawing/2014/main" id="{29AFF865-0265-486A-A960-1E3D50DBD368}"/>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satellite_to_uav_150m/sues200_satellite_to_uav_150m/seed-3/population/bin-13/label">
            <a:extLst xmlns:a="http://schemas.openxmlformats.org/drawingml/2006/main">
              <a:ext uri="{FF2B5EF4-FFF2-40B4-BE49-F238E27FC236}">
                <a16:creationId xmlns:a16="http://schemas.microsoft.com/office/drawing/2014/main" id="{934F03DF-5558-4FDA-B2DB-218E564388F0}"/>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36" name="sues200_satellite_to_uav_150m/sues200_satellite_to_uav_150m/seed-3/population/bin-13/visual">
            <a:extLst xmlns:a="http://schemas.openxmlformats.org/drawingml/2006/main">
              <a:ext uri="{FF2B5EF4-FFF2-40B4-BE49-F238E27FC236}">
                <a16:creationId xmlns:a16="http://schemas.microsoft.com/office/drawing/2014/main" id="{5AD93E69-8DE2-41D5-BB19-054762216478}"/>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satellite_to_uav_150m/sues200_satellite_to_uav_150m/seed-3/population/bin-13/full">
            <a:extLst xmlns:a="http://schemas.openxmlformats.org/drawingml/2006/main">
              <a:ext uri="{FF2B5EF4-FFF2-40B4-BE49-F238E27FC236}">
                <a16:creationId xmlns:a16="http://schemas.microsoft.com/office/drawing/2014/main" id="{F4FCCCA6-34A9-467C-A283-7B9A25A3F820}"/>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satellite_to_uav_150m/sues200_satellite_to_uav_150m/seed-3/population/bin-14/label">
            <a:extLst xmlns:a="http://schemas.openxmlformats.org/drawingml/2006/main">
              <a:ext uri="{FF2B5EF4-FFF2-40B4-BE49-F238E27FC236}">
                <a16:creationId xmlns:a16="http://schemas.microsoft.com/office/drawing/2014/main" id="{532D556F-FA40-4260-8596-331FF05C6058}"/>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39" name="sues200_satellite_to_uav_150m/sues200_satellite_to_uav_150m/seed-3/population/bin-14/visual">
            <a:extLst xmlns:a="http://schemas.openxmlformats.org/drawingml/2006/main">
              <a:ext uri="{FF2B5EF4-FFF2-40B4-BE49-F238E27FC236}">
                <a16:creationId xmlns:a16="http://schemas.microsoft.com/office/drawing/2014/main" id="{77B96035-E1CF-4EAE-BE48-315AAFDE6755}"/>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satellite_to_uav_150m/sues200_satellite_to_uav_150m/seed-3/population/bin-14/full">
            <a:extLst xmlns:a="http://schemas.openxmlformats.org/drawingml/2006/main">
              <a:ext uri="{FF2B5EF4-FFF2-40B4-BE49-F238E27FC236}">
                <a16:creationId xmlns:a16="http://schemas.microsoft.com/office/drawing/2014/main" id="{3AC52217-5109-42EE-82B3-8D67E6881D71}"/>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satellite_to_uav_150m/sues200_satellite_to_uav_150m/seed-3/population/bin-15/label">
            <a:extLst xmlns:a="http://schemas.openxmlformats.org/drawingml/2006/main">
              <a:ext uri="{FF2B5EF4-FFF2-40B4-BE49-F238E27FC236}">
                <a16:creationId xmlns:a16="http://schemas.microsoft.com/office/drawing/2014/main" id="{82F554D6-B7AF-45DB-A84E-0EC25EDA8024}"/>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2" name="sues200_satellite_to_uav_150m/sues200_satellite_to_uav_150m/seed-3/population/bin-15/visual">
            <a:extLst xmlns:a="http://schemas.openxmlformats.org/drawingml/2006/main">
              <a:ext uri="{FF2B5EF4-FFF2-40B4-BE49-F238E27FC236}">
                <a16:creationId xmlns:a16="http://schemas.microsoft.com/office/drawing/2014/main" id="{0EBC32CE-9FEB-4F67-BD06-5704A662B57F}"/>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satellite_to_uav_150m/sues200_satellite_to_uav_150m/seed-3/population/bin-15/full">
            <a:extLst xmlns:a="http://schemas.openxmlformats.org/drawingml/2006/main">
              <a:ext uri="{FF2B5EF4-FFF2-40B4-BE49-F238E27FC236}">
                <a16:creationId xmlns:a16="http://schemas.microsoft.com/office/drawing/2014/main" id="{F4393233-92E5-4C6C-B8FD-5A2225AED19C}"/>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satellite_to_uav_150m/x-axis-label">
            <a:extLst xmlns:a="http://schemas.openxmlformats.org/drawingml/2006/main">
              <a:ext uri="{FF2B5EF4-FFF2-40B4-BE49-F238E27FC236}">
                <a16:creationId xmlns:a16="http://schemas.microsoft.com/office/drawing/2014/main" id="{F1B7C522-859C-48CD-B06E-102896298FB3}"/>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45" name="sues200_satellite_to_uav_150m/footnote-1">
            <a:extLst xmlns:a="http://schemas.openxmlformats.org/drawingml/2006/main">
              <a:ext uri="{FF2B5EF4-FFF2-40B4-BE49-F238E27FC236}">
                <a16:creationId xmlns:a16="http://schemas.microsoft.com/office/drawing/2014/main" id="{EC0E27A2-E10F-40F4-B8E6-93BDE720DE09}"/>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46" name="sues200_satellite_to_uav_150m/footnote-2">
            <a:extLst xmlns:a="http://schemas.openxmlformats.org/drawingml/2006/main">
              <a:ext uri="{FF2B5EF4-FFF2-40B4-BE49-F238E27FC236}">
                <a16:creationId xmlns:a16="http://schemas.microsoft.com/office/drawing/2014/main" id="{0A16F1F0-C584-41FA-A994-A89059319EAE}"/>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47" name="sues200_satellite_to_uav_150m/footnote-3">
            <a:extLst xmlns:a="http://schemas.openxmlformats.org/drawingml/2006/main">
              <a:ext uri="{FF2B5EF4-FFF2-40B4-BE49-F238E27FC236}">
                <a16:creationId xmlns:a16="http://schemas.microsoft.com/office/drawing/2014/main" id="{8E68E75A-840B-469B-B84B-ABD37D092A8A}"/>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48" name="sues200_satellite_to_uav_150m/footnote-4">
            <a:extLst xmlns:a="http://schemas.openxmlformats.org/drawingml/2006/main">
              <a:ext uri="{FF2B5EF4-FFF2-40B4-BE49-F238E27FC236}">
                <a16:creationId xmlns:a16="http://schemas.microsoft.com/office/drawing/2014/main" id="{614F0CEC-1C88-40C7-A209-C09978138925}"/>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49" name="sues200_satellite_to_uav_150m/footnote-5">
            <a:extLst xmlns:a="http://schemas.openxmlformats.org/drawingml/2006/main">
              <a:ext uri="{FF2B5EF4-FFF2-40B4-BE49-F238E27FC236}">
                <a16:creationId xmlns:a16="http://schemas.microsoft.com/office/drawing/2014/main" id="{E86A924C-83A4-4D74-978F-CE31478FAC00}"/>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0" name="sues200_satellite_to_uav_150m/footnote-6">
            <a:extLst xmlns:a="http://schemas.openxmlformats.org/drawingml/2006/main">
              <a:ext uri="{FF2B5EF4-FFF2-40B4-BE49-F238E27FC236}">
                <a16:creationId xmlns:a16="http://schemas.microsoft.com/office/drawing/2014/main" id="{7FA77B16-8A72-429F-BE7D-2BB924847155}"/>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19594413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sues200_uav_200m_to_satellite/title">
            <a:extLst xmlns:a="http://schemas.openxmlformats.org/drawingml/2006/main">
              <a:ext uri="{FF2B5EF4-FFF2-40B4-BE49-F238E27FC236}">
                <a16:creationId xmlns:a16="http://schemas.microsoft.com/office/drawing/2014/main" id="{802AED12-4C7F-49D7-B616-C3515F7C8393}"/>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200 m → satellite</a:t>
            </a:r>
          </a:p>
        </p:txBody>
      </p:sp>
      <p:sp>
        <p:nvSpPr>
          <p:cNvPr id="2" name="sues200_uav_200m_to_satellite/subtitle">
            <a:extLst xmlns:a="http://schemas.openxmlformats.org/drawingml/2006/main">
              <a:ext uri="{FF2B5EF4-FFF2-40B4-BE49-F238E27FC236}">
                <a16:creationId xmlns:a16="http://schemas.microsoft.com/office/drawing/2014/main" id="{9803E067-DBCC-4DD9-BE37-A041022373BD}"/>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uav_200m_to_satellite/legend/visual/marker">
            <a:extLst xmlns:a="http://schemas.openxmlformats.org/drawingml/2006/main">
              <a:ext uri="{FF2B5EF4-FFF2-40B4-BE49-F238E27FC236}">
                <a16:creationId xmlns:a16="http://schemas.microsoft.com/office/drawing/2014/main" id="{34A676A8-ABDF-4A99-8073-CA264D8FAC89}"/>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200m_to_satellite/legend/visual/text">
            <a:extLst xmlns:a="http://schemas.openxmlformats.org/drawingml/2006/main">
              <a:ext uri="{FF2B5EF4-FFF2-40B4-BE49-F238E27FC236}">
                <a16:creationId xmlns:a16="http://schemas.microsoft.com/office/drawing/2014/main" id="{78480835-400C-4EDA-97DC-E96C252B09F1}"/>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200m_to_satellite/legend/full/marker">
            <a:extLst xmlns:a="http://schemas.openxmlformats.org/drawingml/2006/main">
              <a:ext uri="{FF2B5EF4-FFF2-40B4-BE49-F238E27FC236}">
                <a16:creationId xmlns:a16="http://schemas.microsoft.com/office/drawing/2014/main" id="{09AD06B5-49E7-4C88-BA1A-A67533981C73}"/>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200m_to_satellite/legend/full/text">
            <a:extLst xmlns:a="http://schemas.openxmlformats.org/drawingml/2006/main">
              <a:ext uri="{FF2B5EF4-FFF2-40B4-BE49-F238E27FC236}">
                <a16:creationId xmlns:a16="http://schemas.microsoft.com/office/drawing/2014/main" id="{BD3747E6-7D2C-4177-8858-6B5E5508BB4F}"/>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200m_to_satellite/legend/equality/line">
            <a:extLst xmlns:a="http://schemas.openxmlformats.org/drawingml/2006/main">
              <a:ext uri="{FF2B5EF4-FFF2-40B4-BE49-F238E27FC236}">
                <a16:creationId xmlns:a16="http://schemas.microsoft.com/office/drawing/2014/main" id="{1D730138-50B1-423C-AA1E-82560E7D81E4}"/>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uav_200m_to_satellite/legend/equality/text">
            <a:extLst xmlns:a="http://schemas.openxmlformats.org/drawingml/2006/main">
              <a:ext uri="{FF2B5EF4-FFF2-40B4-BE49-F238E27FC236}">
                <a16:creationId xmlns:a16="http://schemas.microsoft.com/office/drawing/2014/main" id="{77D69A56-EE1D-40E7-894F-3E7D859E89D3}"/>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uav_200m_to_satellite/y-axis-label">
            <a:extLst xmlns:a="http://schemas.openxmlformats.org/drawingml/2006/main">
              <a:ext uri="{FF2B5EF4-FFF2-40B4-BE49-F238E27FC236}">
                <a16:creationId xmlns:a16="http://schemas.microsoft.com/office/drawing/2014/main" id="{96A1A75A-311A-41CB-8216-903F5EAE57C2}"/>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uav_200m_to_satellite/sues200_uav_200m_to_satellite/seed-1/seed-heading">
            <a:extLst xmlns:a="http://schemas.openxmlformats.org/drawingml/2006/main">
              <a:ext uri="{FF2B5EF4-FFF2-40B4-BE49-F238E27FC236}">
                <a16:creationId xmlns:a16="http://schemas.microsoft.com/office/drawing/2014/main" id="{776CEFDC-9920-4CFB-A5A1-5CB1FE33F127}"/>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uav_200m_to_satellite/sues200_uav_200m_to_satellite/seed-1/y-grid-0">
            <a:extLst xmlns:a="http://schemas.openxmlformats.org/drawingml/2006/main">
              <a:ext uri="{FF2B5EF4-FFF2-40B4-BE49-F238E27FC236}">
                <a16:creationId xmlns:a16="http://schemas.microsoft.com/office/drawing/2014/main" id="{4950864F-DFD5-42C4-B8E5-A00D83D878E1}"/>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uav_200m_to_satellite/sues200_uav_200m_to_satellite/seed-1/y-label-0">
            <a:extLst xmlns:a="http://schemas.openxmlformats.org/drawingml/2006/main">
              <a:ext uri="{FF2B5EF4-FFF2-40B4-BE49-F238E27FC236}">
                <a16:creationId xmlns:a16="http://schemas.microsoft.com/office/drawing/2014/main" id="{46400090-EE2B-4FE2-A936-A4A9C9B6697D}"/>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00m_to_satellite/sues200_uav_200m_to_satellite/seed-1/x-tick-0">
            <a:extLst xmlns:a="http://schemas.openxmlformats.org/drawingml/2006/main">
              <a:ext uri="{FF2B5EF4-FFF2-40B4-BE49-F238E27FC236}">
                <a16:creationId xmlns:a16="http://schemas.microsoft.com/office/drawing/2014/main" id="{EA3B3272-BAA6-470A-84C6-674A9E780EE6}"/>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uav_200m_to_satellite/sues200_uav_200m_to_satellite/seed-1/x-label-0">
            <a:extLst xmlns:a="http://schemas.openxmlformats.org/drawingml/2006/main">
              <a:ext uri="{FF2B5EF4-FFF2-40B4-BE49-F238E27FC236}">
                <a16:creationId xmlns:a16="http://schemas.microsoft.com/office/drawing/2014/main" id="{74D39520-BCFD-47C2-A377-5EF5D1E153BA}"/>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uav_200m_to_satellite/sues200_uav_200m_to_satellite/seed-1/y-grid-0.25">
            <a:extLst xmlns:a="http://schemas.openxmlformats.org/drawingml/2006/main">
              <a:ext uri="{FF2B5EF4-FFF2-40B4-BE49-F238E27FC236}">
                <a16:creationId xmlns:a16="http://schemas.microsoft.com/office/drawing/2014/main" id="{4322E316-6FF4-4458-8349-AEDF978D56D2}"/>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uav_200m_to_satellite/sues200_uav_200m_to_satellite/seed-1/y-label-0.25">
            <a:extLst xmlns:a="http://schemas.openxmlformats.org/drawingml/2006/main">
              <a:ext uri="{FF2B5EF4-FFF2-40B4-BE49-F238E27FC236}">
                <a16:creationId xmlns:a16="http://schemas.microsoft.com/office/drawing/2014/main" id="{60641D5A-01AC-4D7E-81AD-5085ACEC7E8B}"/>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uav_200m_to_satellite/sues200_uav_200m_to_satellite/seed-1/x-tick-0.25">
            <a:extLst xmlns:a="http://schemas.openxmlformats.org/drawingml/2006/main">
              <a:ext uri="{FF2B5EF4-FFF2-40B4-BE49-F238E27FC236}">
                <a16:creationId xmlns:a16="http://schemas.microsoft.com/office/drawing/2014/main" id="{CE530582-B4DA-442F-88FD-88BDA5CECAE6}"/>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uav_200m_to_satellite/sues200_uav_200m_to_satellite/seed-1/x-label-0.25">
            <a:extLst xmlns:a="http://schemas.openxmlformats.org/drawingml/2006/main">
              <a:ext uri="{FF2B5EF4-FFF2-40B4-BE49-F238E27FC236}">
                <a16:creationId xmlns:a16="http://schemas.microsoft.com/office/drawing/2014/main" id="{26F213E9-82D6-4641-A051-3BC4EC7876F7}"/>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uav_200m_to_satellite/sues200_uav_200m_to_satellite/seed-1/y-grid-0.5">
            <a:extLst xmlns:a="http://schemas.openxmlformats.org/drawingml/2006/main">
              <a:ext uri="{FF2B5EF4-FFF2-40B4-BE49-F238E27FC236}">
                <a16:creationId xmlns:a16="http://schemas.microsoft.com/office/drawing/2014/main" id="{9AA76CC1-9C73-4553-8949-A7214423803B}"/>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uav_200m_to_satellite/sues200_uav_200m_to_satellite/seed-1/y-label-0.5">
            <a:extLst xmlns:a="http://schemas.openxmlformats.org/drawingml/2006/main">
              <a:ext uri="{FF2B5EF4-FFF2-40B4-BE49-F238E27FC236}">
                <a16:creationId xmlns:a16="http://schemas.microsoft.com/office/drawing/2014/main" id="{8789EC0F-1BFA-4573-A846-FDB6380EE1A4}"/>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uav_200m_to_satellite/sues200_uav_200m_to_satellite/seed-1/x-tick-0.5">
            <a:extLst xmlns:a="http://schemas.openxmlformats.org/drawingml/2006/main">
              <a:ext uri="{FF2B5EF4-FFF2-40B4-BE49-F238E27FC236}">
                <a16:creationId xmlns:a16="http://schemas.microsoft.com/office/drawing/2014/main" id="{22D9C322-8E57-4280-A54E-38F1D77B71DF}"/>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uav_200m_to_satellite/sues200_uav_200m_to_satellite/seed-1/x-label-0.5">
            <a:extLst xmlns:a="http://schemas.openxmlformats.org/drawingml/2006/main">
              <a:ext uri="{FF2B5EF4-FFF2-40B4-BE49-F238E27FC236}">
                <a16:creationId xmlns:a16="http://schemas.microsoft.com/office/drawing/2014/main" id="{EA10E097-AC9E-4AA7-8205-CB2092F6E363}"/>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uav_200m_to_satellite/sues200_uav_200m_to_satellite/seed-1/y-grid-0.75">
            <a:extLst xmlns:a="http://schemas.openxmlformats.org/drawingml/2006/main">
              <a:ext uri="{FF2B5EF4-FFF2-40B4-BE49-F238E27FC236}">
                <a16:creationId xmlns:a16="http://schemas.microsoft.com/office/drawing/2014/main" id="{990458FF-2AC5-4785-AD69-C662368F7693}"/>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uav_200m_to_satellite/sues200_uav_200m_to_satellite/seed-1/y-label-0.75">
            <a:extLst xmlns:a="http://schemas.openxmlformats.org/drawingml/2006/main">
              <a:ext uri="{FF2B5EF4-FFF2-40B4-BE49-F238E27FC236}">
                <a16:creationId xmlns:a16="http://schemas.microsoft.com/office/drawing/2014/main" id="{D407A575-5272-46E0-9F76-D935ED805819}"/>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uav_200m_to_satellite/sues200_uav_200m_to_satellite/seed-1/x-tick-0.75">
            <a:extLst xmlns:a="http://schemas.openxmlformats.org/drawingml/2006/main">
              <a:ext uri="{FF2B5EF4-FFF2-40B4-BE49-F238E27FC236}">
                <a16:creationId xmlns:a16="http://schemas.microsoft.com/office/drawing/2014/main" id="{C783FFDC-192E-40AC-B338-D629D3DE3365}"/>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uav_200m_to_satellite/sues200_uav_200m_to_satellite/seed-1/x-label-0.75">
            <a:extLst xmlns:a="http://schemas.openxmlformats.org/drawingml/2006/main">
              <a:ext uri="{FF2B5EF4-FFF2-40B4-BE49-F238E27FC236}">
                <a16:creationId xmlns:a16="http://schemas.microsoft.com/office/drawing/2014/main" id="{DB119949-7072-4610-9A4C-085C52281444}"/>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uav_200m_to_satellite/sues200_uav_200m_to_satellite/seed-1/y-grid-1">
            <a:extLst xmlns:a="http://schemas.openxmlformats.org/drawingml/2006/main">
              <a:ext uri="{FF2B5EF4-FFF2-40B4-BE49-F238E27FC236}">
                <a16:creationId xmlns:a16="http://schemas.microsoft.com/office/drawing/2014/main" id="{EEC14432-6AB4-4B9D-A72F-BB867EB82677}"/>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uav_200m_to_satellite/sues200_uav_200m_to_satellite/seed-1/y-label-1">
            <a:extLst xmlns:a="http://schemas.openxmlformats.org/drawingml/2006/main">
              <a:ext uri="{FF2B5EF4-FFF2-40B4-BE49-F238E27FC236}">
                <a16:creationId xmlns:a16="http://schemas.microsoft.com/office/drawing/2014/main" id="{DDF8EBDC-DF51-4C29-ADC3-4351FE1E971B}"/>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uav_200m_to_satellite/sues200_uav_200m_to_satellite/seed-1/x-tick-1">
            <a:extLst xmlns:a="http://schemas.openxmlformats.org/drawingml/2006/main">
              <a:ext uri="{FF2B5EF4-FFF2-40B4-BE49-F238E27FC236}">
                <a16:creationId xmlns:a16="http://schemas.microsoft.com/office/drawing/2014/main" id="{24FECAAD-C6EF-41BB-9C2F-F090848004BB}"/>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00m_to_satellite/sues200_uav_200m_to_satellite/seed-1/x-label-1">
            <a:extLst xmlns:a="http://schemas.openxmlformats.org/drawingml/2006/main">
              <a:ext uri="{FF2B5EF4-FFF2-40B4-BE49-F238E27FC236}">
                <a16:creationId xmlns:a16="http://schemas.microsoft.com/office/drawing/2014/main" id="{61453752-D370-4491-AF69-B5072BF06310}"/>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uav_200m_to_satellite/sues200_uav_200m_to_satellite/seed-1/reference-equality">
            <a:extLst xmlns:a="http://schemas.openxmlformats.org/drawingml/2006/main">
              <a:ext uri="{FF2B5EF4-FFF2-40B4-BE49-F238E27FC236}">
                <a16:creationId xmlns:a16="http://schemas.microsoft.com/office/drawing/2014/main" id="{458A7F74-C810-477C-A25C-91817C647A71}"/>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uav_200m_to_satellite/sues200_uav_200m_to_satellite/seed-1/y-axis">
            <a:extLst xmlns:a="http://schemas.openxmlformats.org/drawingml/2006/main">
              <a:ext uri="{FF2B5EF4-FFF2-40B4-BE49-F238E27FC236}">
                <a16:creationId xmlns:a16="http://schemas.microsoft.com/office/drawing/2014/main" id="{D076CE98-5A25-40A2-B47B-67E264B037C5}"/>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uav_200m_to_satellite/sues200_uav_200m_to_satellite/seed-1/x-axis">
            <a:extLst xmlns:a="http://schemas.openxmlformats.org/drawingml/2006/main">
              <a:ext uri="{FF2B5EF4-FFF2-40B4-BE49-F238E27FC236}">
                <a16:creationId xmlns:a16="http://schemas.microsoft.com/office/drawing/2014/main" id="{92482ED0-2EE9-4E99-B587-952273D952D1}"/>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uav_200m_to_satellite/sues200_uav_200m_to_satellite/seed-1/visual/bin-1/point">
            <a:extLst xmlns:a="http://schemas.openxmlformats.org/drawingml/2006/main">
              <a:ext uri="{FF2B5EF4-FFF2-40B4-BE49-F238E27FC236}">
                <a16:creationId xmlns:a16="http://schemas.microsoft.com/office/drawing/2014/main" id="{EF81C22F-AED2-4632-BC68-39C169ED28F3}"/>
              </a:ext>
            </a:extLst>
          </p:cNvPr>
          <p:cNvSpPr>
            <a:spLocks xmlns:a="http://schemas.openxmlformats.org/drawingml/2006/main" noGrp="1"/>
          </p:cNvSpPr>
          <p:nvPr/>
        </p:nvSpPr>
        <p:spPr>
          <a:xfrm xmlns:a="http://schemas.openxmlformats.org/drawingml/2006/main">
            <a:off x="545056" y="209004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200m_to_satellite/sues200_uav_200m_to_satellite/seed-1/visual/bin-2/point">
            <a:extLst xmlns:a="http://schemas.openxmlformats.org/drawingml/2006/main">
              <a:ext uri="{FF2B5EF4-FFF2-40B4-BE49-F238E27FC236}">
                <a16:creationId xmlns:a16="http://schemas.microsoft.com/office/drawing/2014/main" id="{3528DC77-DFE8-49A2-8131-3361F8BB2CA1}"/>
              </a:ext>
            </a:extLst>
          </p:cNvPr>
          <p:cNvSpPr>
            <a:spLocks xmlns:a="http://schemas.openxmlformats.org/drawingml/2006/main" noGrp="1"/>
          </p:cNvSpPr>
          <p:nvPr/>
        </p:nvSpPr>
        <p:spPr>
          <a:xfrm xmlns:a="http://schemas.openxmlformats.org/drawingml/2006/main">
            <a:off x="643782" y="17308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200m_to_satellite/sues200_uav_200m_to_satellite/seed-1/visual/bin-3/point">
            <a:extLst xmlns:a="http://schemas.openxmlformats.org/drawingml/2006/main">
              <a:ext uri="{FF2B5EF4-FFF2-40B4-BE49-F238E27FC236}">
                <a16:creationId xmlns:a16="http://schemas.microsoft.com/office/drawing/2014/main" id="{CB854258-C907-43A7-8F95-393821226EED}"/>
              </a:ext>
            </a:extLst>
          </p:cNvPr>
          <p:cNvSpPr>
            <a:spLocks xmlns:a="http://schemas.openxmlformats.org/drawingml/2006/main" noGrp="1"/>
          </p:cNvSpPr>
          <p:nvPr/>
        </p:nvSpPr>
        <p:spPr>
          <a:xfrm xmlns:a="http://schemas.openxmlformats.org/drawingml/2006/main">
            <a:off x="738417" y="178326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200m_to_satellite/sues200_uav_200m_to_satellite/seed-1/visual/ECE">
            <a:extLst xmlns:a="http://schemas.openxmlformats.org/drawingml/2006/main">
              <a:ext uri="{FF2B5EF4-FFF2-40B4-BE49-F238E27FC236}">
                <a16:creationId xmlns:a16="http://schemas.microsoft.com/office/drawing/2014/main" id="{AB7881EF-4778-4860-A72F-E5F9EDFE6F0F}"/>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0.3793</a:t>
            </a:r>
          </a:p>
        </p:txBody>
      </p:sp>
      <p:sp>
        <p:nvSpPr>
          <p:cNvPr id="38" name="sues200_uav_200m_to_satellite/sues200_uav_200m_to_satellite/seed-1/full/bin-1/point">
            <a:extLst xmlns:a="http://schemas.openxmlformats.org/drawingml/2006/main">
              <a:ext uri="{FF2B5EF4-FFF2-40B4-BE49-F238E27FC236}">
                <a16:creationId xmlns:a16="http://schemas.microsoft.com/office/drawing/2014/main" id="{C4BE5BB9-9892-40AA-8806-0499CF7A4707}"/>
              </a:ext>
            </a:extLst>
          </p:cNvPr>
          <p:cNvSpPr>
            <a:spLocks xmlns:a="http://schemas.openxmlformats.org/drawingml/2006/main" noGrp="1"/>
          </p:cNvSpPr>
          <p:nvPr/>
        </p:nvSpPr>
        <p:spPr>
          <a:xfrm xmlns:a="http://schemas.openxmlformats.org/drawingml/2006/main">
            <a:off x="547670" y="221253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sues200_uav_200m_to_satellite/sues200_uav_200m_to_satellite/seed-1/full/bin-2/point">
            <a:extLst xmlns:a="http://schemas.openxmlformats.org/drawingml/2006/main">
              <a:ext uri="{FF2B5EF4-FFF2-40B4-BE49-F238E27FC236}">
                <a16:creationId xmlns:a16="http://schemas.microsoft.com/office/drawing/2014/main" id="{BEEB54F3-DBC8-4E51-BB16-BEAED917B0AE}"/>
              </a:ext>
            </a:extLst>
          </p:cNvPr>
          <p:cNvSpPr>
            <a:spLocks xmlns:a="http://schemas.openxmlformats.org/drawingml/2006/main" noGrp="1"/>
          </p:cNvSpPr>
          <p:nvPr/>
        </p:nvSpPr>
        <p:spPr>
          <a:xfrm xmlns:a="http://schemas.openxmlformats.org/drawingml/2006/main">
            <a:off x="649483" y="187040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0" name="sues200_uav_200m_to_satellite/sues200_uav_200m_to_satellite/seed-1/full/bin-3/point">
            <a:extLst xmlns:a="http://schemas.openxmlformats.org/drawingml/2006/main">
              <a:ext uri="{FF2B5EF4-FFF2-40B4-BE49-F238E27FC236}">
                <a16:creationId xmlns:a16="http://schemas.microsoft.com/office/drawing/2014/main" id="{A8A4E8DC-FE90-4F1A-B5B2-A5AE78301D8D}"/>
              </a:ext>
            </a:extLst>
          </p:cNvPr>
          <p:cNvSpPr>
            <a:spLocks xmlns:a="http://schemas.openxmlformats.org/drawingml/2006/main" noGrp="1"/>
          </p:cNvSpPr>
          <p:nvPr/>
        </p:nvSpPr>
        <p:spPr>
          <a:xfrm xmlns:a="http://schemas.openxmlformats.org/drawingml/2006/main">
            <a:off x="742713" y="249188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1" name="sues200_uav_200m_to_satellite/sues200_uav_200m_to_satellite/seed-1/full/bin-4/point">
            <a:extLst xmlns:a="http://schemas.openxmlformats.org/drawingml/2006/main">
              <a:ext uri="{FF2B5EF4-FFF2-40B4-BE49-F238E27FC236}">
                <a16:creationId xmlns:a16="http://schemas.microsoft.com/office/drawing/2014/main" id="{18429D41-5B2E-4DFF-AD1D-DF29648037A6}"/>
              </a:ext>
            </a:extLst>
          </p:cNvPr>
          <p:cNvSpPr>
            <a:spLocks xmlns:a="http://schemas.openxmlformats.org/drawingml/2006/main" noGrp="1"/>
          </p:cNvSpPr>
          <p:nvPr/>
        </p:nvSpPr>
        <p:spPr>
          <a:xfrm xmlns:a="http://schemas.openxmlformats.org/drawingml/2006/main">
            <a:off x="837191"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uav_200m_to_satellite/sues200_uav_200m_to_satellite/seed-1/full/ECE">
            <a:extLst xmlns:a="http://schemas.openxmlformats.org/drawingml/2006/main">
              <a:ext uri="{FF2B5EF4-FFF2-40B4-BE49-F238E27FC236}">
                <a16:creationId xmlns:a16="http://schemas.microsoft.com/office/drawing/2014/main" id="{5002D46A-576C-4DFA-8BAF-742C9E75EBEC}"/>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0.2986</a:t>
            </a:r>
          </a:p>
        </p:txBody>
      </p:sp>
      <p:sp>
        <p:nvSpPr>
          <p:cNvPr id="43" name="sues200_uav_200m_to_satellite/sues200_uav_200m_to_satellite/seed-1/population/N">
            <a:extLst xmlns:a="http://schemas.openxmlformats.org/drawingml/2006/main">
              <a:ext uri="{FF2B5EF4-FFF2-40B4-BE49-F238E27FC236}">
                <a16:creationId xmlns:a16="http://schemas.microsoft.com/office/drawing/2014/main" id="{D058E37A-3695-45AA-BA22-D463F0D9755E}"/>
              </a:ext>
            </a:extLst>
          </p:cNvPr>
          <p:cNvSpPr>
            <a:spLocks xmlns:a="http://schemas.openxmlformats.org/drawingml/2006/main" noGrp="1"/>
          </p:cNvSpPr>
          <p:nvPr/>
        </p:nvSpPr>
        <p:spPr>
          <a:xfrm xmlns:a="http://schemas.openxmlformats.org/drawingml/2006/main">
            <a:off x="6985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44" name="sues200_uav_200m_to_satellite/sues200_uav_200m_to_satellite/seed-1/population/header/bin">
            <a:extLst xmlns:a="http://schemas.openxmlformats.org/drawingml/2006/main">
              <a:ext uri="{FF2B5EF4-FFF2-40B4-BE49-F238E27FC236}">
                <a16:creationId xmlns:a16="http://schemas.microsoft.com/office/drawing/2014/main" id="{3BE26070-704A-4C1F-A973-E6ACF7CB6876}"/>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5" name="sues200_uav_200m_to_satellite/sues200_uav_200m_to_satellite/seed-1/population/header/visual">
            <a:extLst xmlns:a="http://schemas.openxmlformats.org/drawingml/2006/main">
              <a:ext uri="{FF2B5EF4-FFF2-40B4-BE49-F238E27FC236}">
                <a16:creationId xmlns:a16="http://schemas.microsoft.com/office/drawing/2014/main" id="{54E8DF2F-5F29-4423-9909-3F6F2CF71667}"/>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6" name="sues200_uav_200m_to_satellite/sues200_uav_200m_to_satellite/seed-1/population/header/full">
            <a:extLst xmlns:a="http://schemas.openxmlformats.org/drawingml/2006/main">
              <a:ext uri="{FF2B5EF4-FFF2-40B4-BE49-F238E27FC236}">
                <a16:creationId xmlns:a16="http://schemas.microsoft.com/office/drawing/2014/main" id="{E4790514-EF01-4204-8A66-DC8BB3907160}"/>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7" name="sues200_uav_200m_to_satellite/sues200_uav_200m_to_satellite/seed-1/population/header/rule">
            <a:extLst xmlns:a="http://schemas.openxmlformats.org/drawingml/2006/main">
              <a:ext uri="{FF2B5EF4-FFF2-40B4-BE49-F238E27FC236}">
                <a16:creationId xmlns:a16="http://schemas.microsoft.com/office/drawing/2014/main" id="{035D974D-B588-4247-A69F-4A1BAB58B292}"/>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8" name="sues200_uav_200m_to_satellite/sues200_uav_200m_to_satellite/seed-1/population/bin-1/label">
            <a:extLst xmlns:a="http://schemas.openxmlformats.org/drawingml/2006/main">
              <a:ext uri="{FF2B5EF4-FFF2-40B4-BE49-F238E27FC236}">
                <a16:creationId xmlns:a16="http://schemas.microsoft.com/office/drawing/2014/main" id="{23B24DF9-B8E4-4FF8-A591-D762C98B23EC}"/>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9" name="sues200_uav_200m_to_satellite/sues200_uav_200m_to_satellite/seed-1/population/bin-1/visual">
            <a:extLst xmlns:a="http://schemas.openxmlformats.org/drawingml/2006/main">
              <a:ext uri="{FF2B5EF4-FFF2-40B4-BE49-F238E27FC236}">
                <a16:creationId xmlns:a16="http://schemas.microsoft.com/office/drawing/2014/main" id="{9EADB76C-75AD-47D5-90C2-C24E9D24F6E5}"/>
              </a:ext>
            </a:extLst>
          </p:cNvPr>
          <p:cNvSpPr>
            <a:spLocks xmlns:a="http://schemas.openxmlformats.org/drawingml/2006/main" noGrp="1"/>
          </p:cNvSpPr>
          <p:nvPr/>
        </p:nvSpPr>
        <p:spPr>
          <a:xfrm xmlns:a="http://schemas.openxmlformats.org/drawingml/2006/main">
            <a:off x="1152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3429</a:t>
            </a:r>
          </a:p>
        </p:txBody>
      </p:sp>
      <p:sp>
        <p:nvSpPr>
          <p:cNvPr id="50" name="sues200_uav_200m_to_satellite/sues200_uav_200m_to_satellite/seed-1/population/bin-1/full">
            <a:extLst xmlns:a="http://schemas.openxmlformats.org/drawingml/2006/main">
              <a:ext uri="{FF2B5EF4-FFF2-40B4-BE49-F238E27FC236}">
                <a16:creationId xmlns:a16="http://schemas.microsoft.com/office/drawing/2014/main" id="{21B837A0-1055-48D5-9B84-04D39BD31188}"/>
              </a:ext>
            </a:extLst>
          </p:cNvPr>
          <p:cNvSpPr>
            <a:spLocks xmlns:a="http://schemas.openxmlformats.org/drawingml/2006/main" noGrp="1"/>
          </p:cNvSpPr>
          <p:nvPr/>
        </p:nvSpPr>
        <p:spPr>
          <a:xfrm xmlns:a="http://schemas.openxmlformats.org/drawingml/2006/main">
            <a:off x="1787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3435</a:t>
            </a:r>
          </a:p>
        </p:txBody>
      </p:sp>
      <p:sp>
        <p:nvSpPr>
          <p:cNvPr id="51" name="sues200_uav_200m_to_satellite/sues200_uav_200m_to_satellite/seed-1/population/bin-2/label">
            <a:extLst xmlns:a="http://schemas.openxmlformats.org/drawingml/2006/main">
              <a:ext uri="{FF2B5EF4-FFF2-40B4-BE49-F238E27FC236}">
                <a16:creationId xmlns:a16="http://schemas.microsoft.com/office/drawing/2014/main" id="{08F69158-979C-45D4-A812-8A49798DA6B8}"/>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52" name="sues200_uav_200m_to_satellite/sues200_uav_200m_to_satellite/seed-1/population/bin-2/visual">
            <a:extLst xmlns:a="http://schemas.openxmlformats.org/drawingml/2006/main">
              <a:ext uri="{FF2B5EF4-FFF2-40B4-BE49-F238E27FC236}">
                <a16:creationId xmlns:a16="http://schemas.microsoft.com/office/drawing/2014/main" id="{EA55271F-3B57-40C0-A478-6A5A481D40CF}"/>
              </a:ext>
            </a:extLst>
          </p:cNvPr>
          <p:cNvSpPr>
            <a:spLocks xmlns:a="http://schemas.openxmlformats.org/drawingml/2006/main" noGrp="1"/>
          </p:cNvSpPr>
          <p:nvPr/>
        </p:nvSpPr>
        <p:spPr>
          <a:xfrm xmlns:a="http://schemas.openxmlformats.org/drawingml/2006/main">
            <a:off x="1180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537</a:t>
            </a:r>
          </a:p>
        </p:txBody>
      </p:sp>
      <p:sp>
        <p:nvSpPr>
          <p:cNvPr id="53" name="sues200_uav_200m_to_satellite/sues200_uav_200m_to_satellite/seed-1/population/bin-2/full">
            <a:extLst xmlns:a="http://schemas.openxmlformats.org/drawingml/2006/main">
              <a:ext uri="{FF2B5EF4-FFF2-40B4-BE49-F238E27FC236}">
                <a16:creationId xmlns:a16="http://schemas.microsoft.com/office/drawing/2014/main" id="{A0E133E3-E99F-4778-9BBD-28EAAC978D5B}"/>
              </a:ext>
            </a:extLst>
          </p:cNvPr>
          <p:cNvSpPr>
            <a:spLocks xmlns:a="http://schemas.openxmlformats.org/drawingml/2006/main" noGrp="1"/>
          </p:cNvSpPr>
          <p:nvPr/>
        </p:nvSpPr>
        <p:spPr>
          <a:xfrm xmlns:a="http://schemas.openxmlformats.org/drawingml/2006/main">
            <a:off x="1815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546</a:t>
            </a:r>
          </a:p>
        </p:txBody>
      </p:sp>
      <p:sp>
        <p:nvSpPr>
          <p:cNvPr id="54" name="sues200_uav_200m_to_satellite/sues200_uav_200m_to_satellite/seed-1/population/bin-3/label">
            <a:extLst xmlns:a="http://schemas.openxmlformats.org/drawingml/2006/main">
              <a:ext uri="{FF2B5EF4-FFF2-40B4-BE49-F238E27FC236}">
                <a16:creationId xmlns:a16="http://schemas.microsoft.com/office/drawing/2014/main" id="{BB4B4400-8F60-4C6E-A440-0916FDDDF458}"/>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5" name="sues200_uav_200m_to_satellite/sues200_uav_200m_to_satellite/seed-1/population/bin-3/visual">
            <a:extLst xmlns:a="http://schemas.openxmlformats.org/drawingml/2006/main">
              <a:ext uri="{FF2B5EF4-FFF2-40B4-BE49-F238E27FC236}">
                <a16:creationId xmlns:a16="http://schemas.microsoft.com/office/drawing/2014/main" id="{C872EBA3-3F83-48EA-A442-F9630C8F137C}"/>
              </a:ext>
            </a:extLst>
          </p:cNvPr>
          <p:cNvSpPr>
            <a:spLocks xmlns:a="http://schemas.openxmlformats.org/drawingml/2006/main" noGrp="1"/>
          </p:cNvSpPr>
          <p:nvPr/>
        </p:nvSpPr>
        <p:spPr>
          <a:xfrm xmlns:a="http://schemas.openxmlformats.org/drawingml/2006/main">
            <a:off x="1208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a:t>
            </a:r>
          </a:p>
        </p:txBody>
      </p:sp>
      <p:sp>
        <p:nvSpPr>
          <p:cNvPr id="56" name="sues200_uav_200m_to_satellite/sues200_uav_200m_to_satellite/seed-1/population/bin-3/full">
            <a:extLst xmlns:a="http://schemas.openxmlformats.org/drawingml/2006/main">
              <a:ext uri="{FF2B5EF4-FFF2-40B4-BE49-F238E27FC236}">
                <a16:creationId xmlns:a16="http://schemas.microsoft.com/office/drawing/2014/main" id="{6BAAD493-A8CD-45EB-AD38-CD6EFA021820}"/>
              </a:ext>
            </a:extLst>
          </p:cNvPr>
          <p:cNvSpPr>
            <a:spLocks xmlns:a="http://schemas.openxmlformats.org/drawingml/2006/main" noGrp="1"/>
          </p:cNvSpPr>
          <p:nvPr/>
        </p:nvSpPr>
        <p:spPr>
          <a:xfrm xmlns:a="http://schemas.openxmlformats.org/drawingml/2006/main">
            <a:off x="1843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a:t>
            </a:r>
          </a:p>
        </p:txBody>
      </p:sp>
      <p:sp>
        <p:nvSpPr>
          <p:cNvPr id="57" name="sues200_uav_200m_to_satellite/sues200_uav_200m_to_satellite/seed-1/population/bin-4/label">
            <a:extLst xmlns:a="http://schemas.openxmlformats.org/drawingml/2006/main">
              <a:ext uri="{FF2B5EF4-FFF2-40B4-BE49-F238E27FC236}">
                <a16:creationId xmlns:a16="http://schemas.microsoft.com/office/drawing/2014/main" id="{DEF735C5-C09C-44F6-95B7-2B58E9BC1D37}"/>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8" name="sues200_uav_200m_to_satellite/sues200_uav_200m_to_satellite/seed-1/population/bin-4/visual">
            <a:extLst xmlns:a="http://schemas.openxmlformats.org/drawingml/2006/main">
              <a:ext uri="{FF2B5EF4-FFF2-40B4-BE49-F238E27FC236}">
                <a16:creationId xmlns:a16="http://schemas.microsoft.com/office/drawing/2014/main" id="{BADE376C-FAB3-48CC-A87C-169CD63A51AB}"/>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sues200_uav_200m_to_satellite/sues200_uav_200m_to_satellite/seed-1/population/bin-4/full">
            <a:extLst xmlns:a="http://schemas.openxmlformats.org/drawingml/2006/main">
              <a:ext uri="{FF2B5EF4-FFF2-40B4-BE49-F238E27FC236}">
                <a16:creationId xmlns:a16="http://schemas.microsoft.com/office/drawing/2014/main" id="{F9DDB01A-DB83-4C96-8905-45802A24F5E2}"/>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a:t>
            </a:r>
          </a:p>
        </p:txBody>
      </p:sp>
      <p:sp>
        <p:nvSpPr>
          <p:cNvPr id="60" name="sues200_uav_200m_to_satellite/sues200_uav_200m_to_satellite/seed-1/population/bin-5/label">
            <a:extLst xmlns:a="http://schemas.openxmlformats.org/drawingml/2006/main">
              <a:ext uri="{FF2B5EF4-FFF2-40B4-BE49-F238E27FC236}">
                <a16:creationId xmlns:a16="http://schemas.microsoft.com/office/drawing/2014/main" id="{238C880E-13B1-47F2-8957-9489D62B7385}"/>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61" name="sues200_uav_200m_to_satellite/sues200_uav_200m_to_satellite/seed-1/population/bin-5/visual">
            <a:extLst xmlns:a="http://schemas.openxmlformats.org/drawingml/2006/main">
              <a:ext uri="{FF2B5EF4-FFF2-40B4-BE49-F238E27FC236}">
                <a16:creationId xmlns:a16="http://schemas.microsoft.com/office/drawing/2014/main" id="{19A09BEA-D09D-4BC0-9579-FBC962208DBB}"/>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sues200_uav_200m_to_satellite/sues200_uav_200m_to_satellite/seed-1/population/bin-5/full">
            <a:extLst xmlns:a="http://schemas.openxmlformats.org/drawingml/2006/main">
              <a:ext uri="{FF2B5EF4-FFF2-40B4-BE49-F238E27FC236}">
                <a16:creationId xmlns:a16="http://schemas.microsoft.com/office/drawing/2014/main" id="{92C0CFA8-5F92-44C9-8CD3-04FCF9CDBC0F}"/>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sues200_uav_200m_to_satellite/sues200_uav_200m_to_satellite/seed-1/population/bin-6/label">
            <a:extLst xmlns:a="http://schemas.openxmlformats.org/drawingml/2006/main">
              <a:ext uri="{FF2B5EF4-FFF2-40B4-BE49-F238E27FC236}">
                <a16:creationId xmlns:a16="http://schemas.microsoft.com/office/drawing/2014/main" id="{F604E304-48D0-4CA9-9FBB-FA9C472BF831}"/>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4" name="sues200_uav_200m_to_satellite/sues200_uav_200m_to_satellite/seed-1/population/bin-6/visual">
            <a:extLst xmlns:a="http://schemas.openxmlformats.org/drawingml/2006/main">
              <a:ext uri="{FF2B5EF4-FFF2-40B4-BE49-F238E27FC236}">
                <a16:creationId xmlns:a16="http://schemas.microsoft.com/office/drawing/2014/main" id="{CE334FDD-9958-457F-9ADE-BF205D08C360}"/>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sues200_uav_200m_to_satellite/sues200_uav_200m_to_satellite/seed-1/population/bin-6/full">
            <a:extLst xmlns:a="http://schemas.openxmlformats.org/drawingml/2006/main">
              <a:ext uri="{FF2B5EF4-FFF2-40B4-BE49-F238E27FC236}">
                <a16:creationId xmlns:a16="http://schemas.microsoft.com/office/drawing/2014/main" id="{D7B05867-C600-4DEF-8B2A-451E06160A61}"/>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sues200_uav_200m_to_satellite/sues200_uav_200m_to_satellite/seed-1/population/bin-7/label">
            <a:extLst xmlns:a="http://schemas.openxmlformats.org/drawingml/2006/main">
              <a:ext uri="{FF2B5EF4-FFF2-40B4-BE49-F238E27FC236}">
                <a16:creationId xmlns:a16="http://schemas.microsoft.com/office/drawing/2014/main" id="{EB3537B9-647F-4CA8-A3D5-521E418D7399}"/>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7" name="sues200_uav_200m_to_satellite/sues200_uav_200m_to_satellite/seed-1/population/bin-7/visual">
            <a:extLst xmlns:a="http://schemas.openxmlformats.org/drawingml/2006/main">
              <a:ext uri="{FF2B5EF4-FFF2-40B4-BE49-F238E27FC236}">
                <a16:creationId xmlns:a16="http://schemas.microsoft.com/office/drawing/2014/main" id="{524140C0-D7B9-45F6-9490-719A89FB867F}"/>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sues200_uav_200m_to_satellite/sues200_uav_200m_to_satellite/seed-1/population/bin-7/full">
            <a:extLst xmlns:a="http://schemas.openxmlformats.org/drawingml/2006/main">
              <a:ext uri="{FF2B5EF4-FFF2-40B4-BE49-F238E27FC236}">
                <a16:creationId xmlns:a16="http://schemas.microsoft.com/office/drawing/2014/main" id="{767AE3AF-8846-4CD3-8639-FC2D4C7C63BE}"/>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sues200_uav_200m_to_satellite/sues200_uav_200m_to_satellite/seed-1/population/bin-8/label">
            <a:extLst xmlns:a="http://schemas.openxmlformats.org/drawingml/2006/main">
              <a:ext uri="{FF2B5EF4-FFF2-40B4-BE49-F238E27FC236}">
                <a16:creationId xmlns:a16="http://schemas.microsoft.com/office/drawing/2014/main" id="{B057A6D2-FB84-4E04-8A1A-0208D0F40A12}"/>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70" name="sues200_uav_200m_to_satellite/sues200_uav_200m_to_satellite/seed-1/population/bin-8/visual">
            <a:extLst xmlns:a="http://schemas.openxmlformats.org/drawingml/2006/main">
              <a:ext uri="{FF2B5EF4-FFF2-40B4-BE49-F238E27FC236}">
                <a16:creationId xmlns:a16="http://schemas.microsoft.com/office/drawing/2014/main" id="{F8CE9839-DB1D-4688-BDC6-C4777FCFA737}"/>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sues200_uav_200m_to_satellite/sues200_uav_200m_to_satellite/seed-1/population/bin-8/full">
            <a:extLst xmlns:a="http://schemas.openxmlformats.org/drawingml/2006/main">
              <a:ext uri="{FF2B5EF4-FFF2-40B4-BE49-F238E27FC236}">
                <a16:creationId xmlns:a16="http://schemas.microsoft.com/office/drawing/2014/main" id="{12AABC9A-A7EC-4FE6-97CC-8243EA6E727B}"/>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sues200_uav_200m_to_satellite/sues200_uav_200m_to_satellite/seed-1/population/bin-9/label">
            <a:extLst xmlns:a="http://schemas.openxmlformats.org/drawingml/2006/main">
              <a:ext uri="{FF2B5EF4-FFF2-40B4-BE49-F238E27FC236}">
                <a16:creationId xmlns:a16="http://schemas.microsoft.com/office/drawing/2014/main" id="{A4139B70-19FD-4F8F-9B03-EE2330F13493}"/>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3" name="sues200_uav_200m_to_satellite/sues200_uav_200m_to_satellite/seed-1/population/bin-9/visual">
            <a:extLst xmlns:a="http://schemas.openxmlformats.org/drawingml/2006/main">
              <a:ext uri="{FF2B5EF4-FFF2-40B4-BE49-F238E27FC236}">
                <a16:creationId xmlns:a16="http://schemas.microsoft.com/office/drawing/2014/main" id="{DA7BD1E0-7883-4C7C-AD14-CA9FF75D1CD1}"/>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sues200_uav_200m_to_satellite/sues200_uav_200m_to_satellite/seed-1/population/bin-9/full">
            <a:extLst xmlns:a="http://schemas.openxmlformats.org/drawingml/2006/main">
              <a:ext uri="{FF2B5EF4-FFF2-40B4-BE49-F238E27FC236}">
                <a16:creationId xmlns:a16="http://schemas.microsoft.com/office/drawing/2014/main" id="{14E9A9E3-9048-4495-B8CD-32286C6386A9}"/>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sues200_uav_200m_to_satellite/sues200_uav_200m_to_satellite/seed-1/population/bin-10/label">
            <a:extLst xmlns:a="http://schemas.openxmlformats.org/drawingml/2006/main">
              <a:ext uri="{FF2B5EF4-FFF2-40B4-BE49-F238E27FC236}">
                <a16:creationId xmlns:a16="http://schemas.microsoft.com/office/drawing/2014/main" id="{708BAFC3-5E3E-4EF7-A3F7-0172AF4FC65C}"/>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6" name="sues200_uav_200m_to_satellite/sues200_uav_200m_to_satellite/seed-1/population/bin-10/visual">
            <a:extLst xmlns:a="http://schemas.openxmlformats.org/drawingml/2006/main">
              <a:ext uri="{FF2B5EF4-FFF2-40B4-BE49-F238E27FC236}">
                <a16:creationId xmlns:a16="http://schemas.microsoft.com/office/drawing/2014/main" id="{2859FB50-6063-43DC-92ED-20DD70FCA22D}"/>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sues200_uav_200m_to_satellite/sues200_uav_200m_to_satellite/seed-1/population/bin-10/full">
            <a:extLst xmlns:a="http://schemas.openxmlformats.org/drawingml/2006/main">
              <a:ext uri="{FF2B5EF4-FFF2-40B4-BE49-F238E27FC236}">
                <a16:creationId xmlns:a16="http://schemas.microsoft.com/office/drawing/2014/main" id="{8A556A7D-45E1-4796-9A0E-49FB0B2C3A7A}"/>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sues200_uav_200m_to_satellite/sues200_uav_200m_to_satellite/seed-1/population/bin-11/label">
            <a:extLst xmlns:a="http://schemas.openxmlformats.org/drawingml/2006/main">
              <a:ext uri="{FF2B5EF4-FFF2-40B4-BE49-F238E27FC236}">
                <a16:creationId xmlns:a16="http://schemas.microsoft.com/office/drawing/2014/main" id="{0D831C3C-9CDA-4C88-90BE-5D7DA1801761}"/>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9" name="sues200_uav_200m_to_satellite/sues200_uav_200m_to_satellite/seed-1/population/bin-11/visual">
            <a:extLst xmlns:a="http://schemas.openxmlformats.org/drawingml/2006/main">
              <a:ext uri="{FF2B5EF4-FFF2-40B4-BE49-F238E27FC236}">
                <a16:creationId xmlns:a16="http://schemas.microsoft.com/office/drawing/2014/main" id="{7CFB25A2-9D52-4F70-BC49-C5008807B921}"/>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sues200_uav_200m_to_satellite/sues200_uav_200m_to_satellite/seed-1/population/bin-11/full">
            <a:extLst xmlns:a="http://schemas.openxmlformats.org/drawingml/2006/main">
              <a:ext uri="{FF2B5EF4-FFF2-40B4-BE49-F238E27FC236}">
                <a16:creationId xmlns:a16="http://schemas.microsoft.com/office/drawing/2014/main" id="{884E9A9C-6826-40D9-9B5E-A5CDAA22509D}"/>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sues200_uav_200m_to_satellite/sues200_uav_200m_to_satellite/seed-1/population/bin-12/label">
            <a:extLst xmlns:a="http://schemas.openxmlformats.org/drawingml/2006/main">
              <a:ext uri="{FF2B5EF4-FFF2-40B4-BE49-F238E27FC236}">
                <a16:creationId xmlns:a16="http://schemas.microsoft.com/office/drawing/2014/main" id="{63550376-3D88-42FC-B3FD-9DAB5E97D708}"/>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82" name="sues200_uav_200m_to_satellite/sues200_uav_200m_to_satellite/seed-1/population/bin-12/visual">
            <a:extLst xmlns:a="http://schemas.openxmlformats.org/drawingml/2006/main">
              <a:ext uri="{FF2B5EF4-FFF2-40B4-BE49-F238E27FC236}">
                <a16:creationId xmlns:a16="http://schemas.microsoft.com/office/drawing/2014/main" id="{27FB89A7-EB6F-437C-B8EC-1C409703FE1B}"/>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sues200_uav_200m_to_satellite/sues200_uav_200m_to_satellite/seed-1/population/bin-12/full">
            <a:extLst xmlns:a="http://schemas.openxmlformats.org/drawingml/2006/main">
              <a:ext uri="{FF2B5EF4-FFF2-40B4-BE49-F238E27FC236}">
                <a16:creationId xmlns:a16="http://schemas.microsoft.com/office/drawing/2014/main" id="{AFFDE3AD-A17B-475C-94BB-B3AEA8FD804C}"/>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sues200_uav_200m_to_satellite/sues200_uav_200m_to_satellite/seed-1/population/bin-13/label">
            <a:extLst xmlns:a="http://schemas.openxmlformats.org/drawingml/2006/main">
              <a:ext uri="{FF2B5EF4-FFF2-40B4-BE49-F238E27FC236}">
                <a16:creationId xmlns:a16="http://schemas.microsoft.com/office/drawing/2014/main" id="{634F8DE6-5D01-4EC9-B67F-AF2FBDE590DA}"/>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5" name="sues200_uav_200m_to_satellite/sues200_uav_200m_to_satellite/seed-1/population/bin-13/visual">
            <a:extLst xmlns:a="http://schemas.openxmlformats.org/drawingml/2006/main">
              <a:ext uri="{FF2B5EF4-FFF2-40B4-BE49-F238E27FC236}">
                <a16:creationId xmlns:a16="http://schemas.microsoft.com/office/drawing/2014/main" id="{1F2F5831-C73D-4A51-8AD2-36613F49D5D2}"/>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sues200_uav_200m_to_satellite/sues200_uav_200m_to_satellite/seed-1/population/bin-13/full">
            <a:extLst xmlns:a="http://schemas.openxmlformats.org/drawingml/2006/main">
              <a:ext uri="{FF2B5EF4-FFF2-40B4-BE49-F238E27FC236}">
                <a16:creationId xmlns:a16="http://schemas.microsoft.com/office/drawing/2014/main" id="{2EE11C40-1702-4027-8AB6-AB28047F3B83}"/>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sues200_uav_200m_to_satellite/sues200_uav_200m_to_satellite/seed-1/population/bin-14/label">
            <a:extLst xmlns:a="http://schemas.openxmlformats.org/drawingml/2006/main">
              <a:ext uri="{FF2B5EF4-FFF2-40B4-BE49-F238E27FC236}">
                <a16:creationId xmlns:a16="http://schemas.microsoft.com/office/drawing/2014/main" id="{E6AFB207-E01C-4D24-AE37-A785A5CE5916}"/>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8" name="sues200_uav_200m_to_satellite/sues200_uav_200m_to_satellite/seed-1/population/bin-14/visual">
            <a:extLst xmlns:a="http://schemas.openxmlformats.org/drawingml/2006/main">
              <a:ext uri="{FF2B5EF4-FFF2-40B4-BE49-F238E27FC236}">
                <a16:creationId xmlns:a16="http://schemas.microsoft.com/office/drawing/2014/main" id="{815FB14C-17BD-4C03-9885-0BDFF3DD3524}"/>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sues200_uav_200m_to_satellite/sues200_uav_200m_to_satellite/seed-1/population/bin-14/full">
            <a:extLst xmlns:a="http://schemas.openxmlformats.org/drawingml/2006/main">
              <a:ext uri="{FF2B5EF4-FFF2-40B4-BE49-F238E27FC236}">
                <a16:creationId xmlns:a16="http://schemas.microsoft.com/office/drawing/2014/main" id="{461CEBBA-73DA-41E9-9D98-43F4D50274A8}"/>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0" name="sues200_uav_200m_to_satellite/sues200_uav_200m_to_satellite/seed-1/population/bin-15/label">
            <a:extLst xmlns:a="http://schemas.openxmlformats.org/drawingml/2006/main">
              <a:ext uri="{FF2B5EF4-FFF2-40B4-BE49-F238E27FC236}">
                <a16:creationId xmlns:a16="http://schemas.microsoft.com/office/drawing/2014/main" id="{F1CC9947-7FD8-4BB2-B73B-F9E3CF64C420}"/>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91" name="sues200_uav_200m_to_satellite/sues200_uav_200m_to_satellite/seed-1/population/bin-15/visual">
            <a:extLst xmlns:a="http://schemas.openxmlformats.org/drawingml/2006/main">
              <a:ext uri="{FF2B5EF4-FFF2-40B4-BE49-F238E27FC236}">
                <a16:creationId xmlns:a16="http://schemas.microsoft.com/office/drawing/2014/main" id="{1DFC5860-D89D-4953-934A-394B35307852}"/>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2" name="sues200_uav_200m_to_satellite/sues200_uav_200m_to_satellite/seed-1/population/bin-15/full">
            <a:extLst xmlns:a="http://schemas.openxmlformats.org/drawingml/2006/main">
              <a:ext uri="{FF2B5EF4-FFF2-40B4-BE49-F238E27FC236}">
                <a16:creationId xmlns:a16="http://schemas.microsoft.com/office/drawing/2014/main" id="{E88B6F56-5BBA-4ACC-8D4A-541378B34718}"/>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3" name="sues200_uav_200m_to_satellite/sues200_uav_200m_to_satellite/seed-2/seed-heading">
            <a:extLst xmlns:a="http://schemas.openxmlformats.org/drawingml/2006/main">
              <a:ext uri="{FF2B5EF4-FFF2-40B4-BE49-F238E27FC236}">
                <a16:creationId xmlns:a16="http://schemas.microsoft.com/office/drawing/2014/main" id="{A048AB1C-ACB4-4B93-BA66-D38B7860A43A}"/>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4" name="sues200_uav_200m_to_satellite/sues200_uav_200m_to_satellite/seed-2/y-grid-0">
            <a:extLst xmlns:a="http://schemas.openxmlformats.org/drawingml/2006/main">
              <a:ext uri="{FF2B5EF4-FFF2-40B4-BE49-F238E27FC236}">
                <a16:creationId xmlns:a16="http://schemas.microsoft.com/office/drawing/2014/main" id="{13A37E4F-DA2A-4EBE-90EC-DB0216127E93}"/>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uav_200m_to_satellite/sues200_uav_200m_to_satellite/seed-2/y-label-0">
            <a:extLst xmlns:a="http://schemas.openxmlformats.org/drawingml/2006/main">
              <a:ext uri="{FF2B5EF4-FFF2-40B4-BE49-F238E27FC236}">
                <a16:creationId xmlns:a16="http://schemas.microsoft.com/office/drawing/2014/main" id="{EFAB93BC-555B-4F29-A890-A8E264EF6809}"/>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6" name="sues200_uav_200m_to_satellite/sues200_uav_200m_to_satellite/seed-2/x-tick-0">
            <a:extLst xmlns:a="http://schemas.openxmlformats.org/drawingml/2006/main">
              <a:ext uri="{FF2B5EF4-FFF2-40B4-BE49-F238E27FC236}">
                <a16:creationId xmlns:a16="http://schemas.microsoft.com/office/drawing/2014/main" id="{EC392546-53E6-4504-81BA-93C2F4A6A84B}"/>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uav_200m_to_satellite/sues200_uav_200m_to_satellite/seed-2/x-label-0">
            <a:extLst xmlns:a="http://schemas.openxmlformats.org/drawingml/2006/main">
              <a:ext uri="{FF2B5EF4-FFF2-40B4-BE49-F238E27FC236}">
                <a16:creationId xmlns:a16="http://schemas.microsoft.com/office/drawing/2014/main" id="{E3B55060-091D-4A4F-8650-D39242EFE37E}"/>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8" name="sues200_uav_200m_to_satellite/sues200_uav_200m_to_satellite/seed-2/y-grid-0.25">
            <a:extLst xmlns:a="http://schemas.openxmlformats.org/drawingml/2006/main">
              <a:ext uri="{FF2B5EF4-FFF2-40B4-BE49-F238E27FC236}">
                <a16:creationId xmlns:a16="http://schemas.microsoft.com/office/drawing/2014/main" id="{50F6EE96-448D-4C9D-8574-3C94D12DF1BB}"/>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9" name="sues200_uav_200m_to_satellite/sues200_uav_200m_to_satellite/seed-2/y-label-0.25">
            <a:extLst xmlns:a="http://schemas.openxmlformats.org/drawingml/2006/main">
              <a:ext uri="{FF2B5EF4-FFF2-40B4-BE49-F238E27FC236}">
                <a16:creationId xmlns:a16="http://schemas.microsoft.com/office/drawing/2014/main" id="{49E3C84B-2A47-438B-8B89-6B600732999E}"/>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0" name="sues200_uav_200m_to_satellite/sues200_uav_200m_to_satellite/seed-2/x-tick-0.25">
            <a:extLst xmlns:a="http://schemas.openxmlformats.org/drawingml/2006/main">
              <a:ext uri="{FF2B5EF4-FFF2-40B4-BE49-F238E27FC236}">
                <a16:creationId xmlns:a16="http://schemas.microsoft.com/office/drawing/2014/main" id="{53CF7CCE-52AA-411D-9A9B-C2C0805C9DA5}"/>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1" name="sues200_uav_200m_to_satellite/sues200_uav_200m_to_satellite/seed-2/x-label-0.25">
            <a:extLst xmlns:a="http://schemas.openxmlformats.org/drawingml/2006/main">
              <a:ext uri="{FF2B5EF4-FFF2-40B4-BE49-F238E27FC236}">
                <a16:creationId xmlns:a16="http://schemas.microsoft.com/office/drawing/2014/main" id="{2C01F650-0554-4497-9221-5FC6E634BD82}"/>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2" name="sues200_uav_200m_to_satellite/sues200_uav_200m_to_satellite/seed-2/y-grid-0.5">
            <a:extLst xmlns:a="http://schemas.openxmlformats.org/drawingml/2006/main">
              <a:ext uri="{FF2B5EF4-FFF2-40B4-BE49-F238E27FC236}">
                <a16:creationId xmlns:a16="http://schemas.microsoft.com/office/drawing/2014/main" id="{0E5299A6-8B02-4DDE-B921-5A76F9252700}"/>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3" name="sues200_uav_200m_to_satellite/sues200_uav_200m_to_satellite/seed-2/y-label-0.5">
            <a:extLst xmlns:a="http://schemas.openxmlformats.org/drawingml/2006/main">
              <a:ext uri="{FF2B5EF4-FFF2-40B4-BE49-F238E27FC236}">
                <a16:creationId xmlns:a16="http://schemas.microsoft.com/office/drawing/2014/main" id="{D61DC031-6211-40AE-B786-E6EBD5A6FEB5}"/>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4" name="sues200_uav_200m_to_satellite/sues200_uav_200m_to_satellite/seed-2/x-tick-0.5">
            <a:extLst xmlns:a="http://schemas.openxmlformats.org/drawingml/2006/main">
              <a:ext uri="{FF2B5EF4-FFF2-40B4-BE49-F238E27FC236}">
                <a16:creationId xmlns:a16="http://schemas.microsoft.com/office/drawing/2014/main" id="{A132C794-9843-40A9-A1C6-6775A1F432A1}"/>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5" name="sues200_uav_200m_to_satellite/sues200_uav_200m_to_satellite/seed-2/x-label-0.5">
            <a:extLst xmlns:a="http://schemas.openxmlformats.org/drawingml/2006/main">
              <a:ext uri="{FF2B5EF4-FFF2-40B4-BE49-F238E27FC236}">
                <a16:creationId xmlns:a16="http://schemas.microsoft.com/office/drawing/2014/main" id="{8E848EEF-0464-48E9-A70C-FD48A4949389}"/>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6" name="sues200_uav_200m_to_satellite/sues200_uav_200m_to_satellite/seed-2/y-grid-0.75">
            <a:extLst xmlns:a="http://schemas.openxmlformats.org/drawingml/2006/main">
              <a:ext uri="{FF2B5EF4-FFF2-40B4-BE49-F238E27FC236}">
                <a16:creationId xmlns:a16="http://schemas.microsoft.com/office/drawing/2014/main" id="{60FCF6A9-7D98-4667-85DC-2806AB5A99F5}"/>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7" name="sues200_uav_200m_to_satellite/sues200_uav_200m_to_satellite/seed-2/y-label-0.75">
            <a:extLst xmlns:a="http://schemas.openxmlformats.org/drawingml/2006/main">
              <a:ext uri="{FF2B5EF4-FFF2-40B4-BE49-F238E27FC236}">
                <a16:creationId xmlns:a16="http://schemas.microsoft.com/office/drawing/2014/main" id="{4F1FF61C-92C2-42A1-AB4A-85E252AD52FD}"/>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8" name="sues200_uav_200m_to_satellite/sues200_uav_200m_to_satellite/seed-2/x-tick-0.75">
            <a:extLst xmlns:a="http://schemas.openxmlformats.org/drawingml/2006/main">
              <a:ext uri="{FF2B5EF4-FFF2-40B4-BE49-F238E27FC236}">
                <a16:creationId xmlns:a16="http://schemas.microsoft.com/office/drawing/2014/main" id="{61507605-30A3-4F6E-A879-C65F3E794BCF}"/>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9" name="sues200_uav_200m_to_satellite/sues200_uav_200m_to_satellite/seed-2/x-label-0.75">
            <a:extLst xmlns:a="http://schemas.openxmlformats.org/drawingml/2006/main">
              <a:ext uri="{FF2B5EF4-FFF2-40B4-BE49-F238E27FC236}">
                <a16:creationId xmlns:a16="http://schemas.microsoft.com/office/drawing/2014/main" id="{D2433531-74F8-44CB-8D60-2046C33009D3}"/>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10" name="sues200_uav_200m_to_satellite/sues200_uav_200m_to_satellite/seed-2/y-grid-1">
            <a:extLst xmlns:a="http://schemas.openxmlformats.org/drawingml/2006/main">
              <a:ext uri="{FF2B5EF4-FFF2-40B4-BE49-F238E27FC236}">
                <a16:creationId xmlns:a16="http://schemas.microsoft.com/office/drawing/2014/main" id="{DCE06F2C-56AC-4702-8B2B-6825B9012CFB}"/>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11" name="sues200_uav_200m_to_satellite/sues200_uav_200m_to_satellite/seed-2/y-label-1">
            <a:extLst xmlns:a="http://schemas.openxmlformats.org/drawingml/2006/main">
              <a:ext uri="{FF2B5EF4-FFF2-40B4-BE49-F238E27FC236}">
                <a16:creationId xmlns:a16="http://schemas.microsoft.com/office/drawing/2014/main" id="{39BDBE89-F30D-4FAA-B4DD-6C51635BC4C0}"/>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2" name="sues200_uav_200m_to_satellite/sues200_uav_200m_to_satellite/seed-2/x-tick-1">
            <a:extLst xmlns:a="http://schemas.openxmlformats.org/drawingml/2006/main">
              <a:ext uri="{FF2B5EF4-FFF2-40B4-BE49-F238E27FC236}">
                <a16:creationId xmlns:a16="http://schemas.microsoft.com/office/drawing/2014/main" id="{C308CAB7-C362-42C0-89CC-4BF78D0D0135}"/>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3" name="sues200_uav_200m_to_satellite/sues200_uav_200m_to_satellite/seed-2/x-label-1">
            <a:extLst xmlns:a="http://schemas.openxmlformats.org/drawingml/2006/main">
              <a:ext uri="{FF2B5EF4-FFF2-40B4-BE49-F238E27FC236}">
                <a16:creationId xmlns:a16="http://schemas.microsoft.com/office/drawing/2014/main" id="{A7FDCB3B-A904-4A54-94A0-C7081B9124FF}"/>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4" name="sues200_uav_200m_to_satellite/sues200_uav_200m_to_satellite/seed-2/reference-equality">
            <a:extLst xmlns:a="http://schemas.openxmlformats.org/drawingml/2006/main">
              <a:ext uri="{FF2B5EF4-FFF2-40B4-BE49-F238E27FC236}">
                <a16:creationId xmlns:a16="http://schemas.microsoft.com/office/drawing/2014/main" id="{DC4E13CF-E3F7-40D5-A1DE-E79D15D110AB}"/>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5" name="sues200_uav_200m_to_satellite/sues200_uav_200m_to_satellite/seed-2/y-axis">
            <a:extLst xmlns:a="http://schemas.openxmlformats.org/drawingml/2006/main">
              <a:ext uri="{FF2B5EF4-FFF2-40B4-BE49-F238E27FC236}">
                <a16:creationId xmlns:a16="http://schemas.microsoft.com/office/drawing/2014/main" id="{A41F43AB-65E5-426D-B66D-80059A540BF3}"/>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6" name="sues200_uav_200m_to_satellite/sues200_uav_200m_to_satellite/seed-2/x-axis">
            <a:extLst xmlns:a="http://schemas.openxmlformats.org/drawingml/2006/main">
              <a:ext uri="{FF2B5EF4-FFF2-40B4-BE49-F238E27FC236}">
                <a16:creationId xmlns:a16="http://schemas.microsoft.com/office/drawing/2014/main" id="{59775675-A402-4C8B-A904-483409F91B4F}"/>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7" name="sues200_uav_200m_to_satellite/sues200_uav_200m_to_satellite/seed-2/visual/bin-1/point">
            <a:extLst xmlns:a="http://schemas.openxmlformats.org/drawingml/2006/main">
              <a:ext uri="{FF2B5EF4-FFF2-40B4-BE49-F238E27FC236}">
                <a16:creationId xmlns:a16="http://schemas.microsoft.com/office/drawing/2014/main" id="{6CBE45AE-15B5-4D0E-8C1E-CCE072816631}"/>
              </a:ext>
            </a:extLst>
          </p:cNvPr>
          <p:cNvSpPr>
            <a:spLocks xmlns:a="http://schemas.openxmlformats.org/drawingml/2006/main" noGrp="1"/>
          </p:cNvSpPr>
          <p:nvPr/>
        </p:nvSpPr>
        <p:spPr>
          <a:xfrm xmlns:a="http://schemas.openxmlformats.org/drawingml/2006/main">
            <a:off x="2550672" y="207548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8" name="sues200_uav_200m_to_satellite/sues200_uav_200m_to_satellite/seed-2/visual/bin-2/point">
            <a:extLst xmlns:a="http://schemas.openxmlformats.org/drawingml/2006/main">
              <a:ext uri="{FF2B5EF4-FFF2-40B4-BE49-F238E27FC236}">
                <a16:creationId xmlns:a16="http://schemas.microsoft.com/office/drawing/2014/main" id="{DDF80E51-606F-472B-AF19-66FA6CEA8709}"/>
              </a:ext>
            </a:extLst>
          </p:cNvPr>
          <p:cNvSpPr>
            <a:spLocks xmlns:a="http://schemas.openxmlformats.org/drawingml/2006/main" noGrp="1"/>
          </p:cNvSpPr>
          <p:nvPr/>
        </p:nvSpPr>
        <p:spPr>
          <a:xfrm xmlns:a="http://schemas.openxmlformats.org/drawingml/2006/main">
            <a:off x="2650648" y="166326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9" name="sues200_uav_200m_to_satellite/sues200_uav_200m_to_satellite/seed-2/visual/bin-3/point">
            <a:extLst xmlns:a="http://schemas.openxmlformats.org/drawingml/2006/main">
              <a:ext uri="{FF2B5EF4-FFF2-40B4-BE49-F238E27FC236}">
                <a16:creationId xmlns:a16="http://schemas.microsoft.com/office/drawing/2014/main" id="{41A33869-7775-4F4F-BB16-77F9B54CEAA2}"/>
              </a:ext>
            </a:extLst>
          </p:cNvPr>
          <p:cNvSpPr>
            <a:spLocks xmlns:a="http://schemas.openxmlformats.org/drawingml/2006/main" noGrp="1"/>
          </p:cNvSpPr>
          <p:nvPr/>
        </p:nvSpPr>
        <p:spPr>
          <a:xfrm xmlns:a="http://schemas.openxmlformats.org/drawingml/2006/main">
            <a:off x="2745273" y="230610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20" name="sues200_uav_200m_to_satellite/sues200_uav_200m_to_satellite/seed-2/visual/ECE">
            <a:extLst xmlns:a="http://schemas.openxmlformats.org/drawingml/2006/main">
              <a:ext uri="{FF2B5EF4-FFF2-40B4-BE49-F238E27FC236}">
                <a16:creationId xmlns:a16="http://schemas.microsoft.com/office/drawing/2014/main" id="{534748D2-B20C-4B3E-BF36-2D579665ED5E}"/>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0.3924</a:t>
            </a:r>
          </a:p>
        </p:txBody>
      </p:sp>
      <p:sp>
        <p:nvSpPr>
          <p:cNvPr id="121" name="sues200_uav_200m_to_satellite/sues200_uav_200m_to_satellite/seed-2/full/bin-1/point">
            <a:extLst xmlns:a="http://schemas.openxmlformats.org/drawingml/2006/main">
              <a:ext uri="{FF2B5EF4-FFF2-40B4-BE49-F238E27FC236}">
                <a16:creationId xmlns:a16="http://schemas.microsoft.com/office/drawing/2014/main" id="{ACF77477-8B0D-4048-8C7E-85158D8137F6}"/>
              </a:ext>
            </a:extLst>
          </p:cNvPr>
          <p:cNvSpPr>
            <a:spLocks xmlns:a="http://schemas.openxmlformats.org/drawingml/2006/main" noGrp="1"/>
          </p:cNvSpPr>
          <p:nvPr/>
        </p:nvSpPr>
        <p:spPr>
          <a:xfrm xmlns:a="http://schemas.openxmlformats.org/drawingml/2006/main">
            <a:off x="2555757" y="22151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2" name="sues200_uav_200m_to_satellite/sues200_uav_200m_to_satellite/seed-2/full/bin-2/point">
            <a:extLst xmlns:a="http://schemas.openxmlformats.org/drawingml/2006/main">
              <a:ext uri="{FF2B5EF4-FFF2-40B4-BE49-F238E27FC236}">
                <a16:creationId xmlns:a16="http://schemas.microsoft.com/office/drawing/2014/main" id="{BC4E2CB4-1FD7-492D-B687-370B27DC7D7C}"/>
              </a:ext>
            </a:extLst>
          </p:cNvPr>
          <p:cNvSpPr>
            <a:spLocks xmlns:a="http://schemas.openxmlformats.org/drawingml/2006/main" noGrp="1"/>
          </p:cNvSpPr>
          <p:nvPr/>
        </p:nvSpPr>
        <p:spPr>
          <a:xfrm xmlns:a="http://schemas.openxmlformats.org/drawingml/2006/main">
            <a:off x="2658346" y="190052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3" name="sues200_uav_200m_to_satellite/sues200_uav_200m_to_satellite/seed-2/full/bin-3/point">
            <a:extLst xmlns:a="http://schemas.openxmlformats.org/drawingml/2006/main">
              <a:ext uri="{FF2B5EF4-FFF2-40B4-BE49-F238E27FC236}">
                <a16:creationId xmlns:a16="http://schemas.microsoft.com/office/drawing/2014/main" id="{C48F49D6-2CAC-4DDB-B87E-712871976965}"/>
              </a:ext>
            </a:extLst>
          </p:cNvPr>
          <p:cNvSpPr>
            <a:spLocks xmlns:a="http://schemas.openxmlformats.org/drawingml/2006/main" noGrp="1"/>
          </p:cNvSpPr>
          <p:nvPr/>
        </p:nvSpPr>
        <p:spPr>
          <a:xfrm xmlns:a="http://schemas.openxmlformats.org/drawingml/2006/main">
            <a:off x="2755164" y="20459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4" name="sues200_uav_200m_to_satellite/sues200_uav_200m_to_satellite/seed-2/full/bin-4/point">
            <a:extLst xmlns:a="http://schemas.openxmlformats.org/drawingml/2006/main">
              <a:ext uri="{FF2B5EF4-FFF2-40B4-BE49-F238E27FC236}">
                <a16:creationId xmlns:a16="http://schemas.microsoft.com/office/drawing/2014/main" id="{E542D8F3-07DD-4EC9-9CF4-EFB71FAA606A}"/>
              </a:ext>
            </a:extLst>
          </p:cNvPr>
          <p:cNvSpPr>
            <a:spLocks xmlns:a="http://schemas.openxmlformats.org/drawingml/2006/main" noGrp="1"/>
          </p:cNvSpPr>
          <p:nvPr/>
        </p:nvSpPr>
        <p:spPr>
          <a:xfrm xmlns:a="http://schemas.openxmlformats.org/drawingml/2006/main">
            <a:off x="2881444"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5" name="sues200_uav_200m_to_satellite/sues200_uav_200m_to_satellite/seed-2/full/ECE">
            <a:extLst xmlns:a="http://schemas.openxmlformats.org/drawingml/2006/main">
              <a:ext uri="{FF2B5EF4-FFF2-40B4-BE49-F238E27FC236}">
                <a16:creationId xmlns:a16="http://schemas.microsoft.com/office/drawing/2014/main" id="{48C9815D-6D3F-47C1-92D2-1271BDC803E4}"/>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0.2933</a:t>
            </a:r>
          </a:p>
        </p:txBody>
      </p:sp>
      <p:sp>
        <p:nvSpPr>
          <p:cNvPr id="126" name="sues200_uav_200m_to_satellite/sues200_uav_200m_to_satellite/seed-2/population/N">
            <a:extLst xmlns:a="http://schemas.openxmlformats.org/drawingml/2006/main">
              <a:ext uri="{FF2B5EF4-FFF2-40B4-BE49-F238E27FC236}">
                <a16:creationId xmlns:a16="http://schemas.microsoft.com/office/drawing/2014/main" id="{76987E43-930C-4BA9-9178-C219F70CD590}"/>
              </a:ext>
            </a:extLst>
          </p:cNvPr>
          <p:cNvSpPr>
            <a:spLocks xmlns:a="http://schemas.openxmlformats.org/drawingml/2006/main" noGrp="1"/>
          </p:cNvSpPr>
          <p:nvPr/>
        </p:nvSpPr>
        <p:spPr>
          <a:xfrm xmlns:a="http://schemas.openxmlformats.org/drawingml/2006/main">
            <a:off x="27051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127" name="sues200_uav_200m_to_satellite/sues200_uav_200m_to_satellite/seed-2/population/header/bin">
            <a:extLst xmlns:a="http://schemas.openxmlformats.org/drawingml/2006/main">
              <a:ext uri="{FF2B5EF4-FFF2-40B4-BE49-F238E27FC236}">
                <a16:creationId xmlns:a16="http://schemas.microsoft.com/office/drawing/2014/main" id="{63CB48EC-AC82-466F-A4F1-92174838BB50}"/>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8" name="sues200_uav_200m_to_satellite/sues200_uav_200m_to_satellite/seed-2/population/header/visual">
            <a:extLst xmlns:a="http://schemas.openxmlformats.org/drawingml/2006/main">
              <a:ext uri="{FF2B5EF4-FFF2-40B4-BE49-F238E27FC236}">
                <a16:creationId xmlns:a16="http://schemas.microsoft.com/office/drawing/2014/main" id="{7AC53A8D-BD1E-497E-BB03-02216C09A652}"/>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9" name="sues200_uav_200m_to_satellite/sues200_uav_200m_to_satellite/seed-2/population/header/full">
            <a:extLst xmlns:a="http://schemas.openxmlformats.org/drawingml/2006/main">
              <a:ext uri="{FF2B5EF4-FFF2-40B4-BE49-F238E27FC236}">
                <a16:creationId xmlns:a16="http://schemas.microsoft.com/office/drawing/2014/main" id="{CE1C2265-8182-4107-B1FF-0262528B5C66}"/>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30" name="sues200_uav_200m_to_satellite/sues200_uav_200m_to_satellite/seed-2/population/header/rule">
            <a:extLst xmlns:a="http://schemas.openxmlformats.org/drawingml/2006/main">
              <a:ext uri="{FF2B5EF4-FFF2-40B4-BE49-F238E27FC236}">
                <a16:creationId xmlns:a16="http://schemas.microsoft.com/office/drawing/2014/main" id="{DB823C6D-90B8-41A4-AB36-D9DF1F13ADA4}"/>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31" name="sues200_uav_200m_to_satellite/sues200_uav_200m_to_satellite/seed-2/population/bin-1/label">
            <a:extLst xmlns:a="http://schemas.openxmlformats.org/drawingml/2006/main">
              <a:ext uri="{FF2B5EF4-FFF2-40B4-BE49-F238E27FC236}">
                <a16:creationId xmlns:a16="http://schemas.microsoft.com/office/drawing/2014/main" id="{194CF3A6-A784-47C7-979A-E046FF9400AD}"/>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32" name="sues200_uav_200m_to_satellite/sues200_uav_200m_to_satellite/seed-2/population/bin-1/visual">
            <a:extLst xmlns:a="http://schemas.openxmlformats.org/drawingml/2006/main">
              <a:ext uri="{FF2B5EF4-FFF2-40B4-BE49-F238E27FC236}">
                <a16:creationId xmlns:a16="http://schemas.microsoft.com/office/drawing/2014/main" id="{27FA0972-EF9F-4CB5-A07E-1EA4EDD9E09A}"/>
              </a:ext>
            </a:extLst>
          </p:cNvPr>
          <p:cNvSpPr>
            <a:spLocks xmlns:a="http://schemas.openxmlformats.org/drawingml/2006/main" noGrp="1"/>
          </p:cNvSpPr>
          <p:nvPr/>
        </p:nvSpPr>
        <p:spPr>
          <a:xfrm xmlns:a="http://schemas.openxmlformats.org/drawingml/2006/main">
            <a:off x="3158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3419</a:t>
            </a:r>
          </a:p>
        </p:txBody>
      </p:sp>
      <p:sp>
        <p:nvSpPr>
          <p:cNvPr id="133" name="sues200_uav_200m_to_satellite/sues200_uav_200m_to_satellite/seed-2/population/bin-1/full">
            <a:extLst xmlns:a="http://schemas.openxmlformats.org/drawingml/2006/main">
              <a:ext uri="{FF2B5EF4-FFF2-40B4-BE49-F238E27FC236}">
                <a16:creationId xmlns:a16="http://schemas.microsoft.com/office/drawing/2014/main" id="{FA5A980D-2A8C-40D1-9369-15BB4DFB263B}"/>
              </a:ext>
            </a:extLst>
          </p:cNvPr>
          <p:cNvSpPr>
            <a:spLocks xmlns:a="http://schemas.openxmlformats.org/drawingml/2006/main" noGrp="1"/>
          </p:cNvSpPr>
          <p:nvPr/>
        </p:nvSpPr>
        <p:spPr>
          <a:xfrm xmlns:a="http://schemas.openxmlformats.org/drawingml/2006/main">
            <a:off x="3793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3449</a:t>
            </a:r>
          </a:p>
        </p:txBody>
      </p:sp>
      <p:sp>
        <p:nvSpPr>
          <p:cNvPr id="134" name="sues200_uav_200m_to_satellite/sues200_uav_200m_to_satellite/seed-2/population/bin-2/label">
            <a:extLst xmlns:a="http://schemas.openxmlformats.org/drawingml/2006/main">
              <a:ext uri="{FF2B5EF4-FFF2-40B4-BE49-F238E27FC236}">
                <a16:creationId xmlns:a16="http://schemas.microsoft.com/office/drawing/2014/main" id="{0834FD1D-8C64-46A3-9719-BB03CAF031B9}"/>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5" name="sues200_uav_200m_to_satellite/sues200_uav_200m_to_satellite/seed-2/population/bin-2/visual">
            <a:extLst xmlns:a="http://schemas.openxmlformats.org/drawingml/2006/main">
              <a:ext uri="{FF2B5EF4-FFF2-40B4-BE49-F238E27FC236}">
                <a16:creationId xmlns:a16="http://schemas.microsoft.com/office/drawing/2014/main" id="{CB5D9113-C49E-4E67-B984-BE554A8695B9}"/>
              </a:ext>
            </a:extLst>
          </p:cNvPr>
          <p:cNvSpPr>
            <a:spLocks xmlns:a="http://schemas.openxmlformats.org/drawingml/2006/main" noGrp="1"/>
          </p:cNvSpPr>
          <p:nvPr/>
        </p:nvSpPr>
        <p:spPr>
          <a:xfrm xmlns:a="http://schemas.openxmlformats.org/drawingml/2006/main">
            <a:off x="3187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551</a:t>
            </a:r>
          </a:p>
        </p:txBody>
      </p:sp>
      <p:sp>
        <p:nvSpPr>
          <p:cNvPr id="136" name="sues200_uav_200m_to_satellite/sues200_uav_200m_to_satellite/seed-2/population/bin-2/full">
            <a:extLst xmlns:a="http://schemas.openxmlformats.org/drawingml/2006/main">
              <a:ext uri="{FF2B5EF4-FFF2-40B4-BE49-F238E27FC236}">
                <a16:creationId xmlns:a16="http://schemas.microsoft.com/office/drawing/2014/main" id="{935E9E53-3264-4D2C-B6DF-9BEA82A3FA8A}"/>
              </a:ext>
            </a:extLst>
          </p:cNvPr>
          <p:cNvSpPr>
            <a:spLocks xmlns:a="http://schemas.openxmlformats.org/drawingml/2006/main" noGrp="1"/>
          </p:cNvSpPr>
          <p:nvPr/>
        </p:nvSpPr>
        <p:spPr>
          <a:xfrm xmlns:a="http://schemas.openxmlformats.org/drawingml/2006/main">
            <a:off x="3822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519</a:t>
            </a:r>
          </a:p>
        </p:txBody>
      </p:sp>
      <p:sp>
        <p:nvSpPr>
          <p:cNvPr id="137" name="sues200_uav_200m_to_satellite/sues200_uav_200m_to_satellite/seed-2/population/bin-3/label">
            <a:extLst xmlns:a="http://schemas.openxmlformats.org/drawingml/2006/main">
              <a:ext uri="{FF2B5EF4-FFF2-40B4-BE49-F238E27FC236}">
                <a16:creationId xmlns:a16="http://schemas.microsoft.com/office/drawing/2014/main" id="{61129A08-A3FD-4996-8F45-8DAA5D76D472}"/>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8" name="sues200_uav_200m_to_satellite/sues200_uav_200m_to_satellite/seed-2/population/bin-3/visual">
            <a:extLst xmlns:a="http://schemas.openxmlformats.org/drawingml/2006/main">
              <a:ext uri="{FF2B5EF4-FFF2-40B4-BE49-F238E27FC236}">
                <a16:creationId xmlns:a16="http://schemas.microsoft.com/office/drawing/2014/main" id="{FA93C557-410C-4A26-9A1F-37106A258BC5}"/>
              </a:ext>
            </a:extLst>
          </p:cNvPr>
          <p:cNvSpPr>
            <a:spLocks xmlns:a="http://schemas.openxmlformats.org/drawingml/2006/main" noGrp="1"/>
          </p:cNvSpPr>
          <p:nvPr/>
        </p:nvSpPr>
        <p:spPr>
          <a:xfrm xmlns:a="http://schemas.openxmlformats.org/drawingml/2006/main">
            <a:off x="3215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30</a:t>
            </a:r>
          </a:p>
        </p:txBody>
      </p:sp>
      <p:sp>
        <p:nvSpPr>
          <p:cNvPr id="139" name="sues200_uav_200m_to_satellite/sues200_uav_200m_to_satellite/seed-2/population/bin-3/full">
            <a:extLst xmlns:a="http://schemas.openxmlformats.org/drawingml/2006/main">
              <a:ext uri="{FF2B5EF4-FFF2-40B4-BE49-F238E27FC236}">
                <a16:creationId xmlns:a16="http://schemas.microsoft.com/office/drawing/2014/main" id="{CE25A960-F167-47DC-AD46-2CAEB2D5F2C1}"/>
              </a:ext>
            </a:extLst>
          </p:cNvPr>
          <p:cNvSpPr>
            <a:spLocks xmlns:a="http://schemas.openxmlformats.org/drawingml/2006/main" noGrp="1"/>
          </p:cNvSpPr>
          <p:nvPr/>
        </p:nvSpPr>
        <p:spPr>
          <a:xfrm xmlns:a="http://schemas.openxmlformats.org/drawingml/2006/main">
            <a:off x="3850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29</a:t>
            </a:r>
          </a:p>
        </p:txBody>
      </p:sp>
      <p:sp>
        <p:nvSpPr>
          <p:cNvPr id="140" name="sues200_uav_200m_to_satellite/sues200_uav_200m_to_satellite/seed-2/population/bin-4/label">
            <a:extLst xmlns:a="http://schemas.openxmlformats.org/drawingml/2006/main">
              <a:ext uri="{FF2B5EF4-FFF2-40B4-BE49-F238E27FC236}">
                <a16:creationId xmlns:a16="http://schemas.microsoft.com/office/drawing/2014/main" id="{DE93871B-E68C-4774-BA5F-ED6F7C6AFBD1}"/>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41" name="sues200_uav_200m_to_satellite/sues200_uav_200m_to_satellite/seed-2/population/bin-4/visual">
            <a:extLst xmlns:a="http://schemas.openxmlformats.org/drawingml/2006/main">
              <a:ext uri="{FF2B5EF4-FFF2-40B4-BE49-F238E27FC236}">
                <a16:creationId xmlns:a16="http://schemas.microsoft.com/office/drawing/2014/main" id="{77C4AE2E-22EF-47DF-8F78-13BE5FA30686}"/>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uav_200m_to_satellite/sues200_uav_200m_to_satellite/seed-2/population/bin-4/full">
            <a:extLst xmlns:a="http://schemas.openxmlformats.org/drawingml/2006/main">
              <a:ext uri="{FF2B5EF4-FFF2-40B4-BE49-F238E27FC236}">
                <a16:creationId xmlns:a16="http://schemas.microsoft.com/office/drawing/2014/main" id="{663A5957-FC45-44CE-A208-E8124542C713}"/>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a:t>
            </a:r>
          </a:p>
        </p:txBody>
      </p:sp>
      <p:sp>
        <p:nvSpPr>
          <p:cNvPr id="143" name="sues200_uav_200m_to_satellite/sues200_uav_200m_to_satellite/seed-2/population/bin-5/label">
            <a:extLst xmlns:a="http://schemas.openxmlformats.org/drawingml/2006/main">
              <a:ext uri="{FF2B5EF4-FFF2-40B4-BE49-F238E27FC236}">
                <a16:creationId xmlns:a16="http://schemas.microsoft.com/office/drawing/2014/main" id="{C862FE29-4146-46CC-9CE8-5092EDC009A2}"/>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44" name="sues200_uav_200m_to_satellite/sues200_uav_200m_to_satellite/seed-2/population/bin-5/visual">
            <a:extLst xmlns:a="http://schemas.openxmlformats.org/drawingml/2006/main">
              <a:ext uri="{FF2B5EF4-FFF2-40B4-BE49-F238E27FC236}">
                <a16:creationId xmlns:a16="http://schemas.microsoft.com/office/drawing/2014/main" id="{3DA250A7-8620-46A5-9B9D-BB4B64638C0A}"/>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uav_200m_to_satellite/sues200_uav_200m_to_satellite/seed-2/population/bin-5/full">
            <a:extLst xmlns:a="http://schemas.openxmlformats.org/drawingml/2006/main">
              <a:ext uri="{FF2B5EF4-FFF2-40B4-BE49-F238E27FC236}">
                <a16:creationId xmlns:a16="http://schemas.microsoft.com/office/drawing/2014/main" id="{BBDC8CF5-A755-4A9E-8E1C-1E832A2A77D9}"/>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6" name="sues200_uav_200m_to_satellite/sues200_uav_200m_to_satellite/seed-2/population/bin-6/label">
            <a:extLst xmlns:a="http://schemas.openxmlformats.org/drawingml/2006/main">
              <a:ext uri="{FF2B5EF4-FFF2-40B4-BE49-F238E27FC236}">
                <a16:creationId xmlns:a16="http://schemas.microsoft.com/office/drawing/2014/main" id="{AD959D0A-06A4-45E8-9582-0508BADD1F3F}"/>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7" name="sues200_uav_200m_to_satellite/sues200_uav_200m_to_satellite/seed-2/population/bin-6/visual">
            <a:extLst xmlns:a="http://schemas.openxmlformats.org/drawingml/2006/main">
              <a:ext uri="{FF2B5EF4-FFF2-40B4-BE49-F238E27FC236}">
                <a16:creationId xmlns:a16="http://schemas.microsoft.com/office/drawing/2014/main" id="{5E9E3323-6131-4349-BE57-2CB92542CC88}"/>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uav_200m_to_satellite/sues200_uav_200m_to_satellite/seed-2/population/bin-6/full">
            <a:extLst xmlns:a="http://schemas.openxmlformats.org/drawingml/2006/main">
              <a:ext uri="{FF2B5EF4-FFF2-40B4-BE49-F238E27FC236}">
                <a16:creationId xmlns:a16="http://schemas.microsoft.com/office/drawing/2014/main" id="{F1D29628-4A7C-4A3C-8F18-254C3136A98E}"/>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9" name="sues200_uav_200m_to_satellite/sues200_uav_200m_to_satellite/seed-2/population/bin-7/label">
            <a:extLst xmlns:a="http://schemas.openxmlformats.org/drawingml/2006/main">
              <a:ext uri="{FF2B5EF4-FFF2-40B4-BE49-F238E27FC236}">
                <a16:creationId xmlns:a16="http://schemas.microsoft.com/office/drawing/2014/main" id="{6291A51E-0B99-414D-AB02-56C666A78F52}"/>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50" name="sues200_uav_200m_to_satellite/sues200_uav_200m_to_satellite/seed-2/population/bin-7/visual">
            <a:extLst xmlns:a="http://schemas.openxmlformats.org/drawingml/2006/main">
              <a:ext uri="{FF2B5EF4-FFF2-40B4-BE49-F238E27FC236}">
                <a16:creationId xmlns:a16="http://schemas.microsoft.com/office/drawing/2014/main" id="{7DA03828-40C8-476D-BE46-75BE1198AACC}"/>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uav_200m_to_satellite/sues200_uav_200m_to_satellite/seed-2/population/bin-7/full">
            <a:extLst xmlns:a="http://schemas.openxmlformats.org/drawingml/2006/main">
              <a:ext uri="{FF2B5EF4-FFF2-40B4-BE49-F238E27FC236}">
                <a16:creationId xmlns:a16="http://schemas.microsoft.com/office/drawing/2014/main" id="{3A3E68CA-9C4E-4CE5-B434-D4C3C0067735}"/>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2" name="sues200_uav_200m_to_satellite/sues200_uav_200m_to_satellite/seed-2/population/bin-8/label">
            <a:extLst xmlns:a="http://schemas.openxmlformats.org/drawingml/2006/main">
              <a:ext uri="{FF2B5EF4-FFF2-40B4-BE49-F238E27FC236}">
                <a16:creationId xmlns:a16="http://schemas.microsoft.com/office/drawing/2014/main" id="{475FC8A8-9596-4639-A778-C39657C65F9A}"/>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53" name="sues200_uav_200m_to_satellite/sues200_uav_200m_to_satellite/seed-2/population/bin-8/visual">
            <a:extLst xmlns:a="http://schemas.openxmlformats.org/drawingml/2006/main">
              <a:ext uri="{FF2B5EF4-FFF2-40B4-BE49-F238E27FC236}">
                <a16:creationId xmlns:a16="http://schemas.microsoft.com/office/drawing/2014/main" id="{1ABC6C26-1101-4E1B-A245-E0FD9A2F0D80}"/>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uav_200m_to_satellite/sues200_uav_200m_to_satellite/seed-2/population/bin-8/full">
            <a:extLst xmlns:a="http://schemas.openxmlformats.org/drawingml/2006/main">
              <a:ext uri="{FF2B5EF4-FFF2-40B4-BE49-F238E27FC236}">
                <a16:creationId xmlns:a16="http://schemas.microsoft.com/office/drawing/2014/main" id="{E2412D6C-7738-4F8F-B114-E9BA605CEE0B}"/>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5" name="sues200_uav_200m_to_satellite/sues200_uav_200m_to_satellite/seed-2/population/bin-9/label">
            <a:extLst xmlns:a="http://schemas.openxmlformats.org/drawingml/2006/main">
              <a:ext uri="{FF2B5EF4-FFF2-40B4-BE49-F238E27FC236}">
                <a16:creationId xmlns:a16="http://schemas.microsoft.com/office/drawing/2014/main" id="{AD606584-BEDD-4E04-BF46-16011AC53A59}"/>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6" name="sues200_uav_200m_to_satellite/sues200_uav_200m_to_satellite/seed-2/population/bin-9/visual">
            <a:extLst xmlns:a="http://schemas.openxmlformats.org/drawingml/2006/main">
              <a:ext uri="{FF2B5EF4-FFF2-40B4-BE49-F238E27FC236}">
                <a16:creationId xmlns:a16="http://schemas.microsoft.com/office/drawing/2014/main" id="{E656EC2D-D4E1-426E-87FE-9B308F3201AE}"/>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uav_200m_to_satellite/sues200_uav_200m_to_satellite/seed-2/population/bin-9/full">
            <a:extLst xmlns:a="http://schemas.openxmlformats.org/drawingml/2006/main">
              <a:ext uri="{FF2B5EF4-FFF2-40B4-BE49-F238E27FC236}">
                <a16:creationId xmlns:a16="http://schemas.microsoft.com/office/drawing/2014/main" id="{1CB63863-2759-408B-9E3D-00F99AFA53A5}"/>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8" name="sues200_uav_200m_to_satellite/sues200_uav_200m_to_satellite/seed-2/population/bin-10/label">
            <a:extLst xmlns:a="http://schemas.openxmlformats.org/drawingml/2006/main">
              <a:ext uri="{FF2B5EF4-FFF2-40B4-BE49-F238E27FC236}">
                <a16:creationId xmlns:a16="http://schemas.microsoft.com/office/drawing/2014/main" id="{8EE118AD-8669-46BC-9750-E5E68C2592D3}"/>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9" name="sues200_uav_200m_to_satellite/sues200_uav_200m_to_satellite/seed-2/population/bin-10/visual">
            <a:extLst xmlns:a="http://schemas.openxmlformats.org/drawingml/2006/main">
              <a:ext uri="{FF2B5EF4-FFF2-40B4-BE49-F238E27FC236}">
                <a16:creationId xmlns:a16="http://schemas.microsoft.com/office/drawing/2014/main" id="{C93231BC-01BC-41C7-A1F8-AD4DBA9CF5FB}"/>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uav_200m_to_satellite/sues200_uav_200m_to_satellite/seed-2/population/bin-10/full">
            <a:extLst xmlns:a="http://schemas.openxmlformats.org/drawingml/2006/main">
              <a:ext uri="{FF2B5EF4-FFF2-40B4-BE49-F238E27FC236}">
                <a16:creationId xmlns:a16="http://schemas.microsoft.com/office/drawing/2014/main" id="{390A9632-7B53-4DE7-86E7-615FA33D692C}"/>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1" name="sues200_uav_200m_to_satellite/sues200_uav_200m_to_satellite/seed-2/population/bin-11/label">
            <a:extLst xmlns:a="http://schemas.openxmlformats.org/drawingml/2006/main">
              <a:ext uri="{FF2B5EF4-FFF2-40B4-BE49-F238E27FC236}">
                <a16:creationId xmlns:a16="http://schemas.microsoft.com/office/drawing/2014/main" id="{FB56FB5A-E19C-4B7C-B251-62CB51C91FF1}"/>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62" name="sues200_uav_200m_to_satellite/sues200_uav_200m_to_satellite/seed-2/population/bin-11/visual">
            <a:extLst xmlns:a="http://schemas.openxmlformats.org/drawingml/2006/main">
              <a:ext uri="{FF2B5EF4-FFF2-40B4-BE49-F238E27FC236}">
                <a16:creationId xmlns:a16="http://schemas.microsoft.com/office/drawing/2014/main" id="{F0D0C9AB-8D93-41DB-9D70-176665738D9A}"/>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uav_200m_to_satellite/sues200_uav_200m_to_satellite/seed-2/population/bin-11/full">
            <a:extLst xmlns:a="http://schemas.openxmlformats.org/drawingml/2006/main">
              <a:ext uri="{FF2B5EF4-FFF2-40B4-BE49-F238E27FC236}">
                <a16:creationId xmlns:a16="http://schemas.microsoft.com/office/drawing/2014/main" id="{DF6E28AA-7813-4641-87A5-B90014EBCC71}"/>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4" name="sues200_uav_200m_to_satellite/sues200_uav_200m_to_satellite/seed-2/population/bin-12/label">
            <a:extLst xmlns:a="http://schemas.openxmlformats.org/drawingml/2006/main">
              <a:ext uri="{FF2B5EF4-FFF2-40B4-BE49-F238E27FC236}">
                <a16:creationId xmlns:a16="http://schemas.microsoft.com/office/drawing/2014/main" id="{63BD0254-2820-4AFB-AAF5-BA8E530B1256}"/>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5" name="sues200_uav_200m_to_satellite/sues200_uav_200m_to_satellite/seed-2/population/bin-12/visual">
            <a:extLst xmlns:a="http://schemas.openxmlformats.org/drawingml/2006/main">
              <a:ext uri="{FF2B5EF4-FFF2-40B4-BE49-F238E27FC236}">
                <a16:creationId xmlns:a16="http://schemas.microsoft.com/office/drawing/2014/main" id="{76E130A3-853A-4558-BCEA-95A078B0D9B9}"/>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uav_200m_to_satellite/sues200_uav_200m_to_satellite/seed-2/population/bin-12/full">
            <a:extLst xmlns:a="http://schemas.openxmlformats.org/drawingml/2006/main">
              <a:ext uri="{FF2B5EF4-FFF2-40B4-BE49-F238E27FC236}">
                <a16:creationId xmlns:a16="http://schemas.microsoft.com/office/drawing/2014/main" id="{F34138E9-6A87-4948-8D26-8F5289EEFFEC}"/>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7" name="sues200_uav_200m_to_satellite/sues200_uav_200m_to_satellite/seed-2/population/bin-13/label">
            <a:extLst xmlns:a="http://schemas.openxmlformats.org/drawingml/2006/main">
              <a:ext uri="{FF2B5EF4-FFF2-40B4-BE49-F238E27FC236}">
                <a16:creationId xmlns:a16="http://schemas.microsoft.com/office/drawing/2014/main" id="{EDB0EE54-4FEB-4C33-957E-0E04D20F1D57}"/>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8" name="sues200_uav_200m_to_satellite/sues200_uav_200m_to_satellite/seed-2/population/bin-13/visual">
            <a:extLst xmlns:a="http://schemas.openxmlformats.org/drawingml/2006/main">
              <a:ext uri="{FF2B5EF4-FFF2-40B4-BE49-F238E27FC236}">
                <a16:creationId xmlns:a16="http://schemas.microsoft.com/office/drawing/2014/main" id="{57036664-4A78-47B9-9828-5D70265071A7}"/>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9" name="sues200_uav_200m_to_satellite/sues200_uav_200m_to_satellite/seed-2/population/bin-13/full">
            <a:extLst xmlns:a="http://schemas.openxmlformats.org/drawingml/2006/main">
              <a:ext uri="{FF2B5EF4-FFF2-40B4-BE49-F238E27FC236}">
                <a16:creationId xmlns:a16="http://schemas.microsoft.com/office/drawing/2014/main" id="{50E22168-672C-4A45-A051-376D0D022DED}"/>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0" name="sues200_uav_200m_to_satellite/sues200_uav_200m_to_satellite/seed-2/population/bin-14/label">
            <a:extLst xmlns:a="http://schemas.openxmlformats.org/drawingml/2006/main">
              <a:ext uri="{FF2B5EF4-FFF2-40B4-BE49-F238E27FC236}">
                <a16:creationId xmlns:a16="http://schemas.microsoft.com/office/drawing/2014/main" id="{3FCCAF58-E3DA-4CB5-BD72-5321B3BF4787}"/>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71" name="sues200_uav_200m_to_satellite/sues200_uav_200m_to_satellite/seed-2/population/bin-14/visual">
            <a:extLst xmlns:a="http://schemas.openxmlformats.org/drawingml/2006/main">
              <a:ext uri="{FF2B5EF4-FFF2-40B4-BE49-F238E27FC236}">
                <a16:creationId xmlns:a16="http://schemas.microsoft.com/office/drawing/2014/main" id="{C8CA1C57-8DE0-4774-8D2B-858F4C8868D9}"/>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2" name="sues200_uav_200m_to_satellite/sues200_uav_200m_to_satellite/seed-2/population/bin-14/full">
            <a:extLst xmlns:a="http://schemas.openxmlformats.org/drawingml/2006/main">
              <a:ext uri="{FF2B5EF4-FFF2-40B4-BE49-F238E27FC236}">
                <a16:creationId xmlns:a16="http://schemas.microsoft.com/office/drawing/2014/main" id="{FC201F6F-0552-4B98-95A7-76BF51F0A896}"/>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3" name="sues200_uav_200m_to_satellite/sues200_uav_200m_to_satellite/seed-2/population/bin-15/label">
            <a:extLst xmlns:a="http://schemas.openxmlformats.org/drawingml/2006/main">
              <a:ext uri="{FF2B5EF4-FFF2-40B4-BE49-F238E27FC236}">
                <a16:creationId xmlns:a16="http://schemas.microsoft.com/office/drawing/2014/main" id="{FC198E8B-D21A-4EDD-9ACA-B3A38265FDD9}"/>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74" name="sues200_uav_200m_to_satellite/sues200_uav_200m_to_satellite/seed-2/population/bin-15/visual">
            <a:extLst xmlns:a="http://schemas.openxmlformats.org/drawingml/2006/main">
              <a:ext uri="{FF2B5EF4-FFF2-40B4-BE49-F238E27FC236}">
                <a16:creationId xmlns:a16="http://schemas.microsoft.com/office/drawing/2014/main" id="{A4708432-1343-4002-94B9-83BDA37271DA}"/>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5" name="sues200_uav_200m_to_satellite/sues200_uav_200m_to_satellite/seed-2/population/bin-15/full">
            <a:extLst xmlns:a="http://schemas.openxmlformats.org/drawingml/2006/main">
              <a:ext uri="{FF2B5EF4-FFF2-40B4-BE49-F238E27FC236}">
                <a16:creationId xmlns:a16="http://schemas.microsoft.com/office/drawing/2014/main" id="{29D933DA-E05D-4F95-872F-8A494B2A9763}"/>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6" name="sues200_uav_200m_to_satellite/sues200_uav_200m_to_satellite/seed-3/seed-heading">
            <a:extLst xmlns:a="http://schemas.openxmlformats.org/drawingml/2006/main">
              <a:ext uri="{FF2B5EF4-FFF2-40B4-BE49-F238E27FC236}">
                <a16:creationId xmlns:a16="http://schemas.microsoft.com/office/drawing/2014/main" id="{7B548878-40CB-4286-9856-59FB971D66B3}"/>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7" name="sues200_uav_200m_to_satellite/sues200_uav_200m_to_satellite/seed-3/y-grid-0">
            <a:extLst xmlns:a="http://schemas.openxmlformats.org/drawingml/2006/main">
              <a:ext uri="{FF2B5EF4-FFF2-40B4-BE49-F238E27FC236}">
                <a16:creationId xmlns:a16="http://schemas.microsoft.com/office/drawing/2014/main" id="{5D62F30A-1785-4F3B-B6CA-8BB36EDABB5B}"/>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8" name="sues200_uav_200m_to_satellite/sues200_uav_200m_to_satellite/seed-3/y-label-0">
            <a:extLst xmlns:a="http://schemas.openxmlformats.org/drawingml/2006/main">
              <a:ext uri="{FF2B5EF4-FFF2-40B4-BE49-F238E27FC236}">
                <a16:creationId xmlns:a16="http://schemas.microsoft.com/office/drawing/2014/main" id="{2275D684-AB00-4E6F-824C-25A753829102}"/>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9" name="sues200_uav_200m_to_satellite/sues200_uav_200m_to_satellite/seed-3/x-tick-0">
            <a:extLst xmlns:a="http://schemas.openxmlformats.org/drawingml/2006/main">
              <a:ext uri="{FF2B5EF4-FFF2-40B4-BE49-F238E27FC236}">
                <a16:creationId xmlns:a16="http://schemas.microsoft.com/office/drawing/2014/main" id="{F8D687C9-6E95-432D-ADEE-750CC0CC944E}"/>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0" name="sues200_uav_200m_to_satellite/sues200_uav_200m_to_satellite/seed-3/x-label-0">
            <a:extLst xmlns:a="http://schemas.openxmlformats.org/drawingml/2006/main">
              <a:ext uri="{FF2B5EF4-FFF2-40B4-BE49-F238E27FC236}">
                <a16:creationId xmlns:a16="http://schemas.microsoft.com/office/drawing/2014/main" id="{8BB319CD-DBC5-4005-B49E-8EF475315676}"/>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81" name="sues200_uav_200m_to_satellite/sues200_uav_200m_to_satellite/seed-3/y-grid-0.25">
            <a:extLst xmlns:a="http://schemas.openxmlformats.org/drawingml/2006/main">
              <a:ext uri="{FF2B5EF4-FFF2-40B4-BE49-F238E27FC236}">
                <a16:creationId xmlns:a16="http://schemas.microsoft.com/office/drawing/2014/main" id="{8540AE49-F18D-49F6-9E8A-4E09C0705F87}"/>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2" name="sues200_uav_200m_to_satellite/sues200_uav_200m_to_satellite/seed-3/y-label-0.25">
            <a:extLst xmlns:a="http://schemas.openxmlformats.org/drawingml/2006/main">
              <a:ext uri="{FF2B5EF4-FFF2-40B4-BE49-F238E27FC236}">
                <a16:creationId xmlns:a16="http://schemas.microsoft.com/office/drawing/2014/main" id="{9F185FFA-5511-441F-B668-E429CEB9039C}"/>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3" name="sues200_uav_200m_to_satellite/sues200_uav_200m_to_satellite/seed-3/x-tick-0.25">
            <a:extLst xmlns:a="http://schemas.openxmlformats.org/drawingml/2006/main">
              <a:ext uri="{FF2B5EF4-FFF2-40B4-BE49-F238E27FC236}">
                <a16:creationId xmlns:a16="http://schemas.microsoft.com/office/drawing/2014/main" id="{8AA811E8-C09E-4C6B-9CAB-A72691C49A95}"/>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4" name="sues200_uav_200m_to_satellite/sues200_uav_200m_to_satellite/seed-3/x-label-0.25">
            <a:extLst xmlns:a="http://schemas.openxmlformats.org/drawingml/2006/main">
              <a:ext uri="{FF2B5EF4-FFF2-40B4-BE49-F238E27FC236}">
                <a16:creationId xmlns:a16="http://schemas.microsoft.com/office/drawing/2014/main" id="{798E73F6-84AC-451B-B169-87A1556C32BA}"/>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5" name="sues200_uav_200m_to_satellite/sues200_uav_200m_to_satellite/seed-3/y-grid-0.5">
            <a:extLst xmlns:a="http://schemas.openxmlformats.org/drawingml/2006/main">
              <a:ext uri="{FF2B5EF4-FFF2-40B4-BE49-F238E27FC236}">
                <a16:creationId xmlns:a16="http://schemas.microsoft.com/office/drawing/2014/main" id="{0E05BBEF-E2C6-4A30-9CA3-77B945FEB1B0}"/>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6" name="sues200_uav_200m_to_satellite/sues200_uav_200m_to_satellite/seed-3/y-label-0.5">
            <a:extLst xmlns:a="http://schemas.openxmlformats.org/drawingml/2006/main">
              <a:ext uri="{FF2B5EF4-FFF2-40B4-BE49-F238E27FC236}">
                <a16:creationId xmlns:a16="http://schemas.microsoft.com/office/drawing/2014/main" id="{95BB106D-4AB9-4A94-9CB8-2B522DD0BEB0}"/>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7" name="sues200_uav_200m_to_satellite/sues200_uav_200m_to_satellite/seed-3/x-tick-0.5">
            <a:extLst xmlns:a="http://schemas.openxmlformats.org/drawingml/2006/main">
              <a:ext uri="{FF2B5EF4-FFF2-40B4-BE49-F238E27FC236}">
                <a16:creationId xmlns:a16="http://schemas.microsoft.com/office/drawing/2014/main" id="{9BCDD5DB-6D5A-42F7-B65C-4DAF7A5240E7}"/>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8" name="sues200_uav_200m_to_satellite/sues200_uav_200m_to_satellite/seed-3/x-label-0.5">
            <a:extLst xmlns:a="http://schemas.openxmlformats.org/drawingml/2006/main">
              <a:ext uri="{FF2B5EF4-FFF2-40B4-BE49-F238E27FC236}">
                <a16:creationId xmlns:a16="http://schemas.microsoft.com/office/drawing/2014/main" id="{5F98D4D2-AAD9-4E16-8772-CD96AEDD235C}"/>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9" name="sues200_uav_200m_to_satellite/sues200_uav_200m_to_satellite/seed-3/y-grid-0.75">
            <a:extLst xmlns:a="http://schemas.openxmlformats.org/drawingml/2006/main">
              <a:ext uri="{FF2B5EF4-FFF2-40B4-BE49-F238E27FC236}">
                <a16:creationId xmlns:a16="http://schemas.microsoft.com/office/drawing/2014/main" id="{9FD96E04-E46D-42CC-9A8B-0DA0961B75B6}"/>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0" name="sues200_uav_200m_to_satellite/sues200_uav_200m_to_satellite/seed-3/y-label-0.75">
            <a:extLst xmlns:a="http://schemas.openxmlformats.org/drawingml/2006/main">
              <a:ext uri="{FF2B5EF4-FFF2-40B4-BE49-F238E27FC236}">
                <a16:creationId xmlns:a16="http://schemas.microsoft.com/office/drawing/2014/main" id="{6DA34772-40E1-4C7C-8BF5-CEA26BC6F7DF}"/>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1" name="sues200_uav_200m_to_satellite/sues200_uav_200m_to_satellite/seed-3/x-tick-0.75">
            <a:extLst xmlns:a="http://schemas.openxmlformats.org/drawingml/2006/main">
              <a:ext uri="{FF2B5EF4-FFF2-40B4-BE49-F238E27FC236}">
                <a16:creationId xmlns:a16="http://schemas.microsoft.com/office/drawing/2014/main" id="{690E7355-BD96-488D-B2ED-5E5CD00798BA}"/>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2" name="sues200_uav_200m_to_satellite/sues200_uav_200m_to_satellite/seed-3/x-label-0.75">
            <a:extLst xmlns:a="http://schemas.openxmlformats.org/drawingml/2006/main">
              <a:ext uri="{FF2B5EF4-FFF2-40B4-BE49-F238E27FC236}">
                <a16:creationId xmlns:a16="http://schemas.microsoft.com/office/drawing/2014/main" id="{ECBA403B-B1AD-44AE-8C2F-04349E63D9B0}"/>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3" name="sues200_uav_200m_to_satellite/sues200_uav_200m_to_satellite/seed-3/y-grid-1">
            <a:extLst xmlns:a="http://schemas.openxmlformats.org/drawingml/2006/main">
              <a:ext uri="{FF2B5EF4-FFF2-40B4-BE49-F238E27FC236}">
                <a16:creationId xmlns:a16="http://schemas.microsoft.com/office/drawing/2014/main" id="{63B3D6B1-2FA4-49C9-A244-640E71B8A18F}"/>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4" name="sues200_uav_200m_to_satellite/sues200_uav_200m_to_satellite/seed-3/y-label-1">
            <a:extLst xmlns:a="http://schemas.openxmlformats.org/drawingml/2006/main">
              <a:ext uri="{FF2B5EF4-FFF2-40B4-BE49-F238E27FC236}">
                <a16:creationId xmlns:a16="http://schemas.microsoft.com/office/drawing/2014/main" id="{9A659643-596F-4DCB-B1EF-77F3419DA8A8}"/>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5" name="sues200_uav_200m_to_satellite/sues200_uav_200m_to_satellite/seed-3/x-tick-1">
            <a:extLst xmlns:a="http://schemas.openxmlformats.org/drawingml/2006/main">
              <a:ext uri="{FF2B5EF4-FFF2-40B4-BE49-F238E27FC236}">
                <a16:creationId xmlns:a16="http://schemas.microsoft.com/office/drawing/2014/main" id="{A0671B33-C57D-4831-B76A-682C3B398419}"/>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6" name="sues200_uav_200m_to_satellite/sues200_uav_200m_to_satellite/seed-3/x-label-1">
            <a:extLst xmlns:a="http://schemas.openxmlformats.org/drawingml/2006/main">
              <a:ext uri="{FF2B5EF4-FFF2-40B4-BE49-F238E27FC236}">
                <a16:creationId xmlns:a16="http://schemas.microsoft.com/office/drawing/2014/main" id="{D432DF04-D986-4B24-9C1B-9CFDEAAF025F}"/>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7" name="sues200_uav_200m_to_satellite/sues200_uav_200m_to_satellite/seed-3/reference-equality">
            <a:extLst xmlns:a="http://schemas.openxmlformats.org/drawingml/2006/main">
              <a:ext uri="{FF2B5EF4-FFF2-40B4-BE49-F238E27FC236}">
                <a16:creationId xmlns:a16="http://schemas.microsoft.com/office/drawing/2014/main" id="{685832AA-A8EE-4F03-83F9-A7E245235080}"/>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8" name="sues200_uav_200m_to_satellite/sues200_uav_200m_to_satellite/seed-3/y-axis">
            <a:extLst xmlns:a="http://schemas.openxmlformats.org/drawingml/2006/main">
              <a:ext uri="{FF2B5EF4-FFF2-40B4-BE49-F238E27FC236}">
                <a16:creationId xmlns:a16="http://schemas.microsoft.com/office/drawing/2014/main" id="{862F4F67-A966-4FB6-9A17-FC1B80F631B8}"/>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9" name="sues200_uav_200m_to_satellite/sues200_uav_200m_to_satellite/seed-3/x-axis">
            <a:extLst xmlns:a="http://schemas.openxmlformats.org/drawingml/2006/main">
              <a:ext uri="{FF2B5EF4-FFF2-40B4-BE49-F238E27FC236}">
                <a16:creationId xmlns:a16="http://schemas.microsoft.com/office/drawing/2014/main" id="{260A7DDD-04EC-4CCA-A064-C871F6094748}"/>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0" name="sues200_uav_200m_to_satellite/sues200_uav_200m_to_satellite/seed-3/visual/bin-1/point">
            <a:extLst xmlns:a="http://schemas.openxmlformats.org/drawingml/2006/main">
              <a:ext uri="{FF2B5EF4-FFF2-40B4-BE49-F238E27FC236}">
                <a16:creationId xmlns:a16="http://schemas.microsoft.com/office/drawing/2014/main" id="{36D520F2-D45E-4FE3-A1AB-E9926AEA4060}"/>
              </a:ext>
            </a:extLst>
          </p:cNvPr>
          <p:cNvSpPr>
            <a:spLocks xmlns:a="http://schemas.openxmlformats.org/drawingml/2006/main" noGrp="1"/>
          </p:cNvSpPr>
          <p:nvPr/>
        </p:nvSpPr>
        <p:spPr>
          <a:xfrm xmlns:a="http://schemas.openxmlformats.org/drawingml/2006/main">
            <a:off x="4556100" y="207184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1" name="sues200_uav_200m_to_satellite/sues200_uav_200m_to_satellite/seed-3/visual/bin-2/point">
            <a:extLst xmlns:a="http://schemas.openxmlformats.org/drawingml/2006/main">
              <a:ext uri="{FF2B5EF4-FFF2-40B4-BE49-F238E27FC236}">
                <a16:creationId xmlns:a16="http://schemas.microsoft.com/office/drawing/2014/main" id="{80CEEF36-D3BB-4813-803A-086C2E8150C2}"/>
              </a:ext>
            </a:extLst>
          </p:cNvPr>
          <p:cNvSpPr>
            <a:spLocks xmlns:a="http://schemas.openxmlformats.org/drawingml/2006/main" noGrp="1"/>
          </p:cNvSpPr>
          <p:nvPr/>
        </p:nvSpPr>
        <p:spPr>
          <a:xfrm xmlns:a="http://schemas.openxmlformats.org/drawingml/2006/main">
            <a:off x="4658375" y="155217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2" name="sues200_uav_200m_to_satellite/sues200_uav_200m_to_satellite/seed-3/visual/bin-3/point">
            <a:extLst xmlns:a="http://schemas.openxmlformats.org/drawingml/2006/main">
              <a:ext uri="{FF2B5EF4-FFF2-40B4-BE49-F238E27FC236}">
                <a16:creationId xmlns:a16="http://schemas.microsoft.com/office/drawing/2014/main" id="{70621EF6-5D8D-4FFA-B3EC-24BB88DD429A}"/>
              </a:ext>
            </a:extLst>
          </p:cNvPr>
          <p:cNvSpPr>
            <a:spLocks xmlns:a="http://schemas.openxmlformats.org/drawingml/2006/main" noGrp="1"/>
          </p:cNvSpPr>
          <p:nvPr/>
        </p:nvSpPr>
        <p:spPr>
          <a:xfrm xmlns:a="http://schemas.openxmlformats.org/drawingml/2006/main">
            <a:off x="4749536" y="163703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3" name="sues200_uav_200m_to_satellite/sues200_uav_200m_to_satellite/seed-3/visual/ECE">
            <a:extLst xmlns:a="http://schemas.openxmlformats.org/drawingml/2006/main">
              <a:ext uri="{FF2B5EF4-FFF2-40B4-BE49-F238E27FC236}">
                <a16:creationId xmlns:a16="http://schemas.microsoft.com/office/drawing/2014/main" id="{65C76140-EAFB-4A11-9EA2-EE2C409D306D}"/>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0.4127</a:t>
            </a:r>
          </a:p>
        </p:txBody>
      </p:sp>
      <p:sp>
        <p:nvSpPr>
          <p:cNvPr id="204" name="sues200_uav_200m_to_satellite/sues200_uav_200m_to_satellite/seed-3/full/bin-1/point">
            <a:extLst xmlns:a="http://schemas.openxmlformats.org/drawingml/2006/main">
              <a:ext uri="{FF2B5EF4-FFF2-40B4-BE49-F238E27FC236}">
                <a16:creationId xmlns:a16="http://schemas.microsoft.com/office/drawing/2014/main" id="{9053B089-06CC-44E5-A92D-D79D44197EA4}"/>
              </a:ext>
            </a:extLst>
          </p:cNvPr>
          <p:cNvSpPr>
            <a:spLocks xmlns:a="http://schemas.openxmlformats.org/drawingml/2006/main" noGrp="1"/>
          </p:cNvSpPr>
          <p:nvPr/>
        </p:nvSpPr>
        <p:spPr>
          <a:xfrm xmlns:a="http://schemas.openxmlformats.org/drawingml/2006/main">
            <a:off x="4561693" y="221473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5" name="sues200_uav_200m_to_satellite/sues200_uav_200m_to_satellite/seed-3/full/bin-2/point">
            <a:extLst xmlns:a="http://schemas.openxmlformats.org/drawingml/2006/main">
              <a:ext uri="{FF2B5EF4-FFF2-40B4-BE49-F238E27FC236}">
                <a16:creationId xmlns:a16="http://schemas.microsoft.com/office/drawing/2014/main" id="{22934B03-E4CC-4325-B9C5-18612EE407C3}"/>
              </a:ext>
            </a:extLst>
          </p:cNvPr>
          <p:cNvSpPr>
            <a:spLocks xmlns:a="http://schemas.openxmlformats.org/drawingml/2006/main" noGrp="1"/>
          </p:cNvSpPr>
          <p:nvPr/>
        </p:nvSpPr>
        <p:spPr>
          <a:xfrm xmlns:a="http://schemas.openxmlformats.org/drawingml/2006/main">
            <a:off x="4667895" y="177856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6" name="sues200_uav_200m_to_satellite/sues200_uav_200m_to_satellite/seed-3/full/bin-3/point">
            <a:extLst xmlns:a="http://schemas.openxmlformats.org/drawingml/2006/main">
              <a:ext uri="{FF2B5EF4-FFF2-40B4-BE49-F238E27FC236}">
                <a16:creationId xmlns:a16="http://schemas.microsoft.com/office/drawing/2014/main" id="{4F9570A4-E232-4BDC-9E17-FF6D88DE5EB4}"/>
              </a:ext>
            </a:extLst>
          </p:cNvPr>
          <p:cNvSpPr>
            <a:spLocks xmlns:a="http://schemas.openxmlformats.org/drawingml/2006/main" noGrp="1"/>
          </p:cNvSpPr>
          <p:nvPr/>
        </p:nvSpPr>
        <p:spPr>
          <a:xfrm xmlns:a="http://schemas.openxmlformats.org/drawingml/2006/main">
            <a:off x="4752112" y="214915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7" name="sues200_uav_200m_to_satellite/sues200_uav_200m_to_satellite/seed-3/full/bin-4/point">
            <a:extLst xmlns:a="http://schemas.openxmlformats.org/drawingml/2006/main">
              <a:ext uri="{FF2B5EF4-FFF2-40B4-BE49-F238E27FC236}">
                <a16:creationId xmlns:a16="http://schemas.microsoft.com/office/drawing/2014/main" id="{0BB8D094-EFB2-42C6-8FF1-466A0607EBD9}"/>
              </a:ext>
            </a:extLst>
          </p:cNvPr>
          <p:cNvSpPr>
            <a:spLocks xmlns:a="http://schemas.openxmlformats.org/drawingml/2006/main" noGrp="1"/>
          </p:cNvSpPr>
          <p:nvPr/>
        </p:nvSpPr>
        <p:spPr>
          <a:xfrm xmlns:a="http://schemas.openxmlformats.org/drawingml/2006/main">
            <a:off x="4856052"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8" name="sues200_uav_200m_to_satellite/sues200_uav_200m_to_satellite/seed-3/full/ECE">
            <a:extLst xmlns:a="http://schemas.openxmlformats.org/drawingml/2006/main">
              <a:ext uri="{FF2B5EF4-FFF2-40B4-BE49-F238E27FC236}">
                <a16:creationId xmlns:a16="http://schemas.microsoft.com/office/drawing/2014/main" id="{1F8B0BE4-1852-4325-9119-F528F22FC114}"/>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0.3133</a:t>
            </a:r>
          </a:p>
        </p:txBody>
      </p:sp>
      <p:sp>
        <p:nvSpPr>
          <p:cNvPr id="209" name="sues200_uav_200m_to_satellite/sues200_uav_200m_to_satellite/seed-3/population/N">
            <a:extLst xmlns:a="http://schemas.openxmlformats.org/drawingml/2006/main">
              <a:ext uri="{FF2B5EF4-FFF2-40B4-BE49-F238E27FC236}">
                <a16:creationId xmlns:a16="http://schemas.microsoft.com/office/drawing/2014/main" id="{29502966-05F4-4ACE-B783-C22F4DFE866D}"/>
              </a:ext>
            </a:extLst>
          </p:cNvPr>
          <p:cNvSpPr>
            <a:spLocks xmlns:a="http://schemas.openxmlformats.org/drawingml/2006/main" noGrp="1"/>
          </p:cNvSpPr>
          <p:nvPr/>
        </p:nvSpPr>
        <p:spPr>
          <a:xfrm xmlns:a="http://schemas.openxmlformats.org/drawingml/2006/main">
            <a:off x="47117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210" name="sues200_uav_200m_to_satellite/sues200_uav_200m_to_satellite/seed-3/population/header/bin">
            <a:extLst xmlns:a="http://schemas.openxmlformats.org/drawingml/2006/main">
              <a:ext uri="{FF2B5EF4-FFF2-40B4-BE49-F238E27FC236}">
                <a16:creationId xmlns:a16="http://schemas.microsoft.com/office/drawing/2014/main" id="{105F3753-8449-4F53-82B6-D62F6C9A10EA}"/>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11" name="sues200_uav_200m_to_satellite/sues200_uav_200m_to_satellite/seed-3/population/header/visual">
            <a:extLst xmlns:a="http://schemas.openxmlformats.org/drawingml/2006/main">
              <a:ext uri="{FF2B5EF4-FFF2-40B4-BE49-F238E27FC236}">
                <a16:creationId xmlns:a16="http://schemas.microsoft.com/office/drawing/2014/main" id="{567FF0C9-4DEC-4791-AFCE-C76DBD55555D}"/>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12" name="sues200_uav_200m_to_satellite/sues200_uav_200m_to_satellite/seed-3/population/header/full">
            <a:extLst xmlns:a="http://schemas.openxmlformats.org/drawingml/2006/main">
              <a:ext uri="{FF2B5EF4-FFF2-40B4-BE49-F238E27FC236}">
                <a16:creationId xmlns:a16="http://schemas.microsoft.com/office/drawing/2014/main" id="{CD82DBEB-E3E5-43E2-8822-9AC228090B4F}"/>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13" name="sues200_uav_200m_to_satellite/sues200_uav_200m_to_satellite/seed-3/population/header/rule">
            <a:extLst xmlns:a="http://schemas.openxmlformats.org/drawingml/2006/main">
              <a:ext uri="{FF2B5EF4-FFF2-40B4-BE49-F238E27FC236}">
                <a16:creationId xmlns:a16="http://schemas.microsoft.com/office/drawing/2014/main" id="{7EC57E31-95D5-41F8-ADDB-07CF9D57144A}"/>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14" name="sues200_uav_200m_to_satellite/sues200_uav_200m_to_satellite/seed-3/population/bin-1/label">
            <a:extLst xmlns:a="http://schemas.openxmlformats.org/drawingml/2006/main">
              <a:ext uri="{FF2B5EF4-FFF2-40B4-BE49-F238E27FC236}">
                <a16:creationId xmlns:a16="http://schemas.microsoft.com/office/drawing/2014/main" id="{6A7419D7-918F-47F1-83E0-F78209714710}"/>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15" name="sues200_uav_200m_to_satellite/sues200_uav_200m_to_satellite/seed-3/population/bin-1/visual">
            <a:extLst xmlns:a="http://schemas.openxmlformats.org/drawingml/2006/main">
              <a:ext uri="{FF2B5EF4-FFF2-40B4-BE49-F238E27FC236}">
                <a16:creationId xmlns:a16="http://schemas.microsoft.com/office/drawing/2014/main" id="{30F0189C-ECCE-4666-BE3D-DBD309223F79}"/>
              </a:ext>
            </a:extLst>
          </p:cNvPr>
          <p:cNvSpPr>
            <a:spLocks xmlns:a="http://schemas.openxmlformats.org/drawingml/2006/main" noGrp="1"/>
          </p:cNvSpPr>
          <p:nvPr/>
        </p:nvSpPr>
        <p:spPr>
          <a:xfrm xmlns:a="http://schemas.openxmlformats.org/drawingml/2006/main">
            <a:off x="5165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3372</a:t>
            </a:r>
          </a:p>
        </p:txBody>
      </p:sp>
      <p:sp>
        <p:nvSpPr>
          <p:cNvPr id="216" name="sues200_uav_200m_to_satellite/sues200_uav_200m_to_satellite/seed-3/population/bin-1/full">
            <a:extLst xmlns:a="http://schemas.openxmlformats.org/drawingml/2006/main">
              <a:ext uri="{FF2B5EF4-FFF2-40B4-BE49-F238E27FC236}">
                <a16:creationId xmlns:a16="http://schemas.microsoft.com/office/drawing/2014/main" id="{48E17116-5F92-4383-A0A9-062CFC55358C}"/>
              </a:ext>
            </a:extLst>
          </p:cNvPr>
          <p:cNvSpPr>
            <a:spLocks xmlns:a="http://schemas.openxmlformats.org/drawingml/2006/main" noGrp="1"/>
          </p:cNvSpPr>
          <p:nvPr/>
        </p:nvSpPr>
        <p:spPr>
          <a:xfrm xmlns:a="http://schemas.openxmlformats.org/drawingml/2006/main">
            <a:off x="5800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3285</a:t>
            </a:r>
          </a:p>
        </p:txBody>
      </p:sp>
      <p:sp>
        <p:nvSpPr>
          <p:cNvPr id="217" name="sues200_uav_200m_to_satellite/sues200_uav_200m_to_satellite/seed-3/population/bin-2/label">
            <a:extLst xmlns:a="http://schemas.openxmlformats.org/drawingml/2006/main">
              <a:ext uri="{FF2B5EF4-FFF2-40B4-BE49-F238E27FC236}">
                <a16:creationId xmlns:a16="http://schemas.microsoft.com/office/drawing/2014/main" id="{FD3D5AA5-1099-4337-ACBA-47134E03318E}"/>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8" name="sues200_uav_200m_to_satellite/sues200_uav_200m_to_satellite/seed-3/population/bin-2/visual">
            <a:extLst xmlns:a="http://schemas.openxmlformats.org/drawingml/2006/main">
              <a:ext uri="{FF2B5EF4-FFF2-40B4-BE49-F238E27FC236}">
                <a16:creationId xmlns:a16="http://schemas.microsoft.com/office/drawing/2014/main" id="{44F56983-3961-478E-ABC7-EFEB480C30F1}"/>
              </a:ext>
            </a:extLst>
          </p:cNvPr>
          <p:cNvSpPr>
            <a:spLocks xmlns:a="http://schemas.openxmlformats.org/drawingml/2006/main" noGrp="1"/>
          </p:cNvSpPr>
          <p:nvPr/>
        </p:nvSpPr>
        <p:spPr>
          <a:xfrm xmlns:a="http://schemas.openxmlformats.org/drawingml/2006/main">
            <a:off x="5193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612</a:t>
            </a:r>
          </a:p>
        </p:txBody>
      </p:sp>
      <p:sp>
        <p:nvSpPr>
          <p:cNvPr id="219" name="sues200_uav_200m_to_satellite/sues200_uav_200m_to_satellite/seed-3/population/bin-2/full">
            <a:extLst xmlns:a="http://schemas.openxmlformats.org/drawingml/2006/main">
              <a:ext uri="{FF2B5EF4-FFF2-40B4-BE49-F238E27FC236}">
                <a16:creationId xmlns:a16="http://schemas.microsoft.com/office/drawing/2014/main" id="{B86BEF80-9063-4E75-829E-9658EC45EB4E}"/>
              </a:ext>
            </a:extLst>
          </p:cNvPr>
          <p:cNvSpPr>
            <a:spLocks xmlns:a="http://schemas.openxmlformats.org/drawingml/2006/main" noGrp="1"/>
          </p:cNvSpPr>
          <p:nvPr/>
        </p:nvSpPr>
        <p:spPr>
          <a:xfrm xmlns:a="http://schemas.openxmlformats.org/drawingml/2006/main">
            <a:off x="5828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682</a:t>
            </a:r>
          </a:p>
        </p:txBody>
      </p:sp>
      <p:sp>
        <p:nvSpPr>
          <p:cNvPr id="220" name="sues200_uav_200m_to_satellite/sues200_uav_200m_to_satellite/seed-3/population/bin-3/label">
            <a:extLst xmlns:a="http://schemas.openxmlformats.org/drawingml/2006/main">
              <a:ext uri="{FF2B5EF4-FFF2-40B4-BE49-F238E27FC236}">
                <a16:creationId xmlns:a16="http://schemas.microsoft.com/office/drawing/2014/main" id="{3D100C73-C455-4E81-8770-4A4AAE5E904C}"/>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21" name="sues200_uav_200m_to_satellite/sues200_uav_200m_to_satellite/seed-3/population/bin-3/visual">
            <a:extLst xmlns:a="http://schemas.openxmlformats.org/drawingml/2006/main">
              <a:ext uri="{FF2B5EF4-FFF2-40B4-BE49-F238E27FC236}">
                <a16:creationId xmlns:a16="http://schemas.microsoft.com/office/drawing/2014/main" id="{3B49B057-1A0D-4AD3-965A-A4973601AC87}"/>
              </a:ext>
            </a:extLst>
          </p:cNvPr>
          <p:cNvSpPr>
            <a:spLocks xmlns:a="http://schemas.openxmlformats.org/drawingml/2006/main" noGrp="1"/>
          </p:cNvSpPr>
          <p:nvPr/>
        </p:nvSpPr>
        <p:spPr>
          <a:xfrm xmlns:a="http://schemas.openxmlformats.org/drawingml/2006/main">
            <a:off x="5222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16</a:t>
            </a:r>
          </a:p>
        </p:txBody>
      </p:sp>
      <p:sp>
        <p:nvSpPr>
          <p:cNvPr id="222" name="sues200_uav_200m_to_satellite/sues200_uav_200m_to_satellite/seed-3/population/bin-3/full">
            <a:extLst xmlns:a="http://schemas.openxmlformats.org/drawingml/2006/main">
              <a:ext uri="{FF2B5EF4-FFF2-40B4-BE49-F238E27FC236}">
                <a16:creationId xmlns:a16="http://schemas.microsoft.com/office/drawing/2014/main" id="{20CCA2B3-AF13-483D-8226-BF9E51132282}"/>
              </a:ext>
            </a:extLst>
          </p:cNvPr>
          <p:cNvSpPr>
            <a:spLocks xmlns:a="http://schemas.openxmlformats.org/drawingml/2006/main" noGrp="1"/>
          </p:cNvSpPr>
          <p:nvPr/>
        </p:nvSpPr>
        <p:spPr>
          <a:xfrm xmlns:a="http://schemas.openxmlformats.org/drawingml/2006/main">
            <a:off x="5857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a:t>
            </a:r>
          </a:p>
        </p:txBody>
      </p:sp>
      <p:sp>
        <p:nvSpPr>
          <p:cNvPr id="223" name="sues200_uav_200m_to_satellite/sues200_uav_200m_to_satellite/seed-3/population/bin-4/label">
            <a:extLst xmlns:a="http://schemas.openxmlformats.org/drawingml/2006/main">
              <a:ext uri="{FF2B5EF4-FFF2-40B4-BE49-F238E27FC236}">
                <a16:creationId xmlns:a16="http://schemas.microsoft.com/office/drawing/2014/main" id="{629F7BF1-E71A-47DC-9343-E1DA7618A4DA}"/>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24" name="sues200_uav_200m_to_satellite/sues200_uav_200m_to_satellite/seed-3/population/bin-4/visual">
            <a:extLst xmlns:a="http://schemas.openxmlformats.org/drawingml/2006/main">
              <a:ext uri="{FF2B5EF4-FFF2-40B4-BE49-F238E27FC236}">
                <a16:creationId xmlns:a16="http://schemas.microsoft.com/office/drawing/2014/main" id="{3AE1F5AF-99C6-47ED-9937-347A641A9371}"/>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sues200_uav_200m_to_satellite/sues200_uav_200m_to_satellite/seed-3/population/bin-4/full">
            <a:extLst xmlns:a="http://schemas.openxmlformats.org/drawingml/2006/main">
              <a:ext uri="{FF2B5EF4-FFF2-40B4-BE49-F238E27FC236}">
                <a16:creationId xmlns:a16="http://schemas.microsoft.com/office/drawing/2014/main" id="{B481F29B-4C54-4DF3-B342-3D79ACEC2223}"/>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a:t>
            </a:r>
          </a:p>
        </p:txBody>
      </p:sp>
      <p:sp>
        <p:nvSpPr>
          <p:cNvPr id="226" name="sues200_uav_200m_to_satellite/sues200_uav_200m_to_satellite/seed-3/population/bin-5/label">
            <a:extLst xmlns:a="http://schemas.openxmlformats.org/drawingml/2006/main">
              <a:ext uri="{FF2B5EF4-FFF2-40B4-BE49-F238E27FC236}">
                <a16:creationId xmlns:a16="http://schemas.microsoft.com/office/drawing/2014/main" id="{9FAD4FA8-FC6F-4716-9925-6F5AE114AE87}"/>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27" name="sues200_uav_200m_to_satellite/sues200_uav_200m_to_satellite/seed-3/population/bin-5/visual">
            <a:extLst xmlns:a="http://schemas.openxmlformats.org/drawingml/2006/main">
              <a:ext uri="{FF2B5EF4-FFF2-40B4-BE49-F238E27FC236}">
                <a16:creationId xmlns:a16="http://schemas.microsoft.com/office/drawing/2014/main" id="{907C4A51-CBDC-451B-8192-F4614490914D}"/>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uav_200m_to_satellite/sues200_uav_200m_to_satellite/seed-3/population/bin-5/full">
            <a:extLst xmlns:a="http://schemas.openxmlformats.org/drawingml/2006/main">
              <a:ext uri="{FF2B5EF4-FFF2-40B4-BE49-F238E27FC236}">
                <a16:creationId xmlns:a16="http://schemas.microsoft.com/office/drawing/2014/main" id="{4E1211B1-4489-450B-A86A-99E5EE56E871}"/>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uav_200m_to_satellite/sues200_uav_200m_to_satellite/seed-3/population/bin-6/label">
            <a:extLst xmlns:a="http://schemas.openxmlformats.org/drawingml/2006/main">
              <a:ext uri="{FF2B5EF4-FFF2-40B4-BE49-F238E27FC236}">
                <a16:creationId xmlns:a16="http://schemas.microsoft.com/office/drawing/2014/main" id="{EA78BFA9-3946-49E5-99A0-D7F72640719E}"/>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30" name="sues200_uav_200m_to_satellite/sues200_uav_200m_to_satellite/seed-3/population/bin-6/visual">
            <a:extLst xmlns:a="http://schemas.openxmlformats.org/drawingml/2006/main">
              <a:ext uri="{FF2B5EF4-FFF2-40B4-BE49-F238E27FC236}">
                <a16:creationId xmlns:a16="http://schemas.microsoft.com/office/drawing/2014/main" id="{D36EEE84-4F31-4FDF-8CCE-D50786673799}"/>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uav_200m_to_satellite/sues200_uav_200m_to_satellite/seed-3/population/bin-6/full">
            <a:extLst xmlns:a="http://schemas.openxmlformats.org/drawingml/2006/main">
              <a:ext uri="{FF2B5EF4-FFF2-40B4-BE49-F238E27FC236}">
                <a16:creationId xmlns:a16="http://schemas.microsoft.com/office/drawing/2014/main" id="{2A4EE67F-D482-4E87-946F-79FFF0D4CC68}"/>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uav_200m_to_satellite/sues200_uav_200m_to_satellite/seed-3/population/bin-7/label">
            <a:extLst xmlns:a="http://schemas.openxmlformats.org/drawingml/2006/main">
              <a:ext uri="{FF2B5EF4-FFF2-40B4-BE49-F238E27FC236}">
                <a16:creationId xmlns:a16="http://schemas.microsoft.com/office/drawing/2014/main" id="{E81B32C7-6ADE-46F0-A48C-1E0CA77263C5}"/>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33" name="sues200_uav_200m_to_satellite/sues200_uav_200m_to_satellite/seed-3/population/bin-7/visual">
            <a:extLst xmlns:a="http://schemas.openxmlformats.org/drawingml/2006/main">
              <a:ext uri="{FF2B5EF4-FFF2-40B4-BE49-F238E27FC236}">
                <a16:creationId xmlns:a16="http://schemas.microsoft.com/office/drawing/2014/main" id="{09666E29-C237-4974-BCE3-30BF1116BCD0}"/>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uav_200m_to_satellite/sues200_uav_200m_to_satellite/seed-3/population/bin-7/full">
            <a:extLst xmlns:a="http://schemas.openxmlformats.org/drawingml/2006/main">
              <a:ext uri="{FF2B5EF4-FFF2-40B4-BE49-F238E27FC236}">
                <a16:creationId xmlns:a16="http://schemas.microsoft.com/office/drawing/2014/main" id="{01F0DC21-B37A-4C10-8C26-83D6A24848DE}"/>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uav_200m_to_satellite/sues200_uav_200m_to_satellite/seed-3/population/bin-8/label">
            <a:extLst xmlns:a="http://schemas.openxmlformats.org/drawingml/2006/main">
              <a:ext uri="{FF2B5EF4-FFF2-40B4-BE49-F238E27FC236}">
                <a16:creationId xmlns:a16="http://schemas.microsoft.com/office/drawing/2014/main" id="{3109EFDF-2D5E-474D-9AB9-8A1796588807}"/>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36" name="sues200_uav_200m_to_satellite/sues200_uav_200m_to_satellite/seed-3/population/bin-8/visual">
            <a:extLst xmlns:a="http://schemas.openxmlformats.org/drawingml/2006/main">
              <a:ext uri="{FF2B5EF4-FFF2-40B4-BE49-F238E27FC236}">
                <a16:creationId xmlns:a16="http://schemas.microsoft.com/office/drawing/2014/main" id="{3D9B6B59-90AF-4446-9E25-05AE9CAFC01F}"/>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uav_200m_to_satellite/sues200_uav_200m_to_satellite/seed-3/population/bin-8/full">
            <a:extLst xmlns:a="http://schemas.openxmlformats.org/drawingml/2006/main">
              <a:ext uri="{FF2B5EF4-FFF2-40B4-BE49-F238E27FC236}">
                <a16:creationId xmlns:a16="http://schemas.microsoft.com/office/drawing/2014/main" id="{6CDBC953-851F-47E8-BA10-D71999CE117F}"/>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uav_200m_to_satellite/sues200_uav_200m_to_satellite/seed-3/population/bin-9/label">
            <a:extLst xmlns:a="http://schemas.openxmlformats.org/drawingml/2006/main">
              <a:ext uri="{FF2B5EF4-FFF2-40B4-BE49-F238E27FC236}">
                <a16:creationId xmlns:a16="http://schemas.microsoft.com/office/drawing/2014/main" id="{701B7ED3-69F9-4E19-B52A-37FA96241DD2}"/>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9" name="sues200_uav_200m_to_satellite/sues200_uav_200m_to_satellite/seed-3/population/bin-9/visual">
            <a:extLst xmlns:a="http://schemas.openxmlformats.org/drawingml/2006/main">
              <a:ext uri="{FF2B5EF4-FFF2-40B4-BE49-F238E27FC236}">
                <a16:creationId xmlns:a16="http://schemas.microsoft.com/office/drawing/2014/main" id="{BB0D612D-CE7F-42BC-8150-C3B0D189DF9F}"/>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uav_200m_to_satellite/sues200_uav_200m_to_satellite/seed-3/population/bin-9/full">
            <a:extLst xmlns:a="http://schemas.openxmlformats.org/drawingml/2006/main">
              <a:ext uri="{FF2B5EF4-FFF2-40B4-BE49-F238E27FC236}">
                <a16:creationId xmlns:a16="http://schemas.microsoft.com/office/drawing/2014/main" id="{0FFBD6A9-C5B0-4E94-A7CE-03BEE69E9CF7}"/>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uav_200m_to_satellite/sues200_uav_200m_to_satellite/seed-3/population/bin-10/label">
            <a:extLst xmlns:a="http://schemas.openxmlformats.org/drawingml/2006/main">
              <a:ext uri="{FF2B5EF4-FFF2-40B4-BE49-F238E27FC236}">
                <a16:creationId xmlns:a16="http://schemas.microsoft.com/office/drawing/2014/main" id="{C83A76B0-7F5D-4B88-A48D-A72FD54C3E2D}"/>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42" name="sues200_uav_200m_to_satellite/sues200_uav_200m_to_satellite/seed-3/population/bin-10/visual">
            <a:extLst xmlns:a="http://schemas.openxmlformats.org/drawingml/2006/main">
              <a:ext uri="{FF2B5EF4-FFF2-40B4-BE49-F238E27FC236}">
                <a16:creationId xmlns:a16="http://schemas.microsoft.com/office/drawing/2014/main" id="{C0D8652C-D943-4AD4-A237-0263BDD303E4}"/>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uav_200m_to_satellite/sues200_uav_200m_to_satellite/seed-3/population/bin-10/full">
            <a:extLst xmlns:a="http://schemas.openxmlformats.org/drawingml/2006/main">
              <a:ext uri="{FF2B5EF4-FFF2-40B4-BE49-F238E27FC236}">
                <a16:creationId xmlns:a16="http://schemas.microsoft.com/office/drawing/2014/main" id="{C055F0E7-B883-4E09-80C0-F67458C82D07}"/>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uav_200m_to_satellite/sues200_uav_200m_to_satellite/seed-3/population/bin-11/label">
            <a:extLst xmlns:a="http://schemas.openxmlformats.org/drawingml/2006/main">
              <a:ext uri="{FF2B5EF4-FFF2-40B4-BE49-F238E27FC236}">
                <a16:creationId xmlns:a16="http://schemas.microsoft.com/office/drawing/2014/main" id="{4273E37C-4512-4678-9AC5-9E04EE190E8E}"/>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45" name="sues200_uav_200m_to_satellite/sues200_uav_200m_to_satellite/seed-3/population/bin-11/visual">
            <a:extLst xmlns:a="http://schemas.openxmlformats.org/drawingml/2006/main">
              <a:ext uri="{FF2B5EF4-FFF2-40B4-BE49-F238E27FC236}">
                <a16:creationId xmlns:a16="http://schemas.microsoft.com/office/drawing/2014/main" id="{8D871969-C59F-4F69-89BF-2FA484709A81}"/>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6" name="sues200_uav_200m_to_satellite/sues200_uav_200m_to_satellite/seed-3/population/bin-11/full">
            <a:extLst xmlns:a="http://schemas.openxmlformats.org/drawingml/2006/main">
              <a:ext uri="{FF2B5EF4-FFF2-40B4-BE49-F238E27FC236}">
                <a16:creationId xmlns:a16="http://schemas.microsoft.com/office/drawing/2014/main" id="{DF1C84E7-3F9F-4C1A-8EF3-4CFD98DD3475}"/>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7" name="sues200_uav_200m_to_satellite/sues200_uav_200m_to_satellite/seed-3/population/bin-12/label">
            <a:extLst xmlns:a="http://schemas.openxmlformats.org/drawingml/2006/main">
              <a:ext uri="{FF2B5EF4-FFF2-40B4-BE49-F238E27FC236}">
                <a16:creationId xmlns:a16="http://schemas.microsoft.com/office/drawing/2014/main" id="{7EB1F531-2F31-4D5F-92BA-A46261993BE4}"/>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8" name="sues200_uav_200m_to_satellite/sues200_uav_200m_to_satellite/seed-3/population/bin-12/visual">
            <a:extLst xmlns:a="http://schemas.openxmlformats.org/drawingml/2006/main">
              <a:ext uri="{FF2B5EF4-FFF2-40B4-BE49-F238E27FC236}">
                <a16:creationId xmlns:a16="http://schemas.microsoft.com/office/drawing/2014/main" id="{B50F4EF2-EDAA-4C66-9097-00EB18B05F73}"/>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9" name="sues200_uav_200m_to_satellite/sues200_uav_200m_to_satellite/seed-3/population/bin-12/full">
            <a:extLst xmlns:a="http://schemas.openxmlformats.org/drawingml/2006/main">
              <a:ext uri="{FF2B5EF4-FFF2-40B4-BE49-F238E27FC236}">
                <a16:creationId xmlns:a16="http://schemas.microsoft.com/office/drawing/2014/main" id="{BE1CC252-7018-493A-AA78-859414E4E983}"/>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0" name="sues200_uav_200m_to_satellite/sues200_uav_200m_to_satellite/seed-3/population/bin-13/label">
            <a:extLst xmlns:a="http://schemas.openxmlformats.org/drawingml/2006/main">
              <a:ext uri="{FF2B5EF4-FFF2-40B4-BE49-F238E27FC236}">
                <a16:creationId xmlns:a16="http://schemas.microsoft.com/office/drawing/2014/main" id="{EAF366A2-9BC8-4919-BD5E-5DCEEC9C877C}"/>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51" name="sues200_uav_200m_to_satellite/sues200_uav_200m_to_satellite/seed-3/population/bin-13/visual">
            <a:extLst xmlns:a="http://schemas.openxmlformats.org/drawingml/2006/main">
              <a:ext uri="{FF2B5EF4-FFF2-40B4-BE49-F238E27FC236}">
                <a16:creationId xmlns:a16="http://schemas.microsoft.com/office/drawing/2014/main" id="{E1E6A62F-410C-4903-90DD-67D0F7C5D8FA}"/>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2" name="sues200_uav_200m_to_satellite/sues200_uav_200m_to_satellite/seed-3/population/bin-13/full">
            <a:extLst xmlns:a="http://schemas.openxmlformats.org/drawingml/2006/main">
              <a:ext uri="{FF2B5EF4-FFF2-40B4-BE49-F238E27FC236}">
                <a16:creationId xmlns:a16="http://schemas.microsoft.com/office/drawing/2014/main" id="{AAD32DAB-531C-4CDC-9971-3015F34E1A68}"/>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3" name="sues200_uav_200m_to_satellite/sues200_uav_200m_to_satellite/seed-3/population/bin-14/label">
            <a:extLst xmlns:a="http://schemas.openxmlformats.org/drawingml/2006/main">
              <a:ext uri="{FF2B5EF4-FFF2-40B4-BE49-F238E27FC236}">
                <a16:creationId xmlns:a16="http://schemas.microsoft.com/office/drawing/2014/main" id="{89D3A737-AB50-4074-B5C6-AE7FC59C02A7}"/>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54" name="sues200_uav_200m_to_satellite/sues200_uav_200m_to_satellite/seed-3/population/bin-14/visual">
            <a:extLst xmlns:a="http://schemas.openxmlformats.org/drawingml/2006/main">
              <a:ext uri="{FF2B5EF4-FFF2-40B4-BE49-F238E27FC236}">
                <a16:creationId xmlns:a16="http://schemas.microsoft.com/office/drawing/2014/main" id="{205E54CF-BB5F-4637-81B4-7FE907F141AF}"/>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5" name="sues200_uav_200m_to_satellite/sues200_uav_200m_to_satellite/seed-3/population/bin-14/full">
            <a:extLst xmlns:a="http://schemas.openxmlformats.org/drawingml/2006/main">
              <a:ext uri="{FF2B5EF4-FFF2-40B4-BE49-F238E27FC236}">
                <a16:creationId xmlns:a16="http://schemas.microsoft.com/office/drawing/2014/main" id="{FD96FF28-C154-46F8-8559-FB1261356F8B}"/>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6" name="sues200_uav_200m_to_satellite/sues200_uav_200m_to_satellite/seed-3/population/bin-15/label">
            <a:extLst xmlns:a="http://schemas.openxmlformats.org/drawingml/2006/main">
              <a:ext uri="{FF2B5EF4-FFF2-40B4-BE49-F238E27FC236}">
                <a16:creationId xmlns:a16="http://schemas.microsoft.com/office/drawing/2014/main" id="{85C09674-0C2D-4ECD-8922-4354702899ED}"/>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57" name="sues200_uav_200m_to_satellite/sues200_uav_200m_to_satellite/seed-3/population/bin-15/visual">
            <a:extLst xmlns:a="http://schemas.openxmlformats.org/drawingml/2006/main">
              <a:ext uri="{FF2B5EF4-FFF2-40B4-BE49-F238E27FC236}">
                <a16:creationId xmlns:a16="http://schemas.microsoft.com/office/drawing/2014/main" id="{6C0546B1-5767-4515-8518-473B53C03B78}"/>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8" name="sues200_uav_200m_to_satellite/sues200_uav_200m_to_satellite/seed-3/population/bin-15/full">
            <a:extLst xmlns:a="http://schemas.openxmlformats.org/drawingml/2006/main">
              <a:ext uri="{FF2B5EF4-FFF2-40B4-BE49-F238E27FC236}">
                <a16:creationId xmlns:a16="http://schemas.microsoft.com/office/drawing/2014/main" id="{DCD7090E-51F0-42F5-B3FB-DA49731BD44D}"/>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9" name="sues200_uav_200m_to_satellite/x-axis-label">
            <a:extLst xmlns:a="http://schemas.openxmlformats.org/drawingml/2006/main">
              <a:ext uri="{FF2B5EF4-FFF2-40B4-BE49-F238E27FC236}">
                <a16:creationId xmlns:a16="http://schemas.microsoft.com/office/drawing/2014/main" id="{D48C16DA-D6D2-40C4-AEE1-48C47E6C6463}"/>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60" name="sues200_uav_200m_to_satellite/footnote-1">
            <a:extLst xmlns:a="http://schemas.openxmlformats.org/drawingml/2006/main">
              <a:ext uri="{FF2B5EF4-FFF2-40B4-BE49-F238E27FC236}">
                <a16:creationId xmlns:a16="http://schemas.microsoft.com/office/drawing/2014/main" id="{EC3907B5-E0BF-4E44-A50C-24FCC6D4D352}"/>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61" name="sues200_uav_200m_to_satellite/footnote-2">
            <a:extLst xmlns:a="http://schemas.openxmlformats.org/drawingml/2006/main">
              <a:ext uri="{FF2B5EF4-FFF2-40B4-BE49-F238E27FC236}">
                <a16:creationId xmlns:a16="http://schemas.microsoft.com/office/drawing/2014/main" id="{8736DE6D-86AB-4B1F-93C7-0FC7889064E1}"/>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62" name="sues200_uav_200m_to_satellite/footnote-3">
            <a:extLst xmlns:a="http://schemas.openxmlformats.org/drawingml/2006/main">
              <a:ext uri="{FF2B5EF4-FFF2-40B4-BE49-F238E27FC236}">
                <a16:creationId xmlns:a16="http://schemas.microsoft.com/office/drawing/2014/main" id="{5C0FCAD6-A770-4232-B7F0-2BA2D8677022}"/>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63" name="sues200_uav_200m_to_satellite/footnote-4">
            <a:extLst xmlns:a="http://schemas.openxmlformats.org/drawingml/2006/main">
              <a:ext uri="{FF2B5EF4-FFF2-40B4-BE49-F238E27FC236}">
                <a16:creationId xmlns:a16="http://schemas.microsoft.com/office/drawing/2014/main" id="{A584926E-D345-4263-99CE-25F3547E44B2}"/>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64" name="sues200_uav_200m_to_satellite/footnote-5">
            <a:extLst xmlns:a="http://schemas.openxmlformats.org/drawingml/2006/main">
              <a:ext uri="{FF2B5EF4-FFF2-40B4-BE49-F238E27FC236}">
                <a16:creationId xmlns:a16="http://schemas.microsoft.com/office/drawing/2014/main" id="{95700B00-23EB-4C1E-953A-289A013A8856}"/>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65" name="sues200_uav_200m_to_satellite/footnote-6">
            <a:extLst xmlns:a="http://schemas.openxmlformats.org/drawingml/2006/main">
              <a:ext uri="{FF2B5EF4-FFF2-40B4-BE49-F238E27FC236}">
                <a16:creationId xmlns:a16="http://schemas.microsoft.com/office/drawing/2014/main" id="{E69E13EC-3122-4081-8C55-5D9A61EEE322}"/>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15421415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sues200_satellite_to_uav_200m/title">
            <a:extLst xmlns:a="http://schemas.openxmlformats.org/drawingml/2006/main">
              <a:ext uri="{FF2B5EF4-FFF2-40B4-BE49-F238E27FC236}">
                <a16:creationId xmlns:a16="http://schemas.microsoft.com/office/drawing/2014/main" id="{39DCBA4C-158C-4854-B5FA-AF7C7C759FA3}"/>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200 m</a:t>
            </a:r>
          </a:p>
        </p:txBody>
      </p:sp>
      <p:sp>
        <p:nvSpPr>
          <p:cNvPr id="2" name="sues200_satellite_to_uav_200m/subtitle">
            <a:extLst xmlns:a="http://schemas.openxmlformats.org/drawingml/2006/main">
              <a:ext uri="{FF2B5EF4-FFF2-40B4-BE49-F238E27FC236}">
                <a16:creationId xmlns:a16="http://schemas.microsoft.com/office/drawing/2014/main" id="{2F0C30A9-170F-4E27-818C-5A81DDC6E2BA}"/>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satellite_to_uav_200m/legend/visual/marker">
            <a:extLst xmlns:a="http://schemas.openxmlformats.org/drawingml/2006/main">
              <a:ext uri="{FF2B5EF4-FFF2-40B4-BE49-F238E27FC236}">
                <a16:creationId xmlns:a16="http://schemas.microsoft.com/office/drawing/2014/main" id="{47148E32-CAF3-403C-8258-B715B4260C86}"/>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200m/legend/visual/text">
            <a:extLst xmlns:a="http://schemas.openxmlformats.org/drawingml/2006/main">
              <a:ext uri="{FF2B5EF4-FFF2-40B4-BE49-F238E27FC236}">
                <a16:creationId xmlns:a16="http://schemas.microsoft.com/office/drawing/2014/main" id="{A9F56E6A-5DC5-41D0-BADF-7B61DF5C259F}"/>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200m/legend/full/marker">
            <a:extLst xmlns:a="http://schemas.openxmlformats.org/drawingml/2006/main">
              <a:ext uri="{FF2B5EF4-FFF2-40B4-BE49-F238E27FC236}">
                <a16:creationId xmlns:a16="http://schemas.microsoft.com/office/drawing/2014/main" id="{F2E0BE2B-7EEC-4E2E-9E47-6EC717E677C6}"/>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200m/legend/full/text">
            <a:extLst xmlns:a="http://schemas.openxmlformats.org/drawingml/2006/main">
              <a:ext uri="{FF2B5EF4-FFF2-40B4-BE49-F238E27FC236}">
                <a16:creationId xmlns:a16="http://schemas.microsoft.com/office/drawing/2014/main" id="{792519B5-67EA-48EE-BB9E-6B1A86D4B740}"/>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200m/legend/equality/line">
            <a:extLst xmlns:a="http://schemas.openxmlformats.org/drawingml/2006/main">
              <a:ext uri="{FF2B5EF4-FFF2-40B4-BE49-F238E27FC236}">
                <a16:creationId xmlns:a16="http://schemas.microsoft.com/office/drawing/2014/main" id="{E95CA090-70B2-4E89-9C4C-4AAEA1AF4A7B}"/>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satellite_to_uav_200m/legend/equality/text">
            <a:extLst xmlns:a="http://schemas.openxmlformats.org/drawingml/2006/main">
              <a:ext uri="{FF2B5EF4-FFF2-40B4-BE49-F238E27FC236}">
                <a16:creationId xmlns:a16="http://schemas.microsoft.com/office/drawing/2014/main" id="{3FFD9D2C-F795-4074-B8A6-0035DBA9025D}"/>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satellite_to_uav_200m/y-axis-label">
            <a:extLst xmlns:a="http://schemas.openxmlformats.org/drawingml/2006/main">
              <a:ext uri="{FF2B5EF4-FFF2-40B4-BE49-F238E27FC236}">
                <a16:creationId xmlns:a16="http://schemas.microsoft.com/office/drawing/2014/main" id="{DEDE565E-BD15-4EE0-BCCA-75A237CE6BD0}"/>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satellite_to_uav_200m/sues200_satellite_to_uav_200m/seed-1/seed-heading">
            <a:extLst xmlns:a="http://schemas.openxmlformats.org/drawingml/2006/main">
              <a:ext uri="{FF2B5EF4-FFF2-40B4-BE49-F238E27FC236}">
                <a16:creationId xmlns:a16="http://schemas.microsoft.com/office/drawing/2014/main" id="{B335C9BF-8B8D-4CB0-B8A5-1D88FCB0DAAD}"/>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satellite_to_uav_200m/sues200_satellite_to_uav_200m/seed-1/y-grid-0">
            <a:extLst xmlns:a="http://schemas.openxmlformats.org/drawingml/2006/main">
              <a:ext uri="{FF2B5EF4-FFF2-40B4-BE49-F238E27FC236}">
                <a16:creationId xmlns:a16="http://schemas.microsoft.com/office/drawing/2014/main" id="{EEE43202-9701-4D85-A6E8-E3A86F9AFD5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satellite_to_uav_200m/sues200_satellite_to_uav_200m/seed-1/y-label-0">
            <a:extLst xmlns:a="http://schemas.openxmlformats.org/drawingml/2006/main">
              <a:ext uri="{FF2B5EF4-FFF2-40B4-BE49-F238E27FC236}">
                <a16:creationId xmlns:a16="http://schemas.microsoft.com/office/drawing/2014/main" id="{19A63031-7149-4B93-B247-0A944A5AD690}"/>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00m/sues200_satellite_to_uav_200m/seed-1/x-tick-0">
            <a:extLst xmlns:a="http://schemas.openxmlformats.org/drawingml/2006/main">
              <a:ext uri="{FF2B5EF4-FFF2-40B4-BE49-F238E27FC236}">
                <a16:creationId xmlns:a16="http://schemas.microsoft.com/office/drawing/2014/main" id="{D31C05EC-7A46-457F-85D2-7C55A2409739}"/>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satellite_to_uav_200m/sues200_satellite_to_uav_200m/seed-1/x-label-0">
            <a:extLst xmlns:a="http://schemas.openxmlformats.org/drawingml/2006/main">
              <a:ext uri="{FF2B5EF4-FFF2-40B4-BE49-F238E27FC236}">
                <a16:creationId xmlns:a16="http://schemas.microsoft.com/office/drawing/2014/main" id="{D03743D5-1133-4574-8E4F-554BCF4BA11F}"/>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satellite_to_uav_200m/sues200_satellite_to_uav_200m/seed-1/y-grid-0.25">
            <a:extLst xmlns:a="http://schemas.openxmlformats.org/drawingml/2006/main">
              <a:ext uri="{FF2B5EF4-FFF2-40B4-BE49-F238E27FC236}">
                <a16:creationId xmlns:a16="http://schemas.microsoft.com/office/drawing/2014/main" id="{9F7660B0-61BF-4552-8C2A-B27F1006EB35}"/>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satellite_to_uav_200m/sues200_satellite_to_uav_200m/seed-1/y-label-0.25">
            <a:extLst xmlns:a="http://schemas.openxmlformats.org/drawingml/2006/main">
              <a:ext uri="{FF2B5EF4-FFF2-40B4-BE49-F238E27FC236}">
                <a16:creationId xmlns:a16="http://schemas.microsoft.com/office/drawing/2014/main" id="{D7ABF492-C656-4C14-912B-8C7C63A84AAA}"/>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satellite_to_uav_200m/sues200_satellite_to_uav_200m/seed-1/x-tick-0.25">
            <a:extLst xmlns:a="http://schemas.openxmlformats.org/drawingml/2006/main">
              <a:ext uri="{FF2B5EF4-FFF2-40B4-BE49-F238E27FC236}">
                <a16:creationId xmlns:a16="http://schemas.microsoft.com/office/drawing/2014/main" id="{07340E76-83A7-4B46-A15F-8EEA0A8CB0E3}"/>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satellite_to_uav_200m/sues200_satellite_to_uav_200m/seed-1/x-label-0.25">
            <a:extLst xmlns:a="http://schemas.openxmlformats.org/drawingml/2006/main">
              <a:ext uri="{FF2B5EF4-FFF2-40B4-BE49-F238E27FC236}">
                <a16:creationId xmlns:a16="http://schemas.microsoft.com/office/drawing/2014/main" id="{8CE24726-7728-46BB-B000-CA46938DE827}"/>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satellite_to_uav_200m/sues200_satellite_to_uav_200m/seed-1/y-grid-0.5">
            <a:extLst xmlns:a="http://schemas.openxmlformats.org/drawingml/2006/main">
              <a:ext uri="{FF2B5EF4-FFF2-40B4-BE49-F238E27FC236}">
                <a16:creationId xmlns:a16="http://schemas.microsoft.com/office/drawing/2014/main" id="{EF0056B6-FEB0-46AC-9C23-69DAE5B899A5}"/>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satellite_to_uav_200m/sues200_satellite_to_uav_200m/seed-1/y-label-0.5">
            <a:extLst xmlns:a="http://schemas.openxmlformats.org/drawingml/2006/main">
              <a:ext uri="{FF2B5EF4-FFF2-40B4-BE49-F238E27FC236}">
                <a16:creationId xmlns:a16="http://schemas.microsoft.com/office/drawing/2014/main" id="{DBCA3243-3419-4155-88EB-BF089681B45C}"/>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satellite_to_uav_200m/sues200_satellite_to_uav_200m/seed-1/x-tick-0.5">
            <a:extLst xmlns:a="http://schemas.openxmlformats.org/drawingml/2006/main">
              <a:ext uri="{FF2B5EF4-FFF2-40B4-BE49-F238E27FC236}">
                <a16:creationId xmlns:a16="http://schemas.microsoft.com/office/drawing/2014/main" id="{C7E52542-05FC-40B3-9EB9-BEB507541A17}"/>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satellite_to_uav_200m/sues200_satellite_to_uav_200m/seed-1/x-label-0.5">
            <a:extLst xmlns:a="http://schemas.openxmlformats.org/drawingml/2006/main">
              <a:ext uri="{FF2B5EF4-FFF2-40B4-BE49-F238E27FC236}">
                <a16:creationId xmlns:a16="http://schemas.microsoft.com/office/drawing/2014/main" id="{142A6625-F38A-42B0-8496-4A2C80CD61C9}"/>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satellite_to_uav_200m/sues200_satellite_to_uav_200m/seed-1/y-grid-0.75">
            <a:extLst xmlns:a="http://schemas.openxmlformats.org/drawingml/2006/main">
              <a:ext uri="{FF2B5EF4-FFF2-40B4-BE49-F238E27FC236}">
                <a16:creationId xmlns:a16="http://schemas.microsoft.com/office/drawing/2014/main" id="{7AB075BD-35B5-4461-BA18-D1593FEE2DAC}"/>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satellite_to_uav_200m/sues200_satellite_to_uav_200m/seed-1/y-label-0.75">
            <a:extLst xmlns:a="http://schemas.openxmlformats.org/drawingml/2006/main">
              <a:ext uri="{FF2B5EF4-FFF2-40B4-BE49-F238E27FC236}">
                <a16:creationId xmlns:a16="http://schemas.microsoft.com/office/drawing/2014/main" id="{37F3F9BE-774F-4A5E-9580-E064CDF4E4E5}"/>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satellite_to_uav_200m/sues200_satellite_to_uav_200m/seed-1/x-tick-0.75">
            <a:extLst xmlns:a="http://schemas.openxmlformats.org/drawingml/2006/main">
              <a:ext uri="{FF2B5EF4-FFF2-40B4-BE49-F238E27FC236}">
                <a16:creationId xmlns:a16="http://schemas.microsoft.com/office/drawing/2014/main" id="{6851B127-1C9A-485D-85EF-A85A907581EA}"/>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satellite_to_uav_200m/sues200_satellite_to_uav_200m/seed-1/x-label-0.75">
            <a:extLst xmlns:a="http://schemas.openxmlformats.org/drawingml/2006/main">
              <a:ext uri="{FF2B5EF4-FFF2-40B4-BE49-F238E27FC236}">
                <a16:creationId xmlns:a16="http://schemas.microsoft.com/office/drawing/2014/main" id="{BA77A5A3-B26B-4FD1-B355-E38366AA58A2}"/>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satellite_to_uav_200m/sues200_satellite_to_uav_200m/seed-1/y-grid-1">
            <a:extLst xmlns:a="http://schemas.openxmlformats.org/drawingml/2006/main">
              <a:ext uri="{FF2B5EF4-FFF2-40B4-BE49-F238E27FC236}">
                <a16:creationId xmlns:a16="http://schemas.microsoft.com/office/drawing/2014/main" id="{0ABF382F-1698-48C6-A956-3768AF646ADB}"/>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satellite_to_uav_200m/sues200_satellite_to_uav_200m/seed-1/y-label-1">
            <a:extLst xmlns:a="http://schemas.openxmlformats.org/drawingml/2006/main">
              <a:ext uri="{FF2B5EF4-FFF2-40B4-BE49-F238E27FC236}">
                <a16:creationId xmlns:a16="http://schemas.microsoft.com/office/drawing/2014/main" id="{77F53F14-3533-4079-918E-D7A9E48E168E}"/>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satellite_to_uav_200m/sues200_satellite_to_uav_200m/seed-1/x-tick-1">
            <a:extLst xmlns:a="http://schemas.openxmlformats.org/drawingml/2006/main">
              <a:ext uri="{FF2B5EF4-FFF2-40B4-BE49-F238E27FC236}">
                <a16:creationId xmlns:a16="http://schemas.microsoft.com/office/drawing/2014/main" id="{E1DCD571-918D-4F46-8697-974578716068}"/>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00m/sues200_satellite_to_uav_200m/seed-1/x-label-1">
            <a:extLst xmlns:a="http://schemas.openxmlformats.org/drawingml/2006/main">
              <a:ext uri="{FF2B5EF4-FFF2-40B4-BE49-F238E27FC236}">
                <a16:creationId xmlns:a16="http://schemas.microsoft.com/office/drawing/2014/main" id="{A9A98E2D-6C79-46EE-98BD-7B971832D4BB}"/>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satellite_to_uav_200m/sues200_satellite_to_uav_200m/seed-1/reference-equality">
            <a:extLst xmlns:a="http://schemas.openxmlformats.org/drawingml/2006/main">
              <a:ext uri="{FF2B5EF4-FFF2-40B4-BE49-F238E27FC236}">
                <a16:creationId xmlns:a16="http://schemas.microsoft.com/office/drawing/2014/main" id="{C965DE23-665C-40E1-ACA1-B6EC29E3A489}"/>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satellite_to_uav_200m/sues200_satellite_to_uav_200m/seed-1/y-axis">
            <a:extLst xmlns:a="http://schemas.openxmlformats.org/drawingml/2006/main">
              <a:ext uri="{FF2B5EF4-FFF2-40B4-BE49-F238E27FC236}">
                <a16:creationId xmlns:a16="http://schemas.microsoft.com/office/drawing/2014/main" id="{059E997A-3F4E-4D2B-90B0-DCE878B7A53A}"/>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satellite_to_uav_200m/sues200_satellite_to_uav_200m/seed-1/x-axis">
            <a:extLst xmlns:a="http://schemas.openxmlformats.org/drawingml/2006/main">
              <a:ext uri="{FF2B5EF4-FFF2-40B4-BE49-F238E27FC236}">
                <a16:creationId xmlns:a16="http://schemas.microsoft.com/office/drawing/2014/main" id="{FE73ECA1-D1B1-4694-BA26-FD6DA6EA65A6}"/>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satellite_to_uav_200m/sues200_satellite_to_uav_200m/seed-1/visual/bin-1/point">
            <a:extLst xmlns:a="http://schemas.openxmlformats.org/drawingml/2006/main">
              <a:ext uri="{FF2B5EF4-FFF2-40B4-BE49-F238E27FC236}">
                <a16:creationId xmlns:a16="http://schemas.microsoft.com/office/drawing/2014/main" id="{FB8F4E9A-8FC8-43C0-A883-7056735114E0}"/>
              </a:ext>
            </a:extLst>
          </p:cNvPr>
          <p:cNvSpPr>
            <a:spLocks xmlns:a="http://schemas.openxmlformats.org/drawingml/2006/main" noGrp="1"/>
          </p:cNvSpPr>
          <p:nvPr/>
        </p:nvSpPr>
        <p:spPr>
          <a:xfrm xmlns:a="http://schemas.openxmlformats.org/drawingml/2006/main">
            <a:off x="514119" y="17475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200m/sues200_satellite_to_uav_200m/seed-1/visual/ECE">
            <a:extLst xmlns:a="http://schemas.openxmlformats.org/drawingml/2006/main">
              <a:ext uri="{FF2B5EF4-FFF2-40B4-BE49-F238E27FC236}">
                <a16:creationId xmlns:a16="http://schemas.microsoft.com/office/drawing/2014/main" id="{9E527509-6452-4C40-A84E-25665D929FC7}"/>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0.6059</a:t>
            </a:r>
          </a:p>
        </p:txBody>
      </p:sp>
      <p:sp>
        <p:nvSpPr>
          <p:cNvPr id="36" name="sues200_satellite_to_uav_200m/sues200_satellite_to_uav_200m/seed-1/full/bin-1/point">
            <a:extLst xmlns:a="http://schemas.openxmlformats.org/drawingml/2006/main">
              <a:ext uri="{FF2B5EF4-FFF2-40B4-BE49-F238E27FC236}">
                <a16:creationId xmlns:a16="http://schemas.microsoft.com/office/drawing/2014/main" id="{2EA8EEE0-E6AA-4155-9500-AF3361A66AAA}"/>
              </a:ext>
            </a:extLst>
          </p:cNvPr>
          <p:cNvSpPr>
            <a:spLocks xmlns:a="http://schemas.openxmlformats.org/drawingml/2006/main" noGrp="1"/>
          </p:cNvSpPr>
          <p:nvPr/>
        </p:nvSpPr>
        <p:spPr>
          <a:xfrm xmlns:a="http://schemas.openxmlformats.org/drawingml/2006/main">
            <a:off x="518374" y="175323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7" name="sues200_satellite_to_uav_200m/sues200_satellite_to_uav_200m/seed-1/full/ECE">
            <a:extLst xmlns:a="http://schemas.openxmlformats.org/drawingml/2006/main">
              <a:ext uri="{FF2B5EF4-FFF2-40B4-BE49-F238E27FC236}">
                <a16:creationId xmlns:a16="http://schemas.microsoft.com/office/drawing/2014/main" id="{5FEF760B-679C-4369-9F1F-FA1E983167EE}"/>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0.6068</a:t>
            </a:r>
          </a:p>
        </p:txBody>
      </p:sp>
      <p:sp>
        <p:nvSpPr>
          <p:cNvPr id="38" name="sues200_satellite_to_uav_200m/sues200_satellite_to_uav_200m/seed-1/population/N">
            <a:extLst xmlns:a="http://schemas.openxmlformats.org/drawingml/2006/main">
              <a:ext uri="{FF2B5EF4-FFF2-40B4-BE49-F238E27FC236}">
                <a16:creationId xmlns:a16="http://schemas.microsoft.com/office/drawing/2014/main" id="{E2E04EBB-C8AD-4F86-99BF-2304EA0824E0}"/>
              </a:ext>
            </a:extLst>
          </p:cNvPr>
          <p:cNvSpPr>
            <a:spLocks xmlns:a="http://schemas.openxmlformats.org/drawingml/2006/main" noGrp="1"/>
          </p:cNvSpPr>
          <p:nvPr/>
        </p:nvSpPr>
        <p:spPr>
          <a:xfrm xmlns:a="http://schemas.openxmlformats.org/drawingml/2006/main">
            <a:off x="7690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39" name="sues200_satellite_to_uav_200m/sues200_satellite_to_uav_200m/seed-1/population/header/bin">
            <a:extLst xmlns:a="http://schemas.openxmlformats.org/drawingml/2006/main">
              <a:ext uri="{FF2B5EF4-FFF2-40B4-BE49-F238E27FC236}">
                <a16:creationId xmlns:a16="http://schemas.microsoft.com/office/drawing/2014/main" id="{AAEF680F-3AAE-44DB-9521-45625EF7D7A6}"/>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0" name="sues200_satellite_to_uav_200m/sues200_satellite_to_uav_200m/seed-1/population/header/visual">
            <a:extLst xmlns:a="http://schemas.openxmlformats.org/drawingml/2006/main">
              <a:ext uri="{FF2B5EF4-FFF2-40B4-BE49-F238E27FC236}">
                <a16:creationId xmlns:a16="http://schemas.microsoft.com/office/drawing/2014/main" id="{C4275B7F-BC52-4B58-8512-FF36003984D1}"/>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1" name="sues200_satellite_to_uav_200m/sues200_satellite_to_uav_200m/seed-1/population/header/full">
            <a:extLst xmlns:a="http://schemas.openxmlformats.org/drawingml/2006/main">
              <a:ext uri="{FF2B5EF4-FFF2-40B4-BE49-F238E27FC236}">
                <a16:creationId xmlns:a16="http://schemas.microsoft.com/office/drawing/2014/main" id="{D0FABCF4-9A74-4511-98EC-B01D56CA648E}"/>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2" name="sues200_satellite_to_uav_200m/sues200_satellite_to_uav_200m/seed-1/population/header/rule">
            <a:extLst xmlns:a="http://schemas.openxmlformats.org/drawingml/2006/main">
              <a:ext uri="{FF2B5EF4-FFF2-40B4-BE49-F238E27FC236}">
                <a16:creationId xmlns:a16="http://schemas.microsoft.com/office/drawing/2014/main" id="{586923D3-3478-49BC-B57B-4D699901F083}"/>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3" name="sues200_satellite_to_uav_200m/sues200_satellite_to_uav_200m/seed-1/population/bin-1/label">
            <a:extLst xmlns:a="http://schemas.openxmlformats.org/drawingml/2006/main">
              <a:ext uri="{FF2B5EF4-FFF2-40B4-BE49-F238E27FC236}">
                <a16:creationId xmlns:a16="http://schemas.microsoft.com/office/drawing/2014/main" id="{D919582C-7CCE-40F1-8413-A2AF04D7BABD}"/>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4" name="sues200_satellite_to_uav_200m/sues200_satellite_to_uav_200m/seed-1/population/bin-1/visual">
            <a:extLst xmlns:a="http://schemas.openxmlformats.org/drawingml/2006/main">
              <a:ext uri="{FF2B5EF4-FFF2-40B4-BE49-F238E27FC236}">
                <a16:creationId xmlns:a16="http://schemas.microsoft.com/office/drawing/2014/main" id="{ED94D314-C2FA-4D96-81A1-7CE0D7F160F4}"/>
              </a:ext>
            </a:extLst>
          </p:cNvPr>
          <p:cNvSpPr>
            <a:spLocks xmlns:a="http://schemas.openxmlformats.org/drawingml/2006/main" noGrp="1"/>
          </p:cNvSpPr>
          <p:nvPr/>
        </p:nvSpPr>
        <p:spPr>
          <a:xfrm xmlns:a="http://schemas.openxmlformats.org/drawingml/2006/main">
            <a:off x="1208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45" name="sues200_satellite_to_uav_200m/sues200_satellite_to_uav_200m/seed-1/population/bin-1/full">
            <a:extLst xmlns:a="http://schemas.openxmlformats.org/drawingml/2006/main">
              <a:ext uri="{FF2B5EF4-FFF2-40B4-BE49-F238E27FC236}">
                <a16:creationId xmlns:a16="http://schemas.microsoft.com/office/drawing/2014/main" id="{6129DFB8-27AF-4D6A-8D93-07D6305DD5F2}"/>
              </a:ext>
            </a:extLst>
          </p:cNvPr>
          <p:cNvSpPr>
            <a:spLocks xmlns:a="http://schemas.openxmlformats.org/drawingml/2006/main" noGrp="1"/>
          </p:cNvSpPr>
          <p:nvPr/>
        </p:nvSpPr>
        <p:spPr>
          <a:xfrm xmlns:a="http://schemas.openxmlformats.org/drawingml/2006/main">
            <a:off x="1843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46" name="sues200_satellite_to_uav_200m/sues200_satellite_to_uav_200m/seed-1/population/bin-2/label">
            <a:extLst xmlns:a="http://schemas.openxmlformats.org/drawingml/2006/main">
              <a:ext uri="{FF2B5EF4-FFF2-40B4-BE49-F238E27FC236}">
                <a16:creationId xmlns:a16="http://schemas.microsoft.com/office/drawing/2014/main" id="{061266AB-275D-4615-87D3-E4CBF690259B}"/>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7" name="sues200_satellite_to_uav_200m/sues200_satellite_to_uav_200m/seed-1/population/bin-2/visual">
            <a:extLst xmlns:a="http://schemas.openxmlformats.org/drawingml/2006/main">
              <a:ext uri="{FF2B5EF4-FFF2-40B4-BE49-F238E27FC236}">
                <a16:creationId xmlns:a16="http://schemas.microsoft.com/office/drawing/2014/main" id="{F8B6AD59-B173-4AC2-AA86-C69795E1D12B}"/>
              </a:ext>
            </a:extLst>
          </p:cNvPr>
          <p:cNvSpPr>
            <a:spLocks xmlns:a="http://schemas.openxmlformats.org/drawingml/2006/main" noGrp="1"/>
          </p:cNvSpPr>
          <p:nvPr/>
        </p:nvSpPr>
        <p:spPr>
          <a:xfrm xmlns:a="http://schemas.openxmlformats.org/drawingml/2006/main">
            <a:off x="1236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8" name="sues200_satellite_to_uav_200m/sues200_satellite_to_uav_200m/seed-1/population/bin-2/full">
            <a:extLst xmlns:a="http://schemas.openxmlformats.org/drawingml/2006/main">
              <a:ext uri="{FF2B5EF4-FFF2-40B4-BE49-F238E27FC236}">
                <a16:creationId xmlns:a16="http://schemas.microsoft.com/office/drawing/2014/main" id="{57A55ED0-5A00-4AC7-BCCE-62FB22F62764}"/>
              </a:ext>
            </a:extLst>
          </p:cNvPr>
          <p:cNvSpPr>
            <a:spLocks xmlns:a="http://schemas.openxmlformats.org/drawingml/2006/main" noGrp="1"/>
          </p:cNvSpPr>
          <p:nvPr/>
        </p:nvSpPr>
        <p:spPr>
          <a:xfrm xmlns:a="http://schemas.openxmlformats.org/drawingml/2006/main">
            <a:off x="187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9" name="sues200_satellite_to_uav_200m/sues200_satellite_to_uav_200m/seed-1/population/bin-3/label">
            <a:extLst xmlns:a="http://schemas.openxmlformats.org/drawingml/2006/main">
              <a:ext uri="{FF2B5EF4-FFF2-40B4-BE49-F238E27FC236}">
                <a16:creationId xmlns:a16="http://schemas.microsoft.com/office/drawing/2014/main" id="{E1881B5E-2D51-4041-8553-D4719C9ED49D}"/>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0" name="sues200_satellite_to_uav_200m/sues200_satellite_to_uav_200m/seed-1/population/bin-3/visual">
            <a:extLst xmlns:a="http://schemas.openxmlformats.org/drawingml/2006/main">
              <a:ext uri="{FF2B5EF4-FFF2-40B4-BE49-F238E27FC236}">
                <a16:creationId xmlns:a16="http://schemas.microsoft.com/office/drawing/2014/main" id="{7BA1B009-2E57-4A9E-8384-3D681A997918}"/>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1" name="sues200_satellite_to_uav_200m/sues200_satellite_to_uav_200m/seed-1/population/bin-3/full">
            <a:extLst xmlns:a="http://schemas.openxmlformats.org/drawingml/2006/main">
              <a:ext uri="{FF2B5EF4-FFF2-40B4-BE49-F238E27FC236}">
                <a16:creationId xmlns:a16="http://schemas.microsoft.com/office/drawing/2014/main" id="{26B5E50B-BBBD-45C9-96BC-A898B5094D38}"/>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2" name="sues200_satellite_to_uav_200m/sues200_satellite_to_uav_200m/seed-1/population/bin-4/label">
            <a:extLst xmlns:a="http://schemas.openxmlformats.org/drawingml/2006/main">
              <a:ext uri="{FF2B5EF4-FFF2-40B4-BE49-F238E27FC236}">
                <a16:creationId xmlns:a16="http://schemas.microsoft.com/office/drawing/2014/main" id="{072C445C-0589-473F-AD55-A975C00E0357}"/>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3" name="sues200_satellite_to_uav_200m/sues200_satellite_to_uav_200m/seed-1/population/bin-4/visual">
            <a:extLst xmlns:a="http://schemas.openxmlformats.org/drawingml/2006/main">
              <a:ext uri="{FF2B5EF4-FFF2-40B4-BE49-F238E27FC236}">
                <a16:creationId xmlns:a16="http://schemas.microsoft.com/office/drawing/2014/main" id="{0D994AB3-5C04-4798-AA2C-91B69B75F888}"/>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sues200_satellite_to_uav_200m/sues200_satellite_to_uav_200m/seed-1/population/bin-4/full">
            <a:extLst xmlns:a="http://schemas.openxmlformats.org/drawingml/2006/main">
              <a:ext uri="{FF2B5EF4-FFF2-40B4-BE49-F238E27FC236}">
                <a16:creationId xmlns:a16="http://schemas.microsoft.com/office/drawing/2014/main" id="{4C2E213F-3C71-44AE-9F44-C5AF943DB02A}"/>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5" name="sues200_satellite_to_uav_200m/sues200_satellite_to_uav_200m/seed-1/population/bin-5/label">
            <a:extLst xmlns:a="http://schemas.openxmlformats.org/drawingml/2006/main">
              <a:ext uri="{FF2B5EF4-FFF2-40B4-BE49-F238E27FC236}">
                <a16:creationId xmlns:a16="http://schemas.microsoft.com/office/drawing/2014/main" id="{BB2B1D53-7693-4CDD-9225-E10EF1212BF8}"/>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6" name="sues200_satellite_to_uav_200m/sues200_satellite_to_uav_200m/seed-1/population/bin-5/visual">
            <a:extLst xmlns:a="http://schemas.openxmlformats.org/drawingml/2006/main">
              <a:ext uri="{FF2B5EF4-FFF2-40B4-BE49-F238E27FC236}">
                <a16:creationId xmlns:a16="http://schemas.microsoft.com/office/drawing/2014/main" id="{F9810DF3-FFA8-49E7-B2C4-ABBBA9402937}"/>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sues200_satellite_to_uav_200m/sues200_satellite_to_uav_200m/seed-1/population/bin-5/full">
            <a:extLst xmlns:a="http://schemas.openxmlformats.org/drawingml/2006/main">
              <a:ext uri="{FF2B5EF4-FFF2-40B4-BE49-F238E27FC236}">
                <a16:creationId xmlns:a16="http://schemas.microsoft.com/office/drawing/2014/main" id="{BCD3B000-4986-4A65-9BCC-C90B5A55F834}"/>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satellite_to_uav_200m/sues200_satellite_to_uav_200m/seed-1/population/bin-6/label">
            <a:extLst xmlns:a="http://schemas.openxmlformats.org/drawingml/2006/main">
              <a:ext uri="{FF2B5EF4-FFF2-40B4-BE49-F238E27FC236}">
                <a16:creationId xmlns:a16="http://schemas.microsoft.com/office/drawing/2014/main" id="{ED27D287-AAF9-461A-A8AB-68604080556C}"/>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59" name="sues200_satellite_to_uav_200m/sues200_satellite_to_uav_200m/seed-1/population/bin-6/visual">
            <a:extLst xmlns:a="http://schemas.openxmlformats.org/drawingml/2006/main">
              <a:ext uri="{FF2B5EF4-FFF2-40B4-BE49-F238E27FC236}">
                <a16:creationId xmlns:a16="http://schemas.microsoft.com/office/drawing/2014/main" id="{0813AEAE-C8E3-4FE5-89E6-9614E227CBE3}"/>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sues200_satellite_to_uav_200m/sues200_satellite_to_uav_200m/seed-1/population/bin-6/full">
            <a:extLst xmlns:a="http://schemas.openxmlformats.org/drawingml/2006/main">
              <a:ext uri="{FF2B5EF4-FFF2-40B4-BE49-F238E27FC236}">
                <a16:creationId xmlns:a16="http://schemas.microsoft.com/office/drawing/2014/main" id="{6F616F85-1BB4-416F-9F3E-8704C21E58A4}"/>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satellite_to_uav_200m/sues200_satellite_to_uav_200m/seed-1/population/bin-7/label">
            <a:extLst xmlns:a="http://schemas.openxmlformats.org/drawingml/2006/main">
              <a:ext uri="{FF2B5EF4-FFF2-40B4-BE49-F238E27FC236}">
                <a16:creationId xmlns:a16="http://schemas.microsoft.com/office/drawing/2014/main" id="{5203D4FE-B3C6-4BD9-B258-CD569B5AE141}"/>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2" name="sues200_satellite_to_uav_200m/sues200_satellite_to_uav_200m/seed-1/population/bin-7/visual">
            <a:extLst xmlns:a="http://schemas.openxmlformats.org/drawingml/2006/main">
              <a:ext uri="{FF2B5EF4-FFF2-40B4-BE49-F238E27FC236}">
                <a16:creationId xmlns:a16="http://schemas.microsoft.com/office/drawing/2014/main" id="{2A280834-8F83-4A1D-BF36-195A0B04D3CE}"/>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sues200_satellite_to_uav_200m/sues200_satellite_to_uav_200m/seed-1/population/bin-7/full">
            <a:extLst xmlns:a="http://schemas.openxmlformats.org/drawingml/2006/main">
              <a:ext uri="{FF2B5EF4-FFF2-40B4-BE49-F238E27FC236}">
                <a16:creationId xmlns:a16="http://schemas.microsoft.com/office/drawing/2014/main" id="{1A3558E5-4F65-4262-8D88-EFDD68CE8C13}"/>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satellite_to_uav_200m/sues200_satellite_to_uav_200m/seed-1/population/bin-8/label">
            <a:extLst xmlns:a="http://schemas.openxmlformats.org/drawingml/2006/main">
              <a:ext uri="{FF2B5EF4-FFF2-40B4-BE49-F238E27FC236}">
                <a16:creationId xmlns:a16="http://schemas.microsoft.com/office/drawing/2014/main" id="{B78B71F3-32A4-45DE-9209-1F33A5F984A7}"/>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5" name="sues200_satellite_to_uav_200m/sues200_satellite_to_uav_200m/seed-1/population/bin-8/visual">
            <a:extLst xmlns:a="http://schemas.openxmlformats.org/drawingml/2006/main">
              <a:ext uri="{FF2B5EF4-FFF2-40B4-BE49-F238E27FC236}">
                <a16:creationId xmlns:a16="http://schemas.microsoft.com/office/drawing/2014/main" id="{87B243EE-149D-4D03-837E-125C1EB564C2}"/>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sues200_satellite_to_uav_200m/sues200_satellite_to_uav_200m/seed-1/population/bin-8/full">
            <a:extLst xmlns:a="http://schemas.openxmlformats.org/drawingml/2006/main">
              <a:ext uri="{FF2B5EF4-FFF2-40B4-BE49-F238E27FC236}">
                <a16:creationId xmlns:a16="http://schemas.microsoft.com/office/drawing/2014/main" id="{637E6911-51F1-4D48-9A02-E0A2A298E493}"/>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satellite_to_uav_200m/sues200_satellite_to_uav_200m/seed-1/population/bin-9/label">
            <a:extLst xmlns:a="http://schemas.openxmlformats.org/drawingml/2006/main">
              <a:ext uri="{FF2B5EF4-FFF2-40B4-BE49-F238E27FC236}">
                <a16:creationId xmlns:a16="http://schemas.microsoft.com/office/drawing/2014/main" id="{03BAE6B2-A774-4BC5-ADF4-5DD046B44D0B}"/>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68" name="sues200_satellite_to_uav_200m/sues200_satellite_to_uav_200m/seed-1/population/bin-9/visual">
            <a:extLst xmlns:a="http://schemas.openxmlformats.org/drawingml/2006/main">
              <a:ext uri="{FF2B5EF4-FFF2-40B4-BE49-F238E27FC236}">
                <a16:creationId xmlns:a16="http://schemas.microsoft.com/office/drawing/2014/main" id="{A83C908C-9640-4343-914C-ACEB26B1E013}"/>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sues200_satellite_to_uav_200m/sues200_satellite_to_uav_200m/seed-1/population/bin-9/full">
            <a:extLst xmlns:a="http://schemas.openxmlformats.org/drawingml/2006/main">
              <a:ext uri="{FF2B5EF4-FFF2-40B4-BE49-F238E27FC236}">
                <a16:creationId xmlns:a16="http://schemas.microsoft.com/office/drawing/2014/main" id="{17836755-8272-473B-82F5-3F55786B4B79}"/>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satellite_to_uav_200m/sues200_satellite_to_uav_200m/seed-1/population/bin-10/label">
            <a:extLst xmlns:a="http://schemas.openxmlformats.org/drawingml/2006/main">
              <a:ext uri="{FF2B5EF4-FFF2-40B4-BE49-F238E27FC236}">
                <a16:creationId xmlns:a16="http://schemas.microsoft.com/office/drawing/2014/main" id="{9568304B-FFEC-4A04-81C4-A18B1A6556BE}"/>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1" name="sues200_satellite_to_uav_200m/sues200_satellite_to_uav_200m/seed-1/population/bin-10/visual">
            <a:extLst xmlns:a="http://schemas.openxmlformats.org/drawingml/2006/main">
              <a:ext uri="{FF2B5EF4-FFF2-40B4-BE49-F238E27FC236}">
                <a16:creationId xmlns:a16="http://schemas.microsoft.com/office/drawing/2014/main" id="{A79E4EAB-64BA-40E6-B1E4-8CC99C1C7249}"/>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sues200_satellite_to_uav_200m/sues200_satellite_to_uav_200m/seed-1/population/bin-10/full">
            <a:extLst xmlns:a="http://schemas.openxmlformats.org/drawingml/2006/main">
              <a:ext uri="{FF2B5EF4-FFF2-40B4-BE49-F238E27FC236}">
                <a16:creationId xmlns:a16="http://schemas.microsoft.com/office/drawing/2014/main" id="{3E4BBB56-CED3-4DEC-9776-CBCC06380DD9}"/>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satellite_to_uav_200m/sues200_satellite_to_uav_200m/seed-1/population/bin-11/label">
            <a:extLst xmlns:a="http://schemas.openxmlformats.org/drawingml/2006/main">
              <a:ext uri="{FF2B5EF4-FFF2-40B4-BE49-F238E27FC236}">
                <a16:creationId xmlns:a16="http://schemas.microsoft.com/office/drawing/2014/main" id="{ECE59B2B-CD12-4534-BA82-11C11F09FCFB}"/>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4" name="sues200_satellite_to_uav_200m/sues200_satellite_to_uav_200m/seed-1/population/bin-11/visual">
            <a:extLst xmlns:a="http://schemas.openxmlformats.org/drawingml/2006/main">
              <a:ext uri="{FF2B5EF4-FFF2-40B4-BE49-F238E27FC236}">
                <a16:creationId xmlns:a16="http://schemas.microsoft.com/office/drawing/2014/main" id="{A0A3FCE1-8DAF-4F40-8D08-27B327D2108D}"/>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sues200_satellite_to_uav_200m/sues200_satellite_to_uav_200m/seed-1/population/bin-11/full">
            <a:extLst xmlns:a="http://schemas.openxmlformats.org/drawingml/2006/main">
              <a:ext uri="{FF2B5EF4-FFF2-40B4-BE49-F238E27FC236}">
                <a16:creationId xmlns:a16="http://schemas.microsoft.com/office/drawing/2014/main" id="{025442F0-0150-4DC6-9E57-FC3595C17155}"/>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satellite_to_uav_200m/sues200_satellite_to_uav_200m/seed-1/population/bin-12/label">
            <a:extLst xmlns:a="http://schemas.openxmlformats.org/drawingml/2006/main">
              <a:ext uri="{FF2B5EF4-FFF2-40B4-BE49-F238E27FC236}">
                <a16:creationId xmlns:a16="http://schemas.microsoft.com/office/drawing/2014/main" id="{C5460EE7-A9D7-4790-97B2-9070CAEE700C}"/>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7" name="sues200_satellite_to_uav_200m/sues200_satellite_to_uav_200m/seed-1/population/bin-12/visual">
            <a:extLst xmlns:a="http://schemas.openxmlformats.org/drawingml/2006/main">
              <a:ext uri="{FF2B5EF4-FFF2-40B4-BE49-F238E27FC236}">
                <a16:creationId xmlns:a16="http://schemas.microsoft.com/office/drawing/2014/main" id="{E05106B0-F775-4968-8C7A-35768844AA83}"/>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sues200_satellite_to_uav_200m/sues200_satellite_to_uav_200m/seed-1/population/bin-12/full">
            <a:extLst xmlns:a="http://schemas.openxmlformats.org/drawingml/2006/main">
              <a:ext uri="{FF2B5EF4-FFF2-40B4-BE49-F238E27FC236}">
                <a16:creationId xmlns:a16="http://schemas.microsoft.com/office/drawing/2014/main" id="{A4C4A71C-E491-4FDC-B0BC-4B3B3253A3FB}"/>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satellite_to_uav_200m/sues200_satellite_to_uav_200m/seed-1/population/bin-13/label">
            <a:extLst xmlns:a="http://schemas.openxmlformats.org/drawingml/2006/main">
              <a:ext uri="{FF2B5EF4-FFF2-40B4-BE49-F238E27FC236}">
                <a16:creationId xmlns:a16="http://schemas.microsoft.com/office/drawing/2014/main" id="{A734E4D4-FDCC-4C1C-BB5E-3E4A3D9824C2}"/>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0" name="sues200_satellite_to_uav_200m/sues200_satellite_to_uav_200m/seed-1/population/bin-13/visual">
            <a:extLst xmlns:a="http://schemas.openxmlformats.org/drawingml/2006/main">
              <a:ext uri="{FF2B5EF4-FFF2-40B4-BE49-F238E27FC236}">
                <a16:creationId xmlns:a16="http://schemas.microsoft.com/office/drawing/2014/main" id="{BE258770-F9A7-40E8-BC29-799C6D58DCC4}"/>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sues200_satellite_to_uav_200m/sues200_satellite_to_uav_200m/seed-1/population/bin-13/full">
            <a:extLst xmlns:a="http://schemas.openxmlformats.org/drawingml/2006/main">
              <a:ext uri="{FF2B5EF4-FFF2-40B4-BE49-F238E27FC236}">
                <a16:creationId xmlns:a16="http://schemas.microsoft.com/office/drawing/2014/main" id="{4379C820-0431-42AE-AB66-D155B83F0C6C}"/>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satellite_to_uav_200m/sues200_satellite_to_uav_200m/seed-1/population/bin-14/label">
            <a:extLst xmlns:a="http://schemas.openxmlformats.org/drawingml/2006/main">
              <a:ext uri="{FF2B5EF4-FFF2-40B4-BE49-F238E27FC236}">
                <a16:creationId xmlns:a16="http://schemas.microsoft.com/office/drawing/2014/main" id="{0BFF44E2-E67B-41B4-886C-2876F6F90DB8}"/>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3" name="sues200_satellite_to_uav_200m/sues200_satellite_to_uav_200m/seed-1/population/bin-14/visual">
            <a:extLst xmlns:a="http://schemas.openxmlformats.org/drawingml/2006/main">
              <a:ext uri="{FF2B5EF4-FFF2-40B4-BE49-F238E27FC236}">
                <a16:creationId xmlns:a16="http://schemas.microsoft.com/office/drawing/2014/main" id="{EC0F2BB9-BC41-4757-8F24-9D11E027275D}"/>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sues200_satellite_to_uav_200m/sues200_satellite_to_uav_200m/seed-1/population/bin-14/full">
            <a:extLst xmlns:a="http://schemas.openxmlformats.org/drawingml/2006/main">
              <a:ext uri="{FF2B5EF4-FFF2-40B4-BE49-F238E27FC236}">
                <a16:creationId xmlns:a16="http://schemas.microsoft.com/office/drawing/2014/main" id="{61A085DA-5C1C-4FA9-9629-D3B7B37A530E}"/>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satellite_to_uav_200m/sues200_satellite_to_uav_200m/seed-1/population/bin-15/label">
            <a:extLst xmlns:a="http://schemas.openxmlformats.org/drawingml/2006/main">
              <a:ext uri="{FF2B5EF4-FFF2-40B4-BE49-F238E27FC236}">
                <a16:creationId xmlns:a16="http://schemas.microsoft.com/office/drawing/2014/main" id="{AA869F87-0325-407D-A294-371CE6017E0A}"/>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6" name="sues200_satellite_to_uav_200m/sues200_satellite_to_uav_200m/seed-1/population/bin-15/visual">
            <a:extLst xmlns:a="http://schemas.openxmlformats.org/drawingml/2006/main">
              <a:ext uri="{FF2B5EF4-FFF2-40B4-BE49-F238E27FC236}">
                <a16:creationId xmlns:a16="http://schemas.microsoft.com/office/drawing/2014/main" id="{838625CE-D963-4770-B409-813BFC803C1A}"/>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sues200_satellite_to_uav_200m/sues200_satellite_to_uav_200m/seed-1/population/bin-15/full">
            <a:extLst xmlns:a="http://schemas.openxmlformats.org/drawingml/2006/main">
              <a:ext uri="{FF2B5EF4-FFF2-40B4-BE49-F238E27FC236}">
                <a16:creationId xmlns:a16="http://schemas.microsoft.com/office/drawing/2014/main" id="{1082F8B7-5A59-4D5B-A34E-2B55A3E39793}"/>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satellite_to_uav_200m/sues200_satellite_to_uav_200m/seed-2/seed-heading">
            <a:extLst xmlns:a="http://schemas.openxmlformats.org/drawingml/2006/main">
              <a:ext uri="{FF2B5EF4-FFF2-40B4-BE49-F238E27FC236}">
                <a16:creationId xmlns:a16="http://schemas.microsoft.com/office/drawing/2014/main" id="{6111D271-13C7-4834-A223-3BBCB02E93AF}"/>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89" name="sues200_satellite_to_uav_200m/sues200_satellite_to_uav_200m/seed-2/y-grid-0">
            <a:extLst xmlns:a="http://schemas.openxmlformats.org/drawingml/2006/main">
              <a:ext uri="{FF2B5EF4-FFF2-40B4-BE49-F238E27FC236}">
                <a16:creationId xmlns:a16="http://schemas.microsoft.com/office/drawing/2014/main" id="{18D3E398-256D-4DDA-A67E-2C43BCCAECDE}"/>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200m/sues200_satellite_to_uav_200m/seed-2/y-label-0">
            <a:extLst xmlns:a="http://schemas.openxmlformats.org/drawingml/2006/main">
              <a:ext uri="{FF2B5EF4-FFF2-40B4-BE49-F238E27FC236}">
                <a16:creationId xmlns:a16="http://schemas.microsoft.com/office/drawing/2014/main" id="{587DA903-9651-4B0C-950B-1338B3474872}"/>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1" name="sues200_satellite_to_uav_200m/sues200_satellite_to_uav_200m/seed-2/x-tick-0">
            <a:extLst xmlns:a="http://schemas.openxmlformats.org/drawingml/2006/main">
              <a:ext uri="{FF2B5EF4-FFF2-40B4-BE49-F238E27FC236}">
                <a16:creationId xmlns:a16="http://schemas.microsoft.com/office/drawing/2014/main" id="{900B7FD9-E936-4876-96D8-0F5BB2F6D874}"/>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200m/sues200_satellite_to_uav_200m/seed-2/x-label-0">
            <a:extLst xmlns:a="http://schemas.openxmlformats.org/drawingml/2006/main">
              <a:ext uri="{FF2B5EF4-FFF2-40B4-BE49-F238E27FC236}">
                <a16:creationId xmlns:a16="http://schemas.microsoft.com/office/drawing/2014/main" id="{1BF7827D-423C-4EFC-AB6B-43A3266C7536}"/>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sues200_satellite_to_uav_200m/sues200_satellite_to_uav_200m/seed-2/y-grid-0.25">
            <a:extLst xmlns:a="http://schemas.openxmlformats.org/drawingml/2006/main">
              <a:ext uri="{FF2B5EF4-FFF2-40B4-BE49-F238E27FC236}">
                <a16:creationId xmlns:a16="http://schemas.microsoft.com/office/drawing/2014/main" id="{13D5A4A3-9AA5-4CCB-A3ED-66FEF31E1603}"/>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satellite_to_uav_200m/sues200_satellite_to_uav_200m/seed-2/y-label-0.25">
            <a:extLst xmlns:a="http://schemas.openxmlformats.org/drawingml/2006/main">
              <a:ext uri="{FF2B5EF4-FFF2-40B4-BE49-F238E27FC236}">
                <a16:creationId xmlns:a16="http://schemas.microsoft.com/office/drawing/2014/main" id="{08F7626D-7E39-4A3C-9D30-A3B5B5474021}"/>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5" name="sues200_satellite_to_uav_200m/sues200_satellite_to_uav_200m/seed-2/x-tick-0.25">
            <a:extLst xmlns:a="http://schemas.openxmlformats.org/drawingml/2006/main">
              <a:ext uri="{FF2B5EF4-FFF2-40B4-BE49-F238E27FC236}">
                <a16:creationId xmlns:a16="http://schemas.microsoft.com/office/drawing/2014/main" id="{4469CDB1-3630-48FF-860E-9EC9B483D918}"/>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satellite_to_uav_200m/sues200_satellite_to_uav_200m/seed-2/x-label-0.25">
            <a:extLst xmlns:a="http://schemas.openxmlformats.org/drawingml/2006/main">
              <a:ext uri="{FF2B5EF4-FFF2-40B4-BE49-F238E27FC236}">
                <a16:creationId xmlns:a16="http://schemas.microsoft.com/office/drawing/2014/main" id="{639A2DDD-A889-4532-90EA-1BD3111464F6}"/>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sues200_satellite_to_uav_200m/sues200_satellite_to_uav_200m/seed-2/y-grid-0.5">
            <a:extLst xmlns:a="http://schemas.openxmlformats.org/drawingml/2006/main">
              <a:ext uri="{FF2B5EF4-FFF2-40B4-BE49-F238E27FC236}">
                <a16:creationId xmlns:a16="http://schemas.microsoft.com/office/drawing/2014/main" id="{DB38E23E-C6CB-4182-8BA1-DB167B922145}"/>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satellite_to_uav_200m/sues200_satellite_to_uav_200m/seed-2/y-label-0.5">
            <a:extLst xmlns:a="http://schemas.openxmlformats.org/drawingml/2006/main">
              <a:ext uri="{FF2B5EF4-FFF2-40B4-BE49-F238E27FC236}">
                <a16:creationId xmlns:a16="http://schemas.microsoft.com/office/drawing/2014/main" id="{6E525BEB-E1B3-40A0-9BC9-80A048700666}"/>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99" name="sues200_satellite_to_uav_200m/sues200_satellite_to_uav_200m/seed-2/x-tick-0.5">
            <a:extLst xmlns:a="http://schemas.openxmlformats.org/drawingml/2006/main">
              <a:ext uri="{FF2B5EF4-FFF2-40B4-BE49-F238E27FC236}">
                <a16:creationId xmlns:a16="http://schemas.microsoft.com/office/drawing/2014/main" id="{C7B87174-2BF1-48F1-A35F-899724C83EDC}"/>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200m/sues200_satellite_to_uav_200m/seed-2/x-label-0.5">
            <a:extLst xmlns:a="http://schemas.openxmlformats.org/drawingml/2006/main">
              <a:ext uri="{FF2B5EF4-FFF2-40B4-BE49-F238E27FC236}">
                <a16:creationId xmlns:a16="http://schemas.microsoft.com/office/drawing/2014/main" id="{09EF5484-2E87-4D80-B9E1-C0BB66B8A33B}"/>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sues200_satellite_to_uav_200m/sues200_satellite_to_uav_200m/seed-2/y-grid-0.75">
            <a:extLst xmlns:a="http://schemas.openxmlformats.org/drawingml/2006/main">
              <a:ext uri="{FF2B5EF4-FFF2-40B4-BE49-F238E27FC236}">
                <a16:creationId xmlns:a16="http://schemas.microsoft.com/office/drawing/2014/main" id="{55439DA2-F191-40F9-B9AC-B4A9FD3F1F86}"/>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satellite_to_uav_200m/sues200_satellite_to_uav_200m/seed-2/y-label-0.75">
            <a:extLst xmlns:a="http://schemas.openxmlformats.org/drawingml/2006/main">
              <a:ext uri="{FF2B5EF4-FFF2-40B4-BE49-F238E27FC236}">
                <a16:creationId xmlns:a16="http://schemas.microsoft.com/office/drawing/2014/main" id="{83E9C6DF-4DFE-43C3-8353-3DF798DCE384}"/>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3" name="sues200_satellite_to_uav_200m/sues200_satellite_to_uav_200m/seed-2/x-tick-0.75">
            <a:extLst xmlns:a="http://schemas.openxmlformats.org/drawingml/2006/main">
              <a:ext uri="{FF2B5EF4-FFF2-40B4-BE49-F238E27FC236}">
                <a16:creationId xmlns:a16="http://schemas.microsoft.com/office/drawing/2014/main" id="{03DF2A8E-DF4D-4AED-8B47-2410D370E745}"/>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satellite_to_uav_200m/sues200_satellite_to_uav_200m/seed-2/x-label-0.75">
            <a:extLst xmlns:a="http://schemas.openxmlformats.org/drawingml/2006/main">
              <a:ext uri="{FF2B5EF4-FFF2-40B4-BE49-F238E27FC236}">
                <a16:creationId xmlns:a16="http://schemas.microsoft.com/office/drawing/2014/main" id="{02CCC20A-A9FB-45FF-8560-31CA8B12D9DE}"/>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sues200_satellite_to_uav_200m/sues200_satellite_to_uav_200m/seed-2/y-grid-1">
            <a:extLst xmlns:a="http://schemas.openxmlformats.org/drawingml/2006/main">
              <a:ext uri="{FF2B5EF4-FFF2-40B4-BE49-F238E27FC236}">
                <a16:creationId xmlns:a16="http://schemas.microsoft.com/office/drawing/2014/main" id="{B6AB277D-993B-44AF-8827-4BB4989C039D}"/>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satellite_to_uav_200m/sues200_satellite_to_uav_200m/seed-2/y-label-1">
            <a:extLst xmlns:a="http://schemas.openxmlformats.org/drawingml/2006/main">
              <a:ext uri="{FF2B5EF4-FFF2-40B4-BE49-F238E27FC236}">
                <a16:creationId xmlns:a16="http://schemas.microsoft.com/office/drawing/2014/main" id="{D6E07228-B023-4C59-94AB-0816677B354C}"/>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7" name="sues200_satellite_to_uav_200m/sues200_satellite_to_uav_200m/seed-2/x-tick-1">
            <a:extLst xmlns:a="http://schemas.openxmlformats.org/drawingml/2006/main">
              <a:ext uri="{FF2B5EF4-FFF2-40B4-BE49-F238E27FC236}">
                <a16:creationId xmlns:a16="http://schemas.microsoft.com/office/drawing/2014/main" id="{E120766F-FCD5-4BF6-B9BD-02105BFA6D54}"/>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satellite_to_uav_200m/sues200_satellite_to_uav_200m/seed-2/x-label-1">
            <a:extLst xmlns:a="http://schemas.openxmlformats.org/drawingml/2006/main">
              <a:ext uri="{FF2B5EF4-FFF2-40B4-BE49-F238E27FC236}">
                <a16:creationId xmlns:a16="http://schemas.microsoft.com/office/drawing/2014/main" id="{4CC240F5-3648-46D4-9562-A50DEA5906C0}"/>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sues200_satellite_to_uav_200m/sues200_satellite_to_uav_200m/seed-2/reference-equality">
            <a:extLst xmlns:a="http://schemas.openxmlformats.org/drawingml/2006/main">
              <a:ext uri="{FF2B5EF4-FFF2-40B4-BE49-F238E27FC236}">
                <a16:creationId xmlns:a16="http://schemas.microsoft.com/office/drawing/2014/main" id="{0867ECDF-8E3B-4F38-A95B-D5B6AA41F6E8}"/>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0" name="sues200_satellite_to_uav_200m/sues200_satellite_to_uav_200m/seed-2/y-axis">
            <a:extLst xmlns:a="http://schemas.openxmlformats.org/drawingml/2006/main">
              <a:ext uri="{FF2B5EF4-FFF2-40B4-BE49-F238E27FC236}">
                <a16:creationId xmlns:a16="http://schemas.microsoft.com/office/drawing/2014/main" id="{5E60B45B-0CE7-4A49-8111-BCB63E5A1D55}"/>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sues200_satellite_to_uav_200m/sues200_satellite_to_uav_200m/seed-2/x-axis">
            <a:extLst xmlns:a="http://schemas.openxmlformats.org/drawingml/2006/main">
              <a:ext uri="{FF2B5EF4-FFF2-40B4-BE49-F238E27FC236}">
                <a16:creationId xmlns:a16="http://schemas.microsoft.com/office/drawing/2014/main" id="{171EF801-E226-49D6-B27D-4343B22118E0}"/>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satellite_to_uav_200m/sues200_satellite_to_uav_200m/seed-2/visual/bin-1/point">
            <a:extLst xmlns:a="http://schemas.openxmlformats.org/drawingml/2006/main">
              <a:ext uri="{FF2B5EF4-FFF2-40B4-BE49-F238E27FC236}">
                <a16:creationId xmlns:a16="http://schemas.microsoft.com/office/drawing/2014/main" id="{A19C96B1-9909-4DCE-B0D9-A96D19A288E1}"/>
              </a:ext>
            </a:extLst>
          </p:cNvPr>
          <p:cNvSpPr>
            <a:spLocks xmlns:a="http://schemas.openxmlformats.org/drawingml/2006/main" noGrp="1"/>
          </p:cNvSpPr>
          <p:nvPr/>
        </p:nvSpPr>
        <p:spPr>
          <a:xfrm xmlns:a="http://schemas.openxmlformats.org/drawingml/2006/main">
            <a:off x="2519700" y="167386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3" name="sues200_satellite_to_uav_200m/sues200_satellite_to_uav_200m/seed-2/visual/ECE">
            <a:extLst xmlns:a="http://schemas.openxmlformats.org/drawingml/2006/main">
              <a:ext uri="{FF2B5EF4-FFF2-40B4-BE49-F238E27FC236}">
                <a16:creationId xmlns:a16="http://schemas.microsoft.com/office/drawing/2014/main" id="{93FCE6EB-8C5B-4FB1-B094-49607B669DFA}"/>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0.6565</a:t>
            </a:r>
          </a:p>
        </p:txBody>
      </p:sp>
      <p:sp>
        <p:nvSpPr>
          <p:cNvPr id="114" name="sues200_satellite_to_uav_200m/sues200_satellite_to_uav_200m/seed-2/full/bin-1/point">
            <a:extLst xmlns:a="http://schemas.openxmlformats.org/drawingml/2006/main">
              <a:ext uri="{FF2B5EF4-FFF2-40B4-BE49-F238E27FC236}">
                <a16:creationId xmlns:a16="http://schemas.microsoft.com/office/drawing/2014/main" id="{2E2A9D14-6DC4-42F4-8A03-2ACDF37159B9}"/>
              </a:ext>
            </a:extLst>
          </p:cNvPr>
          <p:cNvSpPr>
            <a:spLocks xmlns:a="http://schemas.openxmlformats.org/drawingml/2006/main" noGrp="1"/>
          </p:cNvSpPr>
          <p:nvPr/>
        </p:nvSpPr>
        <p:spPr>
          <a:xfrm xmlns:a="http://schemas.openxmlformats.org/drawingml/2006/main">
            <a:off x="2525412" y="188214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5" name="sues200_satellite_to_uav_200m/sues200_satellite_to_uav_200m/seed-2/full/ECE">
            <a:extLst xmlns:a="http://schemas.openxmlformats.org/drawingml/2006/main">
              <a:ext uri="{FF2B5EF4-FFF2-40B4-BE49-F238E27FC236}">
                <a16:creationId xmlns:a16="http://schemas.microsoft.com/office/drawing/2014/main" id="{E25B099C-A884-43FF-A546-BDAA565A9FC6}"/>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0.5190</a:t>
            </a:r>
          </a:p>
        </p:txBody>
      </p:sp>
      <p:sp>
        <p:nvSpPr>
          <p:cNvPr id="116" name="sues200_satellite_to_uav_200m/sues200_satellite_to_uav_200m/seed-2/population/N">
            <a:extLst xmlns:a="http://schemas.openxmlformats.org/drawingml/2006/main">
              <a:ext uri="{FF2B5EF4-FFF2-40B4-BE49-F238E27FC236}">
                <a16:creationId xmlns:a16="http://schemas.microsoft.com/office/drawing/2014/main" id="{3BF2524D-E8FF-4E89-AE39-47605A0BC896}"/>
              </a:ext>
            </a:extLst>
          </p:cNvPr>
          <p:cNvSpPr>
            <a:spLocks xmlns:a="http://schemas.openxmlformats.org/drawingml/2006/main" noGrp="1"/>
          </p:cNvSpPr>
          <p:nvPr/>
        </p:nvSpPr>
        <p:spPr>
          <a:xfrm xmlns:a="http://schemas.openxmlformats.org/drawingml/2006/main">
            <a:off x="27756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17" name="sues200_satellite_to_uav_200m/sues200_satellite_to_uav_200m/seed-2/population/header/bin">
            <a:extLst xmlns:a="http://schemas.openxmlformats.org/drawingml/2006/main">
              <a:ext uri="{FF2B5EF4-FFF2-40B4-BE49-F238E27FC236}">
                <a16:creationId xmlns:a16="http://schemas.microsoft.com/office/drawing/2014/main" id="{6A37ABAB-3178-4685-9C14-B88B2ACADB54}"/>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18" name="sues200_satellite_to_uav_200m/sues200_satellite_to_uav_200m/seed-2/population/header/visual">
            <a:extLst xmlns:a="http://schemas.openxmlformats.org/drawingml/2006/main">
              <a:ext uri="{FF2B5EF4-FFF2-40B4-BE49-F238E27FC236}">
                <a16:creationId xmlns:a16="http://schemas.microsoft.com/office/drawing/2014/main" id="{D7CAF6F1-425D-4A3F-A8A6-BDF50FBB50D1}"/>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19" name="sues200_satellite_to_uav_200m/sues200_satellite_to_uav_200m/seed-2/population/header/full">
            <a:extLst xmlns:a="http://schemas.openxmlformats.org/drawingml/2006/main">
              <a:ext uri="{FF2B5EF4-FFF2-40B4-BE49-F238E27FC236}">
                <a16:creationId xmlns:a16="http://schemas.microsoft.com/office/drawing/2014/main" id="{2D3F3661-C0AF-49B1-8451-889026C760AC}"/>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0" name="sues200_satellite_to_uav_200m/sues200_satellite_to_uav_200m/seed-2/population/header/rule">
            <a:extLst xmlns:a="http://schemas.openxmlformats.org/drawingml/2006/main">
              <a:ext uri="{FF2B5EF4-FFF2-40B4-BE49-F238E27FC236}">
                <a16:creationId xmlns:a16="http://schemas.microsoft.com/office/drawing/2014/main" id="{C9FBDD79-B8FA-4ABB-B733-14A1B9D6D4B8}"/>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1" name="sues200_satellite_to_uav_200m/sues200_satellite_to_uav_200m/seed-2/population/bin-1/label">
            <a:extLst xmlns:a="http://schemas.openxmlformats.org/drawingml/2006/main">
              <a:ext uri="{FF2B5EF4-FFF2-40B4-BE49-F238E27FC236}">
                <a16:creationId xmlns:a16="http://schemas.microsoft.com/office/drawing/2014/main" id="{4299CE44-2131-486E-B978-F5E77F8387B4}"/>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2" name="sues200_satellite_to_uav_200m/sues200_satellite_to_uav_200m/seed-2/population/bin-1/visual">
            <a:extLst xmlns:a="http://schemas.openxmlformats.org/drawingml/2006/main">
              <a:ext uri="{FF2B5EF4-FFF2-40B4-BE49-F238E27FC236}">
                <a16:creationId xmlns:a16="http://schemas.microsoft.com/office/drawing/2014/main" id="{A8BF488B-6AEB-4BC2-9414-45702B974E66}"/>
              </a:ext>
            </a:extLst>
          </p:cNvPr>
          <p:cNvSpPr>
            <a:spLocks xmlns:a="http://schemas.openxmlformats.org/drawingml/2006/main" noGrp="1"/>
          </p:cNvSpPr>
          <p:nvPr/>
        </p:nvSpPr>
        <p:spPr>
          <a:xfrm xmlns:a="http://schemas.openxmlformats.org/drawingml/2006/main">
            <a:off x="3215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123" name="sues200_satellite_to_uav_200m/sues200_satellite_to_uav_200m/seed-2/population/bin-1/full">
            <a:extLst xmlns:a="http://schemas.openxmlformats.org/drawingml/2006/main">
              <a:ext uri="{FF2B5EF4-FFF2-40B4-BE49-F238E27FC236}">
                <a16:creationId xmlns:a16="http://schemas.microsoft.com/office/drawing/2014/main" id="{1E62A4DE-4B68-4A21-9F66-A8402C712115}"/>
              </a:ext>
            </a:extLst>
          </p:cNvPr>
          <p:cNvSpPr>
            <a:spLocks xmlns:a="http://schemas.openxmlformats.org/drawingml/2006/main" noGrp="1"/>
          </p:cNvSpPr>
          <p:nvPr/>
        </p:nvSpPr>
        <p:spPr>
          <a:xfrm xmlns:a="http://schemas.openxmlformats.org/drawingml/2006/main">
            <a:off x="3850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124" name="sues200_satellite_to_uav_200m/sues200_satellite_to_uav_200m/seed-2/population/bin-2/label">
            <a:extLst xmlns:a="http://schemas.openxmlformats.org/drawingml/2006/main">
              <a:ext uri="{FF2B5EF4-FFF2-40B4-BE49-F238E27FC236}">
                <a16:creationId xmlns:a16="http://schemas.microsoft.com/office/drawing/2014/main" id="{790EA7AA-9900-4642-BA16-050C2C916CF0}"/>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25" name="sues200_satellite_to_uav_200m/sues200_satellite_to_uav_200m/seed-2/population/bin-2/visual">
            <a:extLst xmlns:a="http://schemas.openxmlformats.org/drawingml/2006/main">
              <a:ext uri="{FF2B5EF4-FFF2-40B4-BE49-F238E27FC236}">
                <a16:creationId xmlns:a16="http://schemas.microsoft.com/office/drawing/2014/main" id="{D6BB6F76-9E8C-48A1-B8BD-906A33DDA036}"/>
              </a:ext>
            </a:extLst>
          </p:cNvPr>
          <p:cNvSpPr>
            <a:spLocks xmlns:a="http://schemas.openxmlformats.org/drawingml/2006/main" noGrp="1"/>
          </p:cNvSpPr>
          <p:nvPr/>
        </p:nvSpPr>
        <p:spPr>
          <a:xfrm xmlns:a="http://schemas.openxmlformats.org/drawingml/2006/main">
            <a:off x="3243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6" name="sues200_satellite_to_uav_200m/sues200_satellite_to_uav_200m/seed-2/population/bin-2/full">
            <a:extLst xmlns:a="http://schemas.openxmlformats.org/drawingml/2006/main">
              <a:ext uri="{FF2B5EF4-FFF2-40B4-BE49-F238E27FC236}">
                <a16:creationId xmlns:a16="http://schemas.microsoft.com/office/drawing/2014/main" id="{5A366C20-64EC-47CB-B27A-CBA506F0C1F8}"/>
              </a:ext>
            </a:extLst>
          </p:cNvPr>
          <p:cNvSpPr>
            <a:spLocks xmlns:a="http://schemas.openxmlformats.org/drawingml/2006/main" noGrp="1"/>
          </p:cNvSpPr>
          <p:nvPr/>
        </p:nvSpPr>
        <p:spPr>
          <a:xfrm xmlns:a="http://schemas.openxmlformats.org/drawingml/2006/main">
            <a:off x="387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7" name="sues200_satellite_to_uav_200m/sues200_satellite_to_uav_200m/seed-2/population/bin-3/label">
            <a:extLst xmlns:a="http://schemas.openxmlformats.org/drawingml/2006/main">
              <a:ext uri="{FF2B5EF4-FFF2-40B4-BE49-F238E27FC236}">
                <a16:creationId xmlns:a16="http://schemas.microsoft.com/office/drawing/2014/main" id="{A94D5603-EE8C-411B-A58B-6734036E819E}"/>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28" name="sues200_satellite_to_uav_200m/sues200_satellite_to_uav_200m/seed-2/population/bin-3/visual">
            <a:extLst xmlns:a="http://schemas.openxmlformats.org/drawingml/2006/main">
              <a:ext uri="{FF2B5EF4-FFF2-40B4-BE49-F238E27FC236}">
                <a16:creationId xmlns:a16="http://schemas.microsoft.com/office/drawing/2014/main" id="{C175E974-B473-44AF-9235-5B689699C754}"/>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9" name="sues200_satellite_to_uav_200m/sues200_satellite_to_uav_200m/seed-2/population/bin-3/full">
            <a:extLst xmlns:a="http://schemas.openxmlformats.org/drawingml/2006/main">
              <a:ext uri="{FF2B5EF4-FFF2-40B4-BE49-F238E27FC236}">
                <a16:creationId xmlns:a16="http://schemas.microsoft.com/office/drawing/2014/main" id="{87A67E8F-DB00-4999-91C7-BA703A779F71}"/>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0" name="sues200_satellite_to_uav_200m/sues200_satellite_to_uav_200m/seed-2/population/bin-4/label">
            <a:extLst xmlns:a="http://schemas.openxmlformats.org/drawingml/2006/main">
              <a:ext uri="{FF2B5EF4-FFF2-40B4-BE49-F238E27FC236}">
                <a16:creationId xmlns:a16="http://schemas.microsoft.com/office/drawing/2014/main" id="{B580466C-7C21-4C5F-8F90-D31B5A27E6EC}"/>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1" name="sues200_satellite_to_uav_200m/sues200_satellite_to_uav_200m/seed-2/population/bin-4/visual">
            <a:extLst xmlns:a="http://schemas.openxmlformats.org/drawingml/2006/main">
              <a:ext uri="{FF2B5EF4-FFF2-40B4-BE49-F238E27FC236}">
                <a16:creationId xmlns:a16="http://schemas.microsoft.com/office/drawing/2014/main" id="{4091B148-EBEA-49FC-BC0D-5B1701430346}"/>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2" name="sues200_satellite_to_uav_200m/sues200_satellite_to_uav_200m/seed-2/population/bin-4/full">
            <a:extLst xmlns:a="http://schemas.openxmlformats.org/drawingml/2006/main">
              <a:ext uri="{FF2B5EF4-FFF2-40B4-BE49-F238E27FC236}">
                <a16:creationId xmlns:a16="http://schemas.microsoft.com/office/drawing/2014/main" id="{5C9B804D-5CB4-4E94-9533-6E4A0383C09A}"/>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3" name="sues200_satellite_to_uav_200m/sues200_satellite_to_uav_200m/seed-2/population/bin-5/label">
            <a:extLst xmlns:a="http://schemas.openxmlformats.org/drawingml/2006/main">
              <a:ext uri="{FF2B5EF4-FFF2-40B4-BE49-F238E27FC236}">
                <a16:creationId xmlns:a16="http://schemas.microsoft.com/office/drawing/2014/main" id="{0CE4B134-C3D3-41D4-B9AB-AE0A2C2FF237}"/>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4" name="sues200_satellite_to_uav_200m/sues200_satellite_to_uav_200m/seed-2/population/bin-5/visual">
            <a:extLst xmlns:a="http://schemas.openxmlformats.org/drawingml/2006/main">
              <a:ext uri="{FF2B5EF4-FFF2-40B4-BE49-F238E27FC236}">
                <a16:creationId xmlns:a16="http://schemas.microsoft.com/office/drawing/2014/main" id="{27FC9982-8AC2-4FD7-9688-A981B5D3F9DF}"/>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5" name="sues200_satellite_to_uav_200m/sues200_satellite_to_uav_200m/seed-2/population/bin-5/full">
            <a:extLst xmlns:a="http://schemas.openxmlformats.org/drawingml/2006/main">
              <a:ext uri="{FF2B5EF4-FFF2-40B4-BE49-F238E27FC236}">
                <a16:creationId xmlns:a16="http://schemas.microsoft.com/office/drawing/2014/main" id="{940A9039-FDBC-4FA5-8C0F-653C1F5AF36A}"/>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6" name="sues200_satellite_to_uav_200m/sues200_satellite_to_uav_200m/seed-2/population/bin-6/label">
            <a:extLst xmlns:a="http://schemas.openxmlformats.org/drawingml/2006/main">
              <a:ext uri="{FF2B5EF4-FFF2-40B4-BE49-F238E27FC236}">
                <a16:creationId xmlns:a16="http://schemas.microsoft.com/office/drawing/2014/main" id="{2CCCF0DE-5F57-447A-B1E1-B8F048DF28AB}"/>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37" name="sues200_satellite_to_uav_200m/sues200_satellite_to_uav_200m/seed-2/population/bin-6/visual">
            <a:extLst xmlns:a="http://schemas.openxmlformats.org/drawingml/2006/main">
              <a:ext uri="{FF2B5EF4-FFF2-40B4-BE49-F238E27FC236}">
                <a16:creationId xmlns:a16="http://schemas.microsoft.com/office/drawing/2014/main" id="{84E4D695-058E-4279-856E-245BA6726B36}"/>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sues200_satellite_to_uav_200m/sues200_satellite_to_uav_200m/seed-2/population/bin-6/full">
            <a:extLst xmlns:a="http://schemas.openxmlformats.org/drawingml/2006/main">
              <a:ext uri="{FF2B5EF4-FFF2-40B4-BE49-F238E27FC236}">
                <a16:creationId xmlns:a16="http://schemas.microsoft.com/office/drawing/2014/main" id="{7C9BFB60-77FA-4093-B5DD-35BBDC403025}"/>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9" name="sues200_satellite_to_uav_200m/sues200_satellite_to_uav_200m/seed-2/population/bin-7/label">
            <a:extLst xmlns:a="http://schemas.openxmlformats.org/drawingml/2006/main">
              <a:ext uri="{FF2B5EF4-FFF2-40B4-BE49-F238E27FC236}">
                <a16:creationId xmlns:a16="http://schemas.microsoft.com/office/drawing/2014/main" id="{491CBEFA-8B3F-4BEF-AD05-F22B42D36DF7}"/>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0" name="sues200_satellite_to_uav_200m/sues200_satellite_to_uav_200m/seed-2/population/bin-7/visual">
            <a:extLst xmlns:a="http://schemas.openxmlformats.org/drawingml/2006/main">
              <a:ext uri="{FF2B5EF4-FFF2-40B4-BE49-F238E27FC236}">
                <a16:creationId xmlns:a16="http://schemas.microsoft.com/office/drawing/2014/main" id="{E8050812-BD45-4266-8DEB-50810A96CD0C}"/>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satellite_to_uav_200m/sues200_satellite_to_uav_200m/seed-2/population/bin-7/full">
            <a:extLst xmlns:a="http://schemas.openxmlformats.org/drawingml/2006/main">
              <a:ext uri="{FF2B5EF4-FFF2-40B4-BE49-F238E27FC236}">
                <a16:creationId xmlns:a16="http://schemas.microsoft.com/office/drawing/2014/main" id="{6CB58405-B291-49DF-A51C-CBF9080A2FCF}"/>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satellite_to_uav_200m/sues200_satellite_to_uav_200m/seed-2/population/bin-8/label">
            <a:extLst xmlns:a="http://schemas.openxmlformats.org/drawingml/2006/main">
              <a:ext uri="{FF2B5EF4-FFF2-40B4-BE49-F238E27FC236}">
                <a16:creationId xmlns:a16="http://schemas.microsoft.com/office/drawing/2014/main" id="{0638ADDB-8386-4E95-BBB5-25636E2B9D4E}"/>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3" name="sues200_satellite_to_uav_200m/sues200_satellite_to_uav_200m/seed-2/population/bin-8/visual">
            <a:extLst xmlns:a="http://schemas.openxmlformats.org/drawingml/2006/main">
              <a:ext uri="{FF2B5EF4-FFF2-40B4-BE49-F238E27FC236}">
                <a16:creationId xmlns:a16="http://schemas.microsoft.com/office/drawing/2014/main" id="{9302E06E-726F-421F-8822-8C90A70C93C3}"/>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satellite_to_uav_200m/sues200_satellite_to_uav_200m/seed-2/population/bin-8/full">
            <a:extLst xmlns:a="http://schemas.openxmlformats.org/drawingml/2006/main">
              <a:ext uri="{FF2B5EF4-FFF2-40B4-BE49-F238E27FC236}">
                <a16:creationId xmlns:a16="http://schemas.microsoft.com/office/drawing/2014/main" id="{882110D6-0780-4F76-89FC-A5824F00CBD2}"/>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satellite_to_uav_200m/sues200_satellite_to_uav_200m/seed-2/population/bin-9/label">
            <a:extLst xmlns:a="http://schemas.openxmlformats.org/drawingml/2006/main">
              <a:ext uri="{FF2B5EF4-FFF2-40B4-BE49-F238E27FC236}">
                <a16:creationId xmlns:a16="http://schemas.microsoft.com/office/drawing/2014/main" id="{2FD47F36-9A1D-40B9-BEB3-05921D4F8688}"/>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46" name="sues200_satellite_to_uav_200m/sues200_satellite_to_uav_200m/seed-2/population/bin-9/visual">
            <a:extLst xmlns:a="http://schemas.openxmlformats.org/drawingml/2006/main">
              <a:ext uri="{FF2B5EF4-FFF2-40B4-BE49-F238E27FC236}">
                <a16:creationId xmlns:a16="http://schemas.microsoft.com/office/drawing/2014/main" id="{F615BC06-37CD-4277-8AC7-3E7875F7A679}"/>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satellite_to_uav_200m/sues200_satellite_to_uav_200m/seed-2/population/bin-9/full">
            <a:extLst xmlns:a="http://schemas.openxmlformats.org/drawingml/2006/main">
              <a:ext uri="{FF2B5EF4-FFF2-40B4-BE49-F238E27FC236}">
                <a16:creationId xmlns:a16="http://schemas.microsoft.com/office/drawing/2014/main" id="{4195819A-AABE-4615-B0BD-B2EE894AF860}"/>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satellite_to_uav_200m/sues200_satellite_to_uav_200m/seed-2/population/bin-10/label">
            <a:extLst xmlns:a="http://schemas.openxmlformats.org/drawingml/2006/main">
              <a:ext uri="{FF2B5EF4-FFF2-40B4-BE49-F238E27FC236}">
                <a16:creationId xmlns:a16="http://schemas.microsoft.com/office/drawing/2014/main" id="{CF1FA803-661E-4F24-9E0F-917A90903A9D}"/>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49" name="sues200_satellite_to_uav_200m/sues200_satellite_to_uav_200m/seed-2/population/bin-10/visual">
            <a:extLst xmlns:a="http://schemas.openxmlformats.org/drawingml/2006/main">
              <a:ext uri="{FF2B5EF4-FFF2-40B4-BE49-F238E27FC236}">
                <a16:creationId xmlns:a16="http://schemas.microsoft.com/office/drawing/2014/main" id="{D4CD03D2-C5E2-4713-A8B8-414A8E63303F}"/>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satellite_to_uav_200m/sues200_satellite_to_uav_200m/seed-2/population/bin-10/full">
            <a:extLst xmlns:a="http://schemas.openxmlformats.org/drawingml/2006/main">
              <a:ext uri="{FF2B5EF4-FFF2-40B4-BE49-F238E27FC236}">
                <a16:creationId xmlns:a16="http://schemas.microsoft.com/office/drawing/2014/main" id="{6F9A9231-4B7F-446F-ACE3-22DBCC3B1179}"/>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satellite_to_uav_200m/sues200_satellite_to_uav_200m/seed-2/population/bin-11/label">
            <a:extLst xmlns:a="http://schemas.openxmlformats.org/drawingml/2006/main">
              <a:ext uri="{FF2B5EF4-FFF2-40B4-BE49-F238E27FC236}">
                <a16:creationId xmlns:a16="http://schemas.microsoft.com/office/drawing/2014/main" id="{95EF2E23-44E5-4837-A388-E8D5AD6928D3}"/>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2" name="sues200_satellite_to_uav_200m/sues200_satellite_to_uav_200m/seed-2/population/bin-11/visual">
            <a:extLst xmlns:a="http://schemas.openxmlformats.org/drawingml/2006/main">
              <a:ext uri="{FF2B5EF4-FFF2-40B4-BE49-F238E27FC236}">
                <a16:creationId xmlns:a16="http://schemas.microsoft.com/office/drawing/2014/main" id="{205DDCDA-F5BA-4679-8B46-EF35A2C634D8}"/>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satellite_to_uav_200m/sues200_satellite_to_uav_200m/seed-2/population/bin-11/full">
            <a:extLst xmlns:a="http://schemas.openxmlformats.org/drawingml/2006/main">
              <a:ext uri="{FF2B5EF4-FFF2-40B4-BE49-F238E27FC236}">
                <a16:creationId xmlns:a16="http://schemas.microsoft.com/office/drawing/2014/main" id="{0A1DA415-F974-45D2-83FD-BC5304DEAE27}"/>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satellite_to_uav_200m/sues200_satellite_to_uav_200m/seed-2/population/bin-12/label">
            <a:extLst xmlns:a="http://schemas.openxmlformats.org/drawingml/2006/main">
              <a:ext uri="{FF2B5EF4-FFF2-40B4-BE49-F238E27FC236}">
                <a16:creationId xmlns:a16="http://schemas.microsoft.com/office/drawing/2014/main" id="{9B5BC4B5-FB49-4A34-9F95-BD35BA97A1C9}"/>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55" name="sues200_satellite_to_uav_200m/sues200_satellite_to_uav_200m/seed-2/population/bin-12/visual">
            <a:extLst xmlns:a="http://schemas.openxmlformats.org/drawingml/2006/main">
              <a:ext uri="{FF2B5EF4-FFF2-40B4-BE49-F238E27FC236}">
                <a16:creationId xmlns:a16="http://schemas.microsoft.com/office/drawing/2014/main" id="{D64BF3C7-610D-480A-A86B-F072555E1DB0}"/>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satellite_to_uav_200m/sues200_satellite_to_uav_200m/seed-2/population/bin-12/full">
            <a:extLst xmlns:a="http://schemas.openxmlformats.org/drawingml/2006/main">
              <a:ext uri="{FF2B5EF4-FFF2-40B4-BE49-F238E27FC236}">
                <a16:creationId xmlns:a16="http://schemas.microsoft.com/office/drawing/2014/main" id="{7B7CC6C6-E83A-412B-9CD7-17E9B7CBE67A}"/>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satellite_to_uav_200m/sues200_satellite_to_uav_200m/seed-2/population/bin-13/label">
            <a:extLst xmlns:a="http://schemas.openxmlformats.org/drawingml/2006/main">
              <a:ext uri="{FF2B5EF4-FFF2-40B4-BE49-F238E27FC236}">
                <a16:creationId xmlns:a16="http://schemas.microsoft.com/office/drawing/2014/main" id="{9099191A-6937-478A-A509-296A0ED88F5A}"/>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58" name="sues200_satellite_to_uav_200m/sues200_satellite_to_uav_200m/seed-2/population/bin-13/visual">
            <a:extLst xmlns:a="http://schemas.openxmlformats.org/drawingml/2006/main">
              <a:ext uri="{FF2B5EF4-FFF2-40B4-BE49-F238E27FC236}">
                <a16:creationId xmlns:a16="http://schemas.microsoft.com/office/drawing/2014/main" id="{95CAF3DD-A4C9-4B7C-AC31-15B1AD79BF90}"/>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satellite_to_uav_200m/sues200_satellite_to_uav_200m/seed-2/population/bin-13/full">
            <a:extLst xmlns:a="http://schemas.openxmlformats.org/drawingml/2006/main">
              <a:ext uri="{FF2B5EF4-FFF2-40B4-BE49-F238E27FC236}">
                <a16:creationId xmlns:a16="http://schemas.microsoft.com/office/drawing/2014/main" id="{FC70886A-DDAB-4450-BD14-4047738B1416}"/>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satellite_to_uav_200m/sues200_satellite_to_uav_200m/seed-2/population/bin-14/label">
            <a:extLst xmlns:a="http://schemas.openxmlformats.org/drawingml/2006/main">
              <a:ext uri="{FF2B5EF4-FFF2-40B4-BE49-F238E27FC236}">
                <a16:creationId xmlns:a16="http://schemas.microsoft.com/office/drawing/2014/main" id="{560877B7-C638-4227-8ED2-B911A625C22A}"/>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1" name="sues200_satellite_to_uav_200m/sues200_satellite_to_uav_200m/seed-2/population/bin-14/visual">
            <a:extLst xmlns:a="http://schemas.openxmlformats.org/drawingml/2006/main">
              <a:ext uri="{FF2B5EF4-FFF2-40B4-BE49-F238E27FC236}">
                <a16:creationId xmlns:a16="http://schemas.microsoft.com/office/drawing/2014/main" id="{5C53F5FE-9E6C-4F81-AE42-62038C023CA8}"/>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satellite_to_uav_200m/sues200_satellite_to_uav_200m/seed-2/population/bin-14/full">
            <a:extLst xmlns:a="http://schemas.openxmlformats.org/drawingml/2006/main">
              <a:ext uri="{FF2B5EF4-FFF2-40B4-BE49-F238E27FC236}">
                <a16:creationId xmlns:a16="http://schemas.microsoft.com/office/drawing/2014/main" id="{78160C5C-437F-4262-B000-C6EA4F774876}"/>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satellite_to_uav_200m/sues200_satellite_to_uav_200m/seed-2/population/bin-15/label">
            <a:extLst xmlns:a="http://schemas.openxmlformats.org/drawingml/2006/main">
              <a:ext uri="{FF2B5EF4-FFF2-40B4-BE49-F238E27FC236}">
                <a16:creationId xmlns:a16="http://schemas.microsoft.com/office/drawing/2014/main" id="{8429A4AF-73FE-458F-85FA-823DF52A33AC}"/>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4" name="sues200_satellite_to_uav_200m/sues200_satellite_to_uav_200m/seed-2/population/bin-15/visual">
            <a:extLst xmlns:a="http://schemas.openxmlformats.org/drawingml/2006/main">
              <a:ext uri="{FF2B5EF4-FFF2-40B4-BE49-F238E27FC236}">
                <a16:creationId xmlns:a16="http://schemas.microsoft.com/office/drawing/2014/main" id="{672C8AB1-F0AF-4AFF-AF81-61AC367D45F0}"/>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satellite_to_uav_200m/sues200_satellite_to_uav_200m/seed-2/population/bin-15/full">
            <a:extLst xmlns:a="http://schemas.openxmlformats.org/drawingml/2006/main">
              <a:ext uri="{FF2B5EF4-FFF2-40B4-BE49-F238E27FC236}">
                <a16:creationId xmlns:a16="http://schemas.microsoft.com/office/drawing/2014/main" id="{89E141CB-B02F-4713-83F1-2AF47CF457F3}"/>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satellite_to_uav_200m/sues200_satellite_to_uav_200m/seed-3/seed-heading">
            <a:extLst xmlns:a="http://schemas.openxmlformats.org/drawingml/2006/main">
              <a:ext uri="{FF2B5EF4-FFF2-40B4-BE49-F238E27FC236}">
                <a16:creationId xmlns:a16="http://schemas.microsoft.com/office/drawing/2014/main" id="{DEEC4640-949F-476F-8500-2885A233B7BE}"/>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67" name="sues200_satellite_to_uav_200m/sues200_satellite_to_uav_200m/seed-3/y-grid-0">
            <a:extLst xmlns:a="http://schemas.openxmlformats.org/drawingml/2006/main">
              <a:ext uri="{FF2B5EF4-FFF2-40B4-BE49-F238E27FC236}">
                <a16:creationId xmlns:a16="http://schemas.microsoft.com/office/drawing/2014/main" id="{AA57A0C5-2AA9-4565-B69F-F9B232DAC1B6}"/>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8" name="sues200_satellite_to_uav_200m/sues200_satellite_to_uav_200m/seed-3/y-label-0">
            <a:extLst xmlns:a="http://schemas.openxmlformats.org/drawingml/2006/main">
              <a:ext uri="{FF2B5EF4-FFF2-40B4-BE49-F238E27FC236}">
                <a16:creationId xmlns:a16="http://schemas.microsoft.com/office/drawing/2014/main" id="{F5A93254-2A70-41B7-8F64-1C21DD480378}"/>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69" name="sues200_satellite_to_uav_200m/sues200_satellite_to_uav_200m/seed-3/x-tick-0">
            <a:extLst xmlns:a="http://schemas.openxmlformats.org/drawingml/2006/main">
              <a:ext uri="{FF2B5EF4-FFF2-40B4-BE49-F238E27FC236}">
                <a16:creationId xmlns:a16="http://schemas.microsoft.com/office/drawing/2014/main" id="{DB81B201-4783-4CD8-8E59-BDC66FEC3D36}"/>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0" name="sues200_satellite_to_uav_200m/sues200_satellite_to_uav_200m/seed-3/x-label-0">
            <a:extLst xmlns:a="http://schemas.openxmlformats.org/drawingml/2006/main">
              <a:ext uri="{FF2B5EF4-FFF2-40B4-BE49-F238E27FC236}">
                <a16:creationId xmlns:a16="http://schemas.microsoft.com/office/drawing/2014/main" id="{ACC86109-186C-441E-B585-D41CFBD2C225}"/>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sues200_satellite_to_uav_200m/sues200_satellite_to_uav_200m/seed-3/y-grid-0.25">
            <a:extLst xmlns:a="http://schemas.openxmlformats.org/drawingml/2006/main">
              <a:ext uri="{FF2B5EF4-FFF2-40B4-BE49-F238E27FC236}">
                <a16:creationId xmlns:a16="http://schemas.microsoft.com/office/drawing/2014/main" id="{A3FBE6FF-35D1-4A68-960A-E0A8EAA90030}"/>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2" name="sues200_satellite_to_uav_200m/sues200_satellite_to_uav_200m/seed-3/y-label-0.25">
            <a:extLst xmlns:a="http://schemas.openxmlformats.org/drawingml/2006/main">
              <a:ext uri="{FF2B5EF4-FFF2-40B4-BE49-F238E27FC236}">
                <a16:creationId xmlns:a16="http://schemas.microsoft.com/office/drawing/2014/main" id="{07A2E3B9-7124-4A15-A68B-BE821BB88AC3}"/>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3" name="sues200_satellite_to_uav_200m/sues200_satellite_to_uav_200m/seed-3/x-tick-0.25">
            <a:extLst xmlns:a="http://schemas.openxmlformats.org/drawingml/2006/main">
              <a:ext uri="{FF2B5EF4-FFF2-40B4-BE49-F238E27FC236}">
                <a16:creationId xmlns:a16="http://schemas.microsoft.com/office/drawing/2014/main" id="{CD67A705-3431-4C8C-8099-3FABA898A99E}"/>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4" name="sues200_satellite_to_uav_200m/sues200_satellite_to_uav_200m/seed-3/x-label-0.25">
            <a:extLst xmlns:a="http://schemas.openxmlformats.org/drawingml/2006/main">
              <a:ext uri="{FF2B5EF4-FFF2-40B4-BE49-F238E27FC236}">
                <a16:creationId xmlns:a16="http://schemas.microsoft.com/office/drawing/2014/main" id="{982C2130-6C76-4225-AEC0-D9B9D50F5D12}"/>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5" name="sues200_satellite_to_uav_200m/sues200_satellite_to_uav_200m/seed-3/y-grid-0.5">
            <a:extLst xmlns:a="http://schemas.openxmlformats.org/drawingml/2006/main">
              <a:ext uri="{FF2B5EF4-FFF2-40B4-BE49-F238E27FC236}">
                <a16:creationId xmlns:a16="http://schemas.microsoft.com/office/drawing/2014/main" id="{9F35D642-F00D-4552-9DF2-5B19507D5E80}"/>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sues200_satellite_to_uav_200m/sues200_satellite_to_uav_200m/seed-3/y-label-0.5">
            <a:extLst xmlns:a="http://schemas.openxmlformats.org/drawingml/2006/main">
              <a:ext uri="{FF2B5EF4-FFF2-40B4-BE49-F238E27FC236}">
                <a16:creationId xmlns:a16="http://schemas.microsoft.com/office/drawing/2014/main" id="{8C50DFE4-1EB3-4CA0-926D-705868FDDF63}"/>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7" name="sues200_satellite_to_uav_200m/sues200_satellite_to_uav_200m/seed-3/x-tick-0.5">
            <a:extLst xmlns:a="http://schemas.openxmlformats.org/drawingml/2006/main">
              <a:ext uri="{FF2B5EF4-FFF2-40B4-BE49-F238E27FC236}">
                <a16:creationId xmlns:a16="http://schemas.microsoft.com/office/drawing/2014/main" id="{4CA4C1FC-79B6-4233-9A6A-5AFF99F300C1}"/>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sues200_satellite_to_uav_200m/sues200_satellite_to_uav_200m/seed-3/x-label-0.5">
            <a:extLst xmlns:a="http://schemas.openxmlformats.org/drawingml/2006/main">
              <a:ext uri="{FF2B5EF4-FFF2-40B4-BE49-F238E27FC236}">
                <a16:creationId xmlns:a16="http://schemas.microsoft.com/office/drawing/2014/main" id="{3E9F9915-CE85-4751-B4BF-823B7984CBF4}"/>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9" name="sues200_satellite_to_uav_200m/sues200_satellite_to_uav_200m/seed-3/y-grid-0.75">
            <a:extLst xmlns:a="http://schemas.openxmlformats.org/drawingml/2006/main">
              <a:ext uri="{FF2B5EF4-FFF2-40B4-BE49-F238E27FC236}">
                <a16:creationId xmlns:a16="http://schemas.microsoft.com/office/drawing/2014/main" id="{7F4BE482-693D-4ED6-B730-3F672CA9C79E}"/>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sues200_satellite_to_uav_200m/sues200_satellite_to_uav_200m/seed-3/y-label-0.75">
            <a:extLst xmlns:a="http://schemas.openxmlformats.org/drawingml/2006/main">
              <a:ext uri="{FF2B5EF4-FFF2-40B4-BE49-F238E27FC236}">
                <a16:creationId xmlns:a16="http://schemas.microsoft.com/office/drawing/2014/main" id="{8129534B-D19C-43F0-B8C5-59244816A361}"/>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1" name="sues200_satellite_to_uav_200m/sues200_satellite_to_uav_200m/seed-3/x-tick-0.75">
            <a:extLst xmlns:a="http://schemas.openxmlformats.org/drawingml/2006/main">
              <a:ext uri="{FF2B5EF4-FFF2-40B4-BE49-F238E27FC236}">
                <a16:creationId xmlns:a16="http://schemas.microsoft.com/office/drawing/2014/main" id="{66E16FC0-2417-4427-9FF5-2618381D7A4B}"/>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sues200_satellite_to_uav_200m/sues200_satellite_to_uav_200m/seed-3/x-label-0.75">
            <a:extLst xmlns:a="http://schemas.openxmlformats.org/drawingml/2006/main">
              <a:ext uri="{FF2B5EF4-FFF2-40B4-BE49-F238E27FC236}">
                <a16:creationId xmlns:a16="http://schemas.microsoft.com/office/drawing/2014/main" id="{7A02DAC9-D8D0-47F2-81A4-59358473F420}"/>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3" name="sues200_satellite_to_uav_200m/sues200_satellite_to_uav_200m/seed-3/y-grid-1">
            <a:extLst xmlns:a="http://schemas.openxmlformats.org/drawingml/2006/main">
              <a:ext uri="{FF2B5EF4-FFF2-40B4-BE49-F238E27FC236}">
                <a16:creationId xmlns:a16="http://schemas.microsoft.com/office/drawing/2014/main" id="{84245F3D-84BB-4CF3-9797-35BF8B374BDA}"/>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sues200_satellite_to_uav_200m/sues200_satellite_to_uav_200m/seed-3/y-label-1">
            <a:extLst xmlns:a="http://schemas.openxmlformats.org/drawingml/2006/main">
              <a:ext uri="{FF2B5EF4-FFF2-40B4-BE49-F238E27FC236}">
                <a16:creationId xmlns:a16="http://schemas.microsoft.com/office/drawing/2014/main" id="{CDD52CE1-B695-4348-B6C2-DA1CF2D931B9}"/>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5" name="sues200_satellite_to_uav_200m/sues200_satellite_to_uav_200m/seed-3/x-tick-1">
            <a:extLst xmlns:a="http://schemas.openxmlformats.org/drawingml/2006/main">
              <a:ext uri="{FF2B5EF4-FFF2-40B4-BE49-F238E27FC236}">
                <a16:creationId xmlns:a16="http://schemas.microsoft.com/office/drawing/2014/main" id="{B1BF82A2-A25C-4A56-A72F-0C1D7BAFEDD1}"/>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sues200_satellite_to_uav_200m/sues200_satellite_to_uav_200m/seed-3/x-label-1">
            <a:extLst xmlns:a="http://schemas.openxmlformats.org/drawingml/2006/main">
              <a:ext uri="{FF2B5EF4-FFF2-40B4-BE49-F238E27FC236}">
                <a16:creationId xmlns:a16="http://schemas.microsoft.com/office/drawing/2014/main" id="{4B15A724-DE20-4D3A-93D3-876F719661F9}"/>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7" name="sues200_satellite_to_uav_200m/sues200_satellite_to_uav_200m/seed-3/reference-equality">
            <a:extLst xmlns:a="http://schemas.openxmlformats.org/drawingml/2006/main">
              <a:ext uri="{FF2B5EF4-FFF2-40B4-BE49-F238E27FC236}">
                <a16:creationId xmlns:a16="http://schemas.microsoft.com/office/drawing/2014/main" id="{0169F387-AAC3-48C8-A49E-BA36C12820BA}"/>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88" name="sues200_satellite_to_uav_200m/sues200_satellite_to_uav_200m/seed-3/y-axis">
            <a:extLst xmlns:a="http://schemas.openxmlformats.org/drawingml/2006/main">
              <a:ext uri="{FF2B5EF4-FFF2-40B4-BE49-F238E27FC236}">
                <a16:creationId xmlns:a16="http://schemas.microsoft.com/office/drawing/2014/main" id="{07790A79-6D33-49C6-B9DA-44E43413A8FC}"/>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9" name="sues200_satellite_to_uav_200m/sues200_satellite_to_uav_200m/seed-3/x-axis">
            <a:extLst xmlns:a="http://schemas.openxmlformats.org/drawingml/2006/main">
              <a:ext uri="{FF2B5EF4-FFF2-40B4-BE49-F238E27FC236}">
                <a16:creationId xmlns:a16="http://schemas.microsoft.com/office/drawing/2014/main" id="{8DF41FDE-1B5E-45B9-8018-1FD2E13F205E}"/>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sues200_satellite_to_uav_200m/sues200_satellite_to_uav_200m/seed-3/visual/bin-1/point">
            <a:extLst xmlns:a="http://schemas.openxmlformats.org/drawingml/2006/main">
              <a:ext uri="{FF2B5EF4-FFF2-40B4-BE49-F238E27FC236}">
                <a16:creationId xmlns:a16="http://schemas.microsoft.com/office/drawing/2014/main" id="{AEEB4E19-57BB-4783-AE8E-47145B37A545}"/>
              </a:ext>
            </a:extLst>
          </p:cNvPr>
          <p:cNvSpPr>
            <a:spLocks xmlns:a="http://schemas.openxmlformats.org/drawingml/2006/main" noGrp="1"/>
          </p:cNvSpPr>
          <p:nvPr/>
        </p:nvSpPr>
        <p:spPr>
          <a:xfrm xmlns:a="http://schemas.openxmlformats.org/drawingml/2006/main">
            <a:off x="4526254" y="172910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1" name="sues200_satellite_to_uav_200m/sues200_satellite_to_uav_200m/seed-3/visual/ECE">
            <a:extLst xmlns:a="http://schemas.openxmlformats.org/drawingml/2006/main">
              <a:ext uri="{FF2B5EF4-FFF2-40B4-BE49-F238E27FC236}">
                <a16:creationId xmlns:a16="http://schemas.microsoft.com/office/drawing/2014/main" id="{4784A996-DB41-4553-A99A-8154BF8CE7B2}"/>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0.6191</a:t>
            </a:r>
          </a:p>
        </p:txBody>
      </p:sp>
      <p:sp>
        <p:nvSpPr>
          <p:cNvPr id="192" name="sues200_satellite_to_uav_200m/sues200_satellite_to_uav_200m/seed-3/full/bin-1/point">
            <a:extLst xmlns:a="http://schemas.openxmlformats.org/drawingml/2006/main">
              <a:ext uri="{FF2B5EF4-FFF2-40B4-BE49-F238E27FC236}">
                <a16:creationId xmlns:a16="http://schemas.microsoft.com/office/drawing/2014/main" id="{2534B99C-0C72-4EF3-BFAD-9C67B4166C27}"/>
              </a:ext>
            </a:extLst>
          </p:cNvPr>
          <p:cNvSpPr>
            <a:spLocks xmlns:a="http://schemas.openxmlformats.org/drawingml/2006/main" noGrp="1"/>
          </p:cNvSpPr>
          <p:nvPr/>
        </p:nvSpPr>
        <p:spPr>
          <a:xfrm xmlns:a="http://schemas.openxmlformats.org/drawingml/2006/main">
            <a:off x="4533272" y="190055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3" name="sues200_satellite_to_uav_200m/sues200_satellite_to_uav_200m/seed-3/full/ECE">
            <a:extLst xmlns:a="http://schemas.openxmlformats.org/drawingml/2006/main">
              <a:ext uri="{FF2B5EF4-FFF2-40B4-BE49-F238E27FC236}">
                <a16:creationId xmlns:a16="http://schemas.microsoft.com/office/drawing/2014/main" id="{B91FAA64-5B19-430B-8AA2-3ECDEBB61D09}"/>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0.5057</a:t>
            </a:r>
          </a:p>
        </p:txBody>
      </p:sp>
      <p:sp>
        <p:nvSpPr>
          <p:cNvPr id="194" name="sues200_satellite_to_uav_200m/sues200_satellite_to_uav_200m/seed-3/population/N">
            <a:extLst xmlns:a="http://schemas.openxmlformats.org/drawingml/2006/main">
              <a:ext uri="{FF2B5EF4-FFF2-40B4-BE49-F238E27FC236}">
                <a16:creationId xmlns:a16="http://schemas.microsoft.com/office/drawing/2014/main" id="{4486520F-AF20-480C-B195-3E5A241D1234}"/>
              </a:ext>
            </a:extLst>
          </p:cNvPr>
          <p:cNvSpPr>
            <a:spLocks xmlns:a="http://schemas.openxmlformats.org/drawingml/2006/main" noGrp="1"/>
          </p:cNvSpPr>
          <p:nvPr/>
        </p:nvSpPr>
        <p:spPr>
          <a:xfrm xmlns:a="http://schemas.openxmlformats.org/drawingml/2006/main">
            <a:off x="47822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95" name="sues200_satellite_to_uav_200m/sues200_satellite_to_uav_200m/seed-3/population/header/bin">
            <a:extLst xmlns:a="http://schemas.openxmlformats.org/drawingml/2006/main">
              <a:ext uri="{FF2B5EF4-FFF2-40B4-BE49-F238E27FC236}">
                <a16:creationId xmlns:a16="http://schemas.microsoft.com/office/drawing/2014/main" id="{B86BCBD5-29F1-41BF-B6EB-2178C3BA4CD4}"/>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96" name="sues200_satellite_to_uav_200m/sues200_satellite_to_uav_200m/seed-3/population/header/visual">
            <a:extLst xmlns:a="http://schemas.openxmlformats.org/drawingml/2006/main">
              <a:ext uri="{FF2B5EF4-FFF2-40B4-BE49-F238E27FC236}">
                <a16:creationId xmlns:a16="http://schemas.microsoft.com/office/drawing/2014/main" id="{725F75AB-6D6C-4C41-A981-F00C75FE7A2A}"/>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97" name="sues200_satellite_to_uav_200m/sues200_satellite_to_uav_200m/seed-3/population/header/full">
            <a:extLst xmlns:a="http://schemas.openxmlformats.org/drawingml/2006/main">
              <a:ext uri="{FF2B5EF4-FFF2-40B4-BE49-F238E27FC236}">
                <a16:creationId xmlns:a16="http://schemas.microsoft.com/office/drawing/2014/main" id="{D5A68B46-6FE7-4B3C-9D74-A952C5328ECF}"/>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98" name="sues200_satellite_to_uav_200m/sues200_satellite_to_uav_200m/seed-3/population/header/rule">
            <a:extLst xmlns:a="http://schemas.openxmlformats.org/drawingml/2006/main">
              <a:ext uri="{FF2B5EF4-FFF2-40B4-BE49-F238E27FC236}">
                <a16:creationId xmlns:a16="http://schemas.microsoft.com/office/drawing/2014/main" id="{C11DC188-5DEF-4BDF-B156-CCC0A54C3738}"/>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99" name="sues200_satellite_to_uav_200m/sues200_satellite_to_uav_200m/seed-3/population/bin-1/label">
            <a:extLst xmlns:a="http://schemas.openxmlformats.org/drawingml/2006/main">
              <a:ext uri="{FF2B5EF4-FFF2-40B4-BE49-F238E27FC236}">
                <a16:creationId xmlns:a16="http://schemas.microsoft.com/office/drawing/2014/main" id="{59645840-880D-492C-8972-B15C34362BB1}"/>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0" name="sues200_satellite_to_uav_200m/sues200_satellite_to_uav_200m/seed-3/population/bin-1/visual">
            <a:extLst xmlns:a="http://schemas.openxmlformats.org/drawingml/2006/main">
              <a:ext uri="{FF2B5EF4-FFF2-40B4-BE49-F238E27FC236}">
                <a16:creationId xmlns:a16="http://schemas.microsoft.com/office/drawing/2014/main" id="{E251928A-FCAE-488A-85B2-102E06C8D33F}"/>
              </a:ext>
            </a:extLst>
          </p:cNvPr>
          <p:cNvSpPr>
            <a:spLocks xmlns:a="http://schemas.openxmlformats.org/drawingml/2006/main" noGrp="1"/>
          </p:cNvSpPr>
          <p:nvPr/>
        </p:nvSpPr>
        <p:spPr>
          <a:xfrm xmlns:a="http://schemas.openxmlformats.org/drawingml/2006/main">
            <a:off x="5222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201" name="sues200_satellite_to_uav_200m/sues200_satellite_to_uav_200m/seed-3/population/bin-1/full">
            <a:extLst xmlns:a="http://schemas.openxmlformats.org/drawingml/2006/main">
              <a:ext uri="{FF2B5EF4-FFF2-40B4-BE49-F238E27FC236}">
                <a16:creationId xmlns:a16="http://schemas.microsoft.com/office/drawing/2014/main" id="{A67E58AD-5C75-4E44-BA8C-7C064C2BC804}"/>
              </a:ext>
            </a:extLst>
          </p:cNvPr>
          <p:cNvSpPr>
            <a:spLocks xmlns:a="http://schemas.openxmlformats.org/drawingml/2006/main" noGrp="1"/>
          </p:cNvSpPr>
          <p:nvPr/>
        </p:nvSpPr>
        <p:spPr>
          <a:xfrm xmlns:a="http://schemas.openxmlformats.org/drawingml/2006/main">
            <a:off x="5857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202" name="sues200_satellite_to_uav_200m/sues200_satellite_to_uav_200m/seed-3/population/bin-2/label">
            <a:extLst xmlns:a="http://schemas.openxmlformats.org/drawingml/2006/main">
              <a:ext uri="{FF2B5EF4-FFF2-40B4-BE49-F238E27FC236}">
                <a16:creationId xmlns:a16="http://schemas.microsoft.com/office/drawing/2014/main" id="{534AB8BD-5150-427D-B622-AFD857E6CBCB}"/>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03" name="sues200_satellite_to_uav_200m/sues200_satellite_to_uav_200m/seed-3/population/bin-2/visual">
            <a:extLst xmlns:a="http://schemas.openxmlformats.org/drawingml/2006/main">
              <a:ext uri="{FF2B5EF4-FFF2-40B4-BE49-F238E27FC236}">
                <a16:creationId xmlns:a16="http://schemas.microsoft.com/office/drawing/2014/main" id="{7DA7F98A-95EE-460A-93B3-369037F5E42C}"/>
              </a:ext>
            </a:extLst>
          </p:cNvPr>
          <p:cNvSpPr>
            <a:spLocks xmlns:a="http://schemas.openxmlformats.org/drawingml/2006/main" noGrp="1"/>
          </p:cNvSpPr>
          <p:nvPr/>
        </p:nvSpPr>
        <p:spPr>
          <a:xfrm xmlns:a="http://schemas.openxmlformats.org/drawingml/2006/main">
            <a:off x="5250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4" name="sues200_satellite_to_uav_200m/sues200_satellite_to_uav_200m/seed-3/population/bin-2/full">
            <a:extLst xmlns:a="http://schemas.openxmlformats.org/drawingml/2006/main">
              <a:ext uri="{FF2B5EF4-FFF2-40B4-BE49-F238E27FC236}">
                <a16:creationId xmlns:a16="http://schemas.microsoft.com/office/drawing/2014/main" id="{D7644F15-AF4E-42C2-931C-5A627B8A8577}"/>
              </a:ext>
            </a:extLst>
          </p:cNvPr>
          <p:cNvSpPr>
            <a:spLocks xmlns:a="http://schemas.openxmlformats.org/drawingml/2006/main" noGrp="1"/>
          </p:cNvSpPr>
          <p:nvPr/>
        </p:nvSpPr>
        <p:spPr>
          <a:xfrm xmlns:a="http://schemas.openxmlformats.org/drawingml/2006/main">
            <a:off x="588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5" name="sues200_satellite_to_uav_200m/sues200_satellite_to_uav_200m/seed-3/population/bin-3/label">
            <a:extLst xmlns:a="http://schemas.openxmlformats.org/drawingml/2006/main">
              <a:ext uri="{FF2B5EF4-FFF2-40B4-BE49-F238E27FC236}">
                <a16:creationId xmlns:a16="http://schemas.microsoft.com/office/drawing/2014/main" id="{AAEFF494-7EAD-4292-B57A-0C1AF9FDAF34}"/>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06" name="sues200_satellite_to_uav_200m/sues200_satellite_to_uav_200m/seed-3/population/bin-3/visual">
            <a:extLst xmlns:a="http://schemas.openxmlformats.org/drawingml/2006/main">
              <a:ext uri="{FF2B5EF4-FFF2-40B4-BE49-F238E27FC236}">
                <a16:creationId xmlns:a16="http://schemas.microsoft.com/office/drawing/2014/main" id="{178FE058-2719-4BA3-9114-D251AA5CEB32}"/>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7" name="sues200_satellite_to_uav_200m/sues200_satellite_to_uav_200m/seed-3/population/bin-3/full">
            <a:extLst xmlns:a="http://schemas.openxmlformats.org/drawingml/2006/main">
              <a:ext uri="{FF2B5EF4-FFF2-40B4-BE49-F238E27FC236}">
                <a16:creationId xmlns:a16="http://schemas.microsoft.com/office/drawing/2014/main" id="{5BFD8BD8-0C73-4F54-89A8-29043B767B99}"/>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8" name="sues200_satellite_to_uav_200m/sues200_satellite_to_uav_200m/seed-3/population/bin-4/label">
            <a:extLst xmlns:a="http://schemas.openxmlformats.org/drawingml/2006/main">
              <a:ext uri="{FF2B5EF4-FFF2-40B4-BE49-F238E27FC236}">
                <a16:creationId xmlns:a16="http://schemas.microsoft.com/office/drawing/2014/main" id="{6F6A9726-5AFB-4576-91FE-16E3540FC472}"/>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09" name="sues200_satellite_to_uav_200m/sues200_satellite_to_uav_200m/seed-3/population/bin-4/visual">
            <a:extLst xmlns:a="http://schemas.openxmlformats.org/drawingml/2006/main">
              <a:ext uri="{FF2B5EF4-FFF2-40B4-BE49-F238E27FC236}">
                <a16:creationId xmlns:a16="http://schemas.microsoft.com/office/drawing/2014/main" id="{A3FA2D48-DFA3-466F-ABE4-9537C1CA87D7}"/>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0" name="sues200_satellite_to_uav_200m/sues200_satellite_to_uav_200m/seed-3/population/bin-4/full">
            <a:extLst xmlns:a="http://schemas.openxmlformats.org/drawingml/2006/main">
              <a:ext uri="{FF2B5EF4-FFF2-40B4-BE49-F238E27FC236}">
                <a16:creationId xmlns:a16="http://schemas.microsoft.com/office/drawing/2014/main" id="{91591F30-92AB-4C90-8C9E-C1DA91D127F1}"/>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1" name="sues200_satellite_to_uav_200m/sues200_satellite_to_uav_200m/seed-3/population/bin-5/label">
            <a:extLst xmlns:a="http://schemas.openxmlformats.org/drawingml/2006/main">
              <a:ext uri="{FF2B5EF4-FFF2-40B4-BE49-F238E27FC236}">
                <a16:creationId xmlns:a16="http://schemas.microsoft.com/office/drawing/2014/main" id="{AB788692-4C8B-46D3-81B2-681B98688E14}"/>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2" name="sues200_satellite_to_uav_200m/sues200_satellite_to_uav_200m/seed-3/population/bin-5/visual">
            <a:extLst xmlns:a="http://schemas.openxmlformats.org/drawingml/2006/main">
              <a:ext uri="{FF2B5EF4-FFF2-40B4-BE49-F238E27FC236}">
                <a16:creationId xmlns:a16="http://schemas.microsoft.com/office/drawing/2014/main" id="{25BC7C94-9F71-4E38-AC70-1F9B13A867E4}"/>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3" name="sues200_satellite_to_uav_200m/sues200_satellite_to_uav_200m/seed-3/population/bin-5/full">
            <a:extLst xmlns:a="http://schemas.openxmlformats.org/drawingml/2006/main">
              <a:ext uri="{FF2B5EF4-FFF2-40B4-BE49-F238E27FC236}">
                <a16:creationId xmlns:a16="http://schemas.microsoft.com/office/drawing/2014/main" id="{8A556F54-07D4-4815-99B0-E6775F7E2BB2}"/>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sues200_satellite_to_uav_200m/sues200_satellite_to_uav_200m/seed-3/population/bin-6/label">
            <a:extLst xmlns:a="http://schemas.openxmlformats.org/drawingml/2006/main">
              <a:ext uri="{FF2B5EF4-FFF2-40B4-BE49-F238E27FC236}">
                <a16:creationId xmlns:a16="http://schemas.microsoft.com/office/drawing/2014/main" id="{D17AB021-5E77-4110-81FE-67B07B6BFDD6}"/>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15" name="sues200_satellite_to_uav_200m/sues200_satellite_to_uav_200m/seed-3/population/bin-6/visual">
            <a:extLst xmlns:a="http://schemas.openxmlformats.org/drawingml/2006/main">
              <a:ext uri="{FF2B5EF4-FFF2-40B4-BE49-F238E27FC236}">
                <a16:creationId xmlns:a16="http://schemas.microsoft.com/office/drawing/2014/main" id="{919683AC-BA1A-4CAA-9991-70C3C659FA23}"/>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6" name="sues200_satellite_to_uav_200m/sues200_satellite_to_uav_200m/seed-3/population/bin-6/full">
            <a:extLst xmlns:a="http://schemas.openxmlformats.org/drawingml/2006/main">
              <a:ext uri="{FF2B5EF4-FFF2-40B4-BE49-F238E27FC236}">
                <a16:creationId xmlns:a16="http://schemas.microsoft.com/office/drawing/2014/main" id="{A56A131B-B900-4476-BE34-775C253BADD1}"/>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sues200_satellite_to_uav_200m/sues200_satellite_to_uav_200m/seed-3/population/bin-7/label">
            <a:extLst xmlns:a="http://schemas.openxmlformats.org/drawingml/2006/main">
              <a:ext uri="{FF2B5EF4-FFF2-40B4-BE49-F238E27FC236}">
                <a16:creationId xmlns:a16="http://schemas.microsoft.com/office/drawing/2014/main" id="{2D60BDC0-39E3-44E8-8E38-4930FE35A3E4}"/>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18" name="sues200_satellite_to_uav_200m/sues200_satellite_to_uav_200m/seed-3/population/bin-7/visual">
            <a:extLst xmlns:a="http://schemas.openxmlformats.org/drawingml/2006/main">
              <a:ext uri="{FF2B5EF4-FFF2-40B4-BE49-F238E27FC236}">
                <a16:creationId xmlns:a16="http://schemas.microsoft.com/office/drawing/2014/main" id="{D2B16CE5-294A-465C-A36E-2EFCE97F289B}"/>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9" name="sues200_satellite_to_uav_200m/sues200_satellite_to_uav_200m/seed-3/population/bin-7/full">
            <a:extLst xmlns:a="http://schemas.openxmlformats.org/drawingml/2006/main">
              <a:ext uri="{FF2B5EF4-FFF2-40B4-BE49-F238E27FC236}">
                <a16:creationId xmlns:a16="http://schemas.microsoft.com/office/drawing/2014/main" id="{B3FA70CA-2AC6-45C3-B230-791974B54653}"/>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sues200_satellite_to_uav_200m/sues200_satellite_to_uav_200m/seed-3/population/bin-8/label">
            <a:extLst xmlns:a="http://schemas.openxmlformats.org/drawingml/2006/main">
              <a:ext uri="{FF2B5EF4-FFF2-40B4-BE49-F238E27FC236}">
                <a16:creationId xmlns:a16="http://schemas.microsoft.com/office/drawing/2014/main" id="{5F085DC5-38FC-4273-8EFB-32DF24782A54}"/>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1" name="sues200_satellite_to_uav_200m/sues200_satellite_to_uav_200m/seed-3/population/bin-8/visual">
            <a:extLst xmlns:a="http://schemas.openxmlformats.org/drawingml/2006/main">
              <a:ext uri="{FF2B5EF4-FFF2-40B4-BE49-F238E27FC236}">
                <a16:creationId xmlns:a16="http://schemas.microsoft.com/office/drawing/2014/main" id="{BBE97BBC-F75B-4A7D-91BF-826A3AEB3B17}"/>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sues200_satellite_to_uav_200m/sues200_satellite_to_uav_200m/seed-3/population/bin-8/full">
            <a:extLst xmlns:a="http://schemas.openxmlformats.org/drawingml/2006/main">
              <a:ext uri="{FF2B5EF4-FFF2-40B4-BE49-F238E27FC236}">
                <a16:creationId xmlns:a16="http://schemas.microsoft.com/office/drawing/2014/main" id="{F21A1907-3268-40BA-9BCA-B21792A73899}"/>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satellite_to_uav_200m/sues200_satellite_to_uav_200m/seed-3/population/bin-9/label">
            <a:extLst xmlns:a="http://schemas.openxmlformats.org/drawingml/2006/main">
              <a:ext uri="{FF2B5EF4-FFF2-40B4-BE49-F238E27FC236}">
                <a16:creationId xmlns:a16="http://schemas.microsoft.com/office/drawing/2014/main" id="{8DC22410-DCD7-4BA2-834E-B93FEE5AEF37}"/>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24" name="sues200_satellite_to_uav_200m/sues200_satellite_to_uav_200m/seed-3/population/bin-9/visual">
            <a:extLst xmlns:a="http://schemas.openxmlformats.org/drawingml/2006/main">
              <a:ext uri="{FF2B5EF4-FFF2-40B4-BE49-F238E27FC236}">
                <a16:creationId xmlns:a16="http://schemas.microsoft.com/office/drawing/2014/main" id="{A7F6F9FE-A685-4AF8-B669-AC30B1678B15}"/>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sues200_satellite_to_uav_200m/sues200_satellite_to_uav_200m/seed-3/population/bin-9/full">
            <a:extLst xmlns:a="http://schemas.openxmlformats.org/drawingml/2006/main">
              <a:ext uri="{FF2B5EF4-FFF2-40B4-BE49-F238E27FC236}">
                <a16:creationId xmlns:a16="http://schemas.microsoft.com/office/drawing/2014/main" id="{2FC5AD85-7AA3-442D-8B0C-688D3114BDF1}"/>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satellite_to_uav_200m/sues200_satellite_to_uav_200m/seed-3/population/bin-10/label">
            <a:extLst xmlns:a="http://schemas.openxmlformats.org/drawingml/2006/main">
              <a:ext uri="{FF2B5EF4-FFF2-40B4-BE49-F238E27FC236}">
                <a16:creationId xmlns:a16="http://schemas.microsoft.com/office/drawing/2014/main" id="{25ACC4F3-F1C9-49A9-A78F-F3FC0F21A8BC}"/>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27" name="sues200_satellite_to_uav_200m/sues200_satellite_to_uav_200m/seed-3/population/bin-10/visual">
            <a:extLst xmlns:a="http://schemas.openxmlformats.org/drawingml/2006/main">
              <a:ext uri="{FF2B5EF4-FFF2-40B4-BE49-F238E27FC236}">
                <a16:creationId xmlns:a16="http://schemas.microsoft.com/office/drawing/2014/main" id="{B68A0EF3-6655-4A20-8875-D174D365912F}"/>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satellite_to_uav_200m/sues200_satellite_to_uav_200m/seed-3/population/bin-10/full">
            <a:extLst xmlns:a="http://schemas.openxmlformats.org/drawingml/2006/main">
              <a:ext uri="{FF2B5EF4-FFF2-40B4-BE49-F238E27FC236}">
                <a16:creationId xmlns:a16="http://schemas.microsoft.com/office/drawing/2014/main" id="{A6C48D9A-991B-428A-A1FC-81BE063A7FEC}"/>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satellite_to_uav_200m/sues200_satellite_to_uav_200m/seed-3/population/bin-11/label">
            <a:extLst xmlns:a="http://schemas.openxmlformats.org/drawingml/2006/main">
              <a:ext uri="{FF2B5EF4-FFF2-40B4-BE49-F238E27FC236}">
                <a16:creationId xmlns:a16="http://schemas.microsoft.com/office/drawing/2014/main" id="{318A88B6-C353-4127-AEBC-BEB4A414DEDF}"/>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0" name="sues200_satellite_to_uav_200m/sues200_satellite_to_uav_200m/seed-3/population/bin-11/visual">
            <a:extLst xmlns:a="http://schemas.openxmlformats.org/drawingml/2006/main">
              <a:ext uri="{FF2B5EF4-FFF2-40B4-BE49-F238E27FC236}">
                <a16:creationId xmlns:a16="http://schemas.microsoft.com/office/drawing/2014/main" id="{4F09B199-F9F7-4FB0-BCDB-FB95602A57E2}"/>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satellite_to_uav_200m/sues200_satellite_to_uav_200m/seed-3/population/bin-11/full">
            <a:extLst xmlns:a="http://schemas.openxmlformats.org/drawingml/2006/main">
              <a:ext uri="{FF2B5EF4-FFF2-40B4-BE49-F238E27FC236}">
                <a16:creationId xmlns:a16="http://schemas.microsoft.com/office/drawing/2014/main" id="{3E0B9FBF-A47D-46C9-9F70-FEB737FBA282}"/>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satellite_to_uav_200m/sues200_satellite_to_uav_200m/seed-3/population/bin-12/label">
            <a:extLst xmlns:a="http://schemas.openxmlformats.org/drawingml/2006/main">
              <a:ext uri="{FF2B5EF4-FFF2-40B4-BE49-F238E27FC236}">
                <a16:creationId xmlns:a16="http://schemas.microsoft.com/office/drawing/2014/main" id="{B57EC7CC-66F4-4376-BA36-56F780359DDE}"/>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33" name="sues200_satellite_to_uav_200m/sues200_satellite_to_uav_200m/seed-3/population/bin-12/visual">
            <a:extLst xmlns:a="http://schemas.openxmlformats.org/drawingml/2006/main">
              <a:ext uri="{FF2B5EF4-FFF2-40B4-BE49-F238E27FC236}">
                <a16:creationId xmlns:a16="http://schemas.microsoft.com/office/drawing/2014/main" id="{2EC39F90-6275-4AFC-91B8-C0AF23038DCE}"/>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satellite_to_uav_200m/sues200_satellite_to_uav_200m/seed-3/population/bin-12/full">
            <a:extLst xmlns:a="http://schemas.openxmlformats.org/drawingml/2006/main">
              <a:ext uri="{FF2B5EF4-FFF2-40B4-BE49-F238E27FC236}">
                <a16:creationId xmlns:a16="http://schemas.microsoft.com/office/drawing/2014/main" id="{7224EE1A-4B25-4DF9-8286-4CDC41F1C745}"/>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satellite_to_uav_200m/sues200_satellite_to_uav_200m/seed-3/population/bin-13/label">
            <a:extLst xmlns:a="http://schemas.openxmlformats.org/drawingml/2006/main">
              <a:ext uri="{FF2B5EF4-FFF2-40B4-BE49-F238E27FC236}">
                <a16:creationId xmlns:a16="http://schemas.microsoft.com/office/drawing/2014/main" id="{C02EA22C-1B86-4220-9273-B09AD229CFD7}"/>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36" name="sues200_satellite_to_uav_200m/sues200_satellite_to_uav_200m/seed-3/population/bin-13/visual">
            <a:extLst xmlns:a="http://schemas.openxmlformats.org/drawingml/2006/main">
              <a:ext uri="{FF2B5EF4-FFF2-40B4-BE49-F238E27FC236}">
                <a16:creationId xmlns:a16="http://schemas.microsoft.com/office/drawing/2014/main" id="{CD21ABD8-9A89-45DF-9AD9-4211EC4FA915}"/>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satellite_to_uav_200m/sues200_satellite_to_uav_200m/seed-3/population/bin-13/full">
            <a:extLst xmlns:a="http://schemas.openxmlformats.org/drawingml/2006/main">
              <a:ext uri="{FF2B5EF4-FFF2-40B4-BE49-F238E27FC236}">
                <a16:creationId xmlns:a16="http://schemas.microsoft.com/office/drawing/2014/main" id="{74421A7E-FC17-4119-89A0-D0CB49046F2B}"/>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satellite_to_uav_200m/sues200_satellite_to_uav_200m/seed-3/population/bin-14/label">
            <a:extLst xmlns:a="http://schemas.openxmlformats.org/drawingml/2006/main">
              <a:ext uri="{FF2B5EF4-FFF2-40B4-BE49-F238E27FC236}">
                <a16:creationId xmlns:a16="http://schemas.microsoft.com/office/drawing/2014/main" id="{4A04AD6E-2C7E-42B1-B8B2-3D72D8CFE6E7}"/>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39" name="sues200_satellite_to_uav_200m/sues200_satellite_to_uav_200m/seed-3/population/bin-14/visual">
            <a:extLst xmlns:a="http://schemas.openxmlformats.org/drawingml/2006/main">
              <a:ext uri="{FF2B5EF4-FFF2-40B4-BE49-F238E27FC236}">
                <a16:creationId xmlns:a16="http://schemas.microsoft.com/office/drawing/2014/main" id="{CED5B6F4-FA8A-42DE-BDB4-1B3487E02654}"/>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satellite_to_uav_200m/sues200_satellite_to_uav_200m/seed-3/population/bin-14/full">
            <a:extLst xmlns:a="http://schemas.openxmlformats.org/drawingml/2006/main">
              <a:ext uri="{FF2B5EF4-FFF2-40B4-BE49-F238E27FC236}">
                <a16:creationId xmlns:a16="http://schemas.microsoft.com/office/drawing/2014/main" id="{4F13543B-6408-4D1C-AE0D-DEBE1B69543B}"/>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satellite_to_uav_200m/sues200_satellite_to_uav_200m/seed-3/population/bin-15/label">
            <a:extLst xmlns:a="http://schemas.openxmlformats.org/drawingml/2006/main">
              <a:ext uri="{FF2B5EF4-FFF2-40B4-BE49-F238E27FC236}">
                <a16:creationId xmlns:a16="http://schemas.microsoft.com/office/drawing/2014/main" id="{EAED6E78-7B79-45A5-AB9E-B67BC4AE8869}"/>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2" name="sues200_satellite_to_uav_200m/sues200_satellite_to_uav_200m/seed-3/population/bin-15/visual">
            <a:extLst xmlns:a="http://schemas.openxmlformats.org/drawingml/2006/main">
              <a:ext uri="{FF2B5EF4-FFF2-40B4-BE49-F238E27FC236}">
                <a16:creationId xmlns:a16="http://schemas.microsoft.com/office/drawing/2014/main" id="{E970789C-9775-4A13-A01A-D14AACDC8377}"/>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satellite_to_uav_200m/sues200_satellite_to_uav_200m/seed-3/population/bin-15/full">
            <a:extLst xmlns:a="http://schemas.openxmlformats.org/drawingml/2006/main">
              <a:ext uri="{FF2B5EF4-FFF2-40B4-BE49-F238E27FC236}">
                <a16:creationId xmlns:a16="http://schemas.microsoft.com/office/drawing/2014/main" id="{461DE58F-2758-4EB1-919F-1F7FBAB684B5}"/>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satellite_to_uav_200m/x-axis-label">
            <a:extLst xmlns:a="http://schemas.openxmlformats.org/drawingml/2006/main">
              <a:ext uri="{FF2B5EF4-FFF2-40B4-BE49-F238E27FC236}">
                <a16:creationId xmlns:a16="http://schemas.microsoft.com/office/drawing/2014/main" id="{F398F8C2-364B-4B1A-8E0D-3BEAEC2349E4}"/>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45" name="sues200_satellite_to_uav_200m/footnote-1">
            <a:extLst xmlns:a="http://schemas.openxmlformats.org/drawingml/2006/main">
              <a:ext uri="{FF2B5EF4-FFF2-40B4-BE49-F238E27FC236}">
                <a16:creationId xmlns:a16="http://schemas.microsoft.com/office/drawing/2014/main" id="{471B5D02-F953-4FBF-AA88-17171529F04D}"/>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46" name="sues200_satellite_to_uav_200m/footnote-2">
            <a:extLst xmlns:a="http://schemas.openxmlformats.org/drawingml/2006/main">
              <a:ext uri="{FF2B5EF4-FFF2-40B4-BE49-F238E27FC236}">
                <a16:creationId xmlns:a16="http://schemas.microsoft.com/office/drawing/2014/main" id="{0E9E33CC-AF4D-4B46-959A-35183609D443}"/>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47" name="sues200_satellite_to_uav_200m/footnote-3">
            <a:extLst xmlns:a="http://schemas.openxmlformats.org/drawingml/2006/main">
              <a:ext uri="{FF2B5EF4-FFF2-40B4-BE49-F238E27FC236}">
                <a16:creationId xmlns:a16="http://schemas.microsoft.com/office/drawing/2014/main" id="{600B7E98-A475-4446-98FD-34F8CD5BFBD3}"/>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48" name="sues200_satellite_to_uav_200m/footnote-4">
            <a:extLst xmlns:a="http://schemas.openxmlformats.org/drawingml/2006/main">
              <a:ext uri="{FF2B5EF4-FFF2-40B4-BE49-F238E27FC236}">
                <a16:creationId xmlns:a16="http://schemas.microsoft.com/office/drawing/2014/main" id="{23677125-BB62-4091-AA71-6AB317AD14E9}"/>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49" name="sues200_satellite_to_uav_200m/footnote-5">
            <a:extLst xmlns:a="http://schemas.openxmlformats.org/drawingml/2006/main">
              <a:ext uri="{FF2B5EF4-FFF2-40B4-BE49-F238E27FC236}">
                <a16:creationId xmlns:a16="http://schemas.microsoft.com/office/drawing/2014/main" id="{55A2FA5A-1020-4D51-9B6F-C6F845D6AA3E}"/>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0" name="sues200_satellite_to_uav_200m/footnote-6">
            <a:extLst xmlns:a="http://schemas.openxmlformats.org/drawingml/2006/main">
              <a:ext uri="{FF2B5EF4-FFF2-40B4-BE49-F238E27FC236}">
                <a16:creationId xmlns:a16="http://schemas.microsoft.com/office/drawing/2014/main" id="{6C0761E8-93BF-48F6-86FD-4B98BDCCE8BE}"/>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21290607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4" name="sues200_uav_250m_to_satellite/title">
            <a:extLst xmlns:a="http://schemas.openxmlformats.org/drawingml/2006/main">
              <a:ext uri="{FF2B5EF4-FFF2-40B4-BE49-F238E27FC236}">
                <a16:creationId xmlns:a16="http://schemas.microsoft.com/office/drawing/2014/main" id="{65ECCBB7-809E-42C1-8BDB-971D17973374}"/>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250 m → satellite</a:t>
            </a:r>
          </a:p>
        </p:txBody>
      </p:sp>
      <p:sp>
        <p:nvSpPr>
          <p:cNvPr id="2" name="sues200_uav_250m_to_satellite/subtitle">
            <a:extLst xmlns:a="http://schemas.openxmlformats.org/drawingml/2006/main">
              <a:ext uri="{FF2B5EF4-FFF2-40B4-BE49-F238E27FC236}">
                <a16:creationId xmlns:a16="http://schemas.microsoft.com/office/drawing/2014/main" id="{C6A804FC-2F94-4BB5-AC88-42925678FD50}"/>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uav_250m_to_satellite/legend/visual/marker">
            <a:extLst xmlns:a="http://schemas.openxmlformats.org/drawingml/2006/main">
              <a:ext uri="{FF2B5EF4-FFF2-40B4-BE49-F238E27FC236}">
                <a16:creationId xmlns:a16="http://schemas.microsoft.com/office/drawing/2014/main" id="{84F88D36-4E2A-42C0-B957-13D4763569BE}"/>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250m_to_satellite/legend/visual/text">
            <a:extLst xmlns:a="http://schemas.openxmlformats.org/drawingml/2006/main">
              <a:ext uri="{FF2B5EF4-FFF2-40B4-BE49-F238E27FC236}">
                <a16:creationId xmlns:a16="http://schemas.microsoft.com/office/drawing/2014/main" id="{37045961-9EA9-4E25-B4C7-E21DDE1E2C70}"/>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250m_to_satellite/legend/full/marker">
            <a:extLst xmlns:a="http://schemas.openxmlformats.org/drawingml/2006/main">
              <a:ext uri="{FF2B5EF4-FFF2-40B4-BE49-F238E27FC236}">
                <a16:creationId xmlns:a16="http://schemas.microsoft.com/office/drawing/2014/main" id="{270FE735-232E-4DDE-A483-4E03BACD468F}"/>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250m_to_satellite/legend/full/text">
            <a:extLst xmlns:a="http://schemas.openxmlformats.org/drawingml/2006/main">
              <a:ext uri="{FF2B5EF4-FFF2-40B4-BE49-F238E27FC236}">
                <a16:creationId xmlns:a16="http://schemas.microsoft.com/office/drawing/2014/main" id="{D7EEFEF3-9E20-426C-BEFA-A56552D1206F}"/>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250m_to_satellite/legend/equality/line">
            <a:extLst xmlns:a="http://schemas.openxmlformats.org/drawingml/2006/main">
              <a:ext uri="{FF2B5EF4-FFF2-40B4-BE49-F238E27FC236}">
                <a16:creationId xmlns:a16="http://schemas.microsoft.com/office/drawing/2014/main" id="{9BB37DCB-8332-4FFE-8ADC-CAB6E6779425}"/>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uav_250m_to_satellite/legend/equality/text">
            <a:extLst xmlns:a="http://schemas.openxmlformats.org/drawingml/2006/main">
              <a:ext uri="{FF2B5EF4-FFF2-40B4-BE49-F238E27FC236}">
                <a16:creationId xmlns:a16="http://schemas.microsoft.com/office/drawing/2014/main" id="{8AFFFE36-3F59-424B-A4AC-E3AB95B9BD37}"/>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uav_250m_to_satellite/y-axis-label">
            <a:extLst xmlns:a="http://schemas.openxmlformats.org/drawingml/2006/main">
              <a:ext uri="{FF2B5EF4-FFF2-40B4-BE49-F238E27FC236}">
                <a16:creationId xmlns:a16="http://schemas.microsoft.com/office/drawing/2014/main" id="{0026E80F-8F47-4020-B2F0-2CD9CFF9380D}"/>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uav_250m_to_satellite/sues200_uav_250m_to_satellite/seed-1/seed-heading">
            <a:extLst xmlns:a="http://schemas.openxmlformats.org/drawingml/2006/main">
              <a:ext uri="{FF2B5EF4-FFF2-40B4-BE49-F238E27FC236}">
                <a16:creationId xmlns:a16="http://schemas.microsoft.com/office/drawing/2014/main" id="{58B15E9D-4D47-4349-8192-22B30CD896D6}"/>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uav_250m_to_satellite/sues200_uav_250m_to_satellite/seed-1/y-grid-0">
            <a:extLst xmlns:a="http://schemas.openxmlformats.org/drawingml/2006/main">
              <a:ext uri="{FF2B5EF4-FFF2-40B4-BE49-F238E27FC236}">
                <a16:creationId xmlns:a16="http://schemas.microsoft.com/office/drawing/2014/main" id="{393AAC2C-BF9F-4CB6-9C2C-A2D8F1D04690}"/>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uav_250m_to_satellite/sues200_uav_250m_to_satellite/seed-1/y-label-0">
            <a:extLst xmlns:a="http://schemas.openxmlformats.org/drawingml/2006/main">
              <a:ext uri="{FF2B5EF4-FFF2-40B4-BE49-F238E27FC236}">
                <a16:creationId xmlns:a16="http://schemas.microsoft.com/office/drawing/2014/main" id="{F85C4B1E-7740-49CA-927E-5AEACF40FC7D}"/>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50m_to_satellite/sues200_uav_250m_to_satellite/seed-1/x-tick-0">
            <a:extLst xmlns:a="http://schemas.openxmlformats.org/drawingml/2006/main">
              <a:ext uri="{FF2B5EF4-FFF2-40B4-BE49-F238E27FC236}">
                <a16:creationId xmlns:a16="http://schemas.microsoft.com/office/drawing/2014/main" id="{4AA25B39-03E4-4CCF-899B-C4C40AD5A2DA}"/>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uav_250m_to_satellite/sues200_uav_250m_to_satellite/seed-1/x-label-0">
            <a:extLst xmlns:a="http://schemas.openxmlformats.org/drawingml/2006/main">
              <a:ext uri="{FF2B5EF4-FFF2-40B4-BE49-F238E27FC236}">
                <a16:creationId xmlns:a16="http://schemas.microsoft.com/office/drawing/2014/main" id="{DBD5E223-93ED-4D1D-845D-FB55B9F43031}"/>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uav_250m_to_satellite/sues200_uav_250m_to_satellite/seed-1/y-grid-0.25">
            <a:extLst xmlns:a="http://schemas.openxmlformats.org/drawingml/2006/main">
              <a:ext uri="{FF2B5EF4-FFF2-40B4-BE49-F238E27FC236}">
                <a16:creationId xmlns:a16="http://schemas.microsoft.com/office/drawing/2014/main" id="{BA892574-C174-4245-949B-303C1DFA9626}"/>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uav_250m_to_satellite/sues200_uav_250m_to_satellite/seed-1/y-label-0.25">
            <a:extLst xmlns:a="http://schemas.openxmlformats.org/drawingml/2006/main">
              <a:ext uri="{FF2B5EF4-FFF2-40B4-BE49-F238E27FC236}">
                <a16:creationId xmlns:a16="http://schemas.microsoft.com/office/drawing/2014/main" id="{134728B8-2288-4852-823F-FA0AA787EB5D}"/>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uav_250m_to_satellite/sues200_uav_250m_to_satellite/seed-1/x-tick-0.25">
            <a:extLst xmlns:a="http://schemas.openxmlformats.org/drawingml/2006/main">
              <a:ext uri="{FF2B5EF4-FFF2-40B4-BE49-F238E27FC236}">
                <a16:creationId xmlns:a16="http://schemas.microsoft.com/office/drawing/2014/main" id="{9F791ED3-DD61-492A-96B0-AEC7413DC15A}"/>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uav_250m_to_satellite/sues200_uav_250m_to_satellite/seed-1/x-label-0.25">
            <a:extLst xmlns:a="http://schemas.openxmlformats.org/drawingml/2006/main">
              <a:ext uri="{FF2B5EF4-FFF2-40B4-BE49-F238E27FC236}">
                <a16:creationId xmlns:a16="http://schemas.microsoft.com/office/drawing/2014/main" id="{FE8BA8F9-F724-423F-9D11-2774A34D5208}"/>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uav_250m_to_satellite/sues200_uav_250m_to_satellite/seed-1/y-grid-0.5">
            <a:extLst xmlns:a="http://schemas.openxmlformats.org/drawingml/2006/main">
              <a:ext uri="{FF2B5EF4-FFF2-40B4-BE49-F238E27FC236}">
                <a16:creationId xmlns:a16="http://schemas.microsoft.com/office/drawing/2014/main" id="{3DB8ECB7-3C1E-441C-9532-D83ABF62B391}"/>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uav_250m_to_satellite/sues200_uav_250m_to_satellite/seed-1/y-label-0.5">
            <a:extLst xmlns:a="http://schemas.openxmlformats.org/drawingml/2006/main">
              <a:ext uri="{FF2B5EF4-FFF2-40B4-BE49-F238E27FC236}">
                <a16:creationId xmlns:a16="http://schemas.microsoft.com/office/drawing/2014/main" id="{F49FD505-96CC-4F41-93C8-85AA9F0579AA}"/>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uav_250m_to_satellite/sues200_uav_250m_to_satellite/seed-1/x-tick-0.5">
            <a:extLst xmlns:a="http://schemas.openxmlformats.org/drawingml/2006/main">
              <a:ext uri="{FF2B5EF4-FFF2-40B4-BE49-F238E27FC236}">
                <a16:creationId xmlns:a16="http://schemas.microsoft.com/office/drawing/2014/main" id="{14009765-2D3E-433F-89BF-6FE3066B53DE}"/>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uav_250m_to_satellite/sues200_uav_250m_to_satellite/seed-1/x-label-0.5">
            <a:extLst xmlns:a="http://schemas.openxmlformats.org/drawingml/2006/main">
              <a:ext uri="{FF2B5EF4-FFF2-40B4-BE49-F238E27FC236}">
                <a16:creationId xmlns:a16="http://schemas.microsoft.com/office/drawing/2014/main" id="{64188BC8-D38B-4EE8-9175-CA31E3E47835}"/>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uav_250m_to_satellite/sues200_uav_250m_to_satellite/seed-1/y-grid-0.75">
            <a:extLst xmlns:a="http://schemas.openxmlformats.org/drawingml/2006/main">
              <a:ext uri="{FF2B5EF4-FFF2-40B4-BE49-F238E27FC236}">
                <a16:creationId xmlns:a16="http://schemas.microsoft.com/office/drawing/2014/main" id="{57441415-1244-4D79-A99C-066939009349}"/>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uav_250m_to_satellite/sues200_uav_250m_to_satellite/seed-1/y-label-0.75">
            <a:extLst xmlns:a="http://schemas.openxmlformats.org/drawingml/2006/main">
              <a:ext uri="{FF2B5EF4-FFF2-40B4-BE49-F238E27FC236}">
                <a16:creationId xmlns:a16="http://schemas.microsoft.com/office/drawing/2014/main" id="{0B5C73FA-00C4-43A4-807C-CA793980D8C7}"/>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uav_250m_to_satellite/sues200_uav_250m_to_satellite/seed-1/x-tick-0.75">
            <a:extLst xmlns:a="http://schemas.openxmlformats.org/drawingml/2006/main">
              <a:ext uri="{FF2B5EF4-FFF2-40B4-BE49-F238E27FC236}">
                <a16:creationId xmlns:a16="http://schemas.microsoft.com/office/drawing/2014/main" id="{9D924D8D-F632-4216-9649-6B2A9061ECF7}"/>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uav_250m_to_satellite/sues200_uav_250m_to_satellite/seed-1/x-label-0.75">
            <a:extLst xmlns:a="http://schemas.openxmlformats.org/drawingml/2006/main">
              <a:ext uri="{FF2B5EF4-FFF2-40B4-BE49-F238E27FC236}">
                <a16:creationId xmlns:a16="http://schemas.microsoft.com/office/drawing/2014/main" id="{77C9AEB7-A7BA-4C37-8FAB-7137D5BD8AD2}"/>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uav_250m_to_satellite/sues200_uav_250m_to_satellite/seed-1/y-grid-1">
            <a:extLst xmlns:a="http://schemas.openxmlformats.org/drawingml/2006/main">
              <a:ext uri="{FF2B5EF4-FFF2-40B4-BE49-F238E27FC236}">
                <a16:creationId xmlns:a16="http://schemas.microsoft.com/office/drawing/2014/main" id="{318DAD6C-8F1E-4E92-888A-2607E2ED7540}"/>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uav_250m_to_satellite/sues200_uav_250m_to_satellite/seed-1/y-label-1">
            <a:extLst xmlns:a="http://schemas.openxmlformats.org/drawingml/2006/main">
              <a:ext uri="{FF2B5EF4-FFF2-40B4-BE49-F238E27FC236}">
                <a16:creationId xmlns:a16="http://schemas.microsoft.com/office/drawing/2014/main" id="{FDE78177-2340-4403-A505-13F206F9395E}"/>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uav_250m_to_satellite/sues200_uav_250m_to_satellite/seed-1/x-tick-1">
            <a:extLst xmlns:a="http://schemas.openxmlformats.org/drawingml/2006/main">
              <a:ext uri="{FF2B5EF4-FFF2-40B4-BE49-F238E27FC236}">
                <a16:creationId xmlns:a16="http://schemas.microsoft.com/office/drawing/2014/main" id="{EF1416CC-1906-498F-A83D-4F943317C225}"/>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50m_to_satellite/sues200_uav_250m_to_satellite/seed-1/x-label-1">
            <a:extLst xmlns:a="http://schemas.openxmlformats.org/drawingml/2006/main">
              <a:ext uri="{FF2B5EF4-FFF2-40B4-BE49-F238E27FC236}">
                <a16:creationId xmlns:a16="http://schemas.microsoft.com/office/drawing/2014/main" id="{74D1E809-56C8-45A0-80F3-D6A3B220046E}"/>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uav_250m_to_satellite/sues200_uav_250m_to_satellite/seed-1/reference-equality">
            <a:extLst xmlns:a="http://schemas.openxmlformats.org/drawingml/2006/main">
              <a:ext uri="{FF2B5EF4-FFF2-40B4-BE49-F238E27FC236}">
                <a16:creationId xmlns:a16="http://schemas.microsoft.com/office/drawing/2014/main" id="{3E6C5D9F-8553-4EC4-B378-D759D799B583}"/>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uav_250m_to_satellite/sues200_uav_250m_to_satellite/seed-1/y-axis">
            <a:extLst xmlns:a="http://schemas.openxmlformats.org/drawingml/2006/main">
              <a:ext uri="{FF2B5EF4-FFF2-40B4-BE49-F238E27FC236}">
                <a16:creationId xmlns:a16="http://schemas.microsoft.com/office/drawing/2014/main" id="{A5394757-32BB-4369-B388-CB97CFCA57DD}"/>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uav_250m_to_satellite/sues200_uav_250m_to_satellite/seed-1/x-axis">
            <a:extLst xmlns:a="http://schemas.openxmlformats.org/drawingml/2006/main">
              <a:ext uri="{FF2B5EF4-FFF2-40B4-BE49-F238E27FC236}">
                <a16:creationId xmlns:a16="http://schemas.microsoft.com/office/drawing/2014/main" id="{0577C600-4ED0-4063-81A3-4B958956466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uav_250m_to_satellite/sues200_uav_250m_to_satellite/seed-1/visual/bin-1/point">
            <a:extLst xmlns:a="http://schemas.openxmlformats.org/drawingml/2006/main">
              <a:ext uri="{FF2B5EF4-FFF2-40B4-BE49-F238E27FC236}">
                <a16:creationId xmlns:a16="http://schemas.microsoft.com/office/drawing/2014/main" id="{04F397F4-93FE-4426-B65C-7DEA18EB798B}"/>
              </a:ext>
            </a:extLst>
          </p:cNvPr>
          <p:cNvSpPr>
            <a:spLocks xmlns:a="http://schemas.openxmlformats.org/drawingml/2006/main" noGrp="1"/>
          </p:cNvSpPr>
          <p:nvPr/>
        </p:nvSpPr>
        <p:spPr>
          <a:xfrm xmlns:a="http://schemas.openxmlformats.org/drawingml/2006/main">
            <a:off x="544791" y="200593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250m_to_satellite/sues200_uav_250m_to_satellite/seed-1/visual/bin-2/point">
            <a:extLst xmlns:a="http://schemas.openxmlformats.org/drawingml/2006/main">
              <a:ext uri="{FF2B5EF4-FFF2-40B4-BE49-F238E27FC236}">
                <a16:creationId xmlns:a16="http://schemas.microsoft.com/office/drawing/2014/main" id="{AAAA0298-43B7-4B53-AE6A-38BAF0B07926}"/>
              </a:ext>
            </a:extLst>
          </p:cNvPr>
          <p:cNvSpPr>
            <a:spLocks xmlns:a="http://schemas.openxmlformats.org/drawingml/2006/main" noGrp="1"/>
          </p:cNvSpPr>
          <p:nvPr/>
        </p:nvSpPr>
        <p:spPr>
          <a:xfrm xmlns:a="http://schemas.openxmlformats.org/drawingml/2006/main">
            <a:off x="642198" y="160898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250m_to_satellite/sues200_uav_250m_to_satellite/seed-1/visual/bin-3/point">
            <a:extLst xmlns:a="http://schemas.openxmlformats.org/drawingml/2006/main">
              <a:ext uri="{FF2B5EF4-FFF2-40B4-BE49-F238E27FC236}">
                <a16:creationId xmlns:a16="http://schemas.microsoft.com/office/drawing/2014/main" id="{C19ADB01-FC2F-4DFE-8D60-32A6FF2503C6}"/>
              </a:ext>
            </a:extLst>
          </p:cNvPr>
          <p:cNvSpPr>
            <a:spLocks xmlns:a="http://schemas.openxmlformats.org/drawingml/2006/main" noGrp="1"/>
          </p:cNvSpPr>
          <p:nvPr/>
        </p:nvSpPr>
        <p:spPr>
          <a:xfrm xmlns:a="http://schemas.openxmlformats.org/drawingml/2006/main">
            <a:off x="748525" y="172384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250m_to_satellite/sues200_uav_250m_to_satellite/seed-1/visual/ECE">
            <a:extLst xmlns:a="http://schemas.openxmlformats.org/drawingml/2006/main">
              <a:ext uri="{FF2B5EF4-FFF2-40B4-BE49-F238E27FC236}">
                <a16:creationId xmlns:a16="http://schemas.microsoft.com/office/drawing/2014/main" id="{13696E70-3B61-49B2-853B-904D7AED3B2E}"/>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0.4446</a:t>
            </a:r>
          </a:p>
        </p:txBody>
      </p:sp>
      <p:sp>
        <p:nvSpPr>
          <p:cNvPr id="38" name="sues200_uav_250m_to_satellite/sues200_uav_250m_to_satellite/seed-1/full/bin-1/point">
            <a:extLst xmlns:a="http://schemas.openxmlformats.org/drawingml/2006/main">
              <a:ext uri="{FF2B5EF4-FFF2-40B4-BE49-F238E27FC236}">
                <a16:creationId xmlns:a16="http://schemas.microsoft.com/office/drawing/2014/main" id="{5CDDF620-38CA-4214-9BA6-9CAA2C26F665}"/>
              </a:ext>
            </a:extLst>
          </p:cNvPr>
          <p:cNvSpPr>
            <a:spLocks xmlns:a="http://schemas.openxmlformats.org/drawingml/2006/main" noGrp="1"/>
          </p:cNvSpPr>
          <p:nvPr/>
        </p:nvSpPr>
        <p:spPr>
          <a:xfrm xmlns:a="http://schemas.openxmlformats.org/drawingml/2006/main">
            <a:off x="548775" y="215933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sues200_uav_250m_to_satellite/sues200_uav_250m_to_satellite/seed-1/full/bin-2/point">
            <a:extLst xmlns:a="http://schemas.openxmlformats.org/drawingml/2006/main">
              <a:ext uri="{FF2B5EF4-FFF2-40B4-BE49-F238E27FC236}">
                <a16:creationId xmlns:a16="http://schemas.microsoft.com/office/drawing/2014/main" id="{E8700479-EB63-48C1-9442-158D3CE177A3}"/>
              </a:ext>
            </a:extLst>
          </p:cNvPr>
          <p:cNvSpPr>
            <a:spLocks xmlns:a="http://schemas.openxmlformats.org/drawingml/2006/main" noGrp="1"/>
          </p:cNvSpPr>
          <p:nvPr/>
        </p:nvSpPr>
        <p:spPr>
          <a:xfrm xmlns:a="http://schemas.openxmlformats.org/drawingml/2006/main">
            <a:off x="648033" y="18723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0" name="sues200_uav_250m_to_satellite/sues200_uav_250m_to_satellite/seed-1/full/bin-3/point">
            <a:extLst xmlns:a="http://schemas.openxmlformats.org/drawingml/2006/main">
              <a:ext uri="{FF2B5EF4-FFF2-40B4-BE49-F238E27FC236}">
                <a16:creationId xmlns:a16="http://schemas.microsoft.com/office/drawing/2014/main" id="{1F878CB7-A658-4BDC-92EE-5642FE80B91A}"/>
              </a:ext>
            </a:extLst>
          </p:cNvPr>
          <p:cNvSpPr>
            <a:spLocks xmlns:a="http://schemas.openxmlformats.org/drawingml/2006/main" noGrp="1"/>
          </p:cNvSpPr>
          <p:nvPr/>
        </p:nvSpPr>
        <p:spPr>
          <a:xfrm xmlns:a="http://schemas.openxmlformats.org/drawingml/2006/main">
            <a:off x="759519" y="225378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1" name="sues200_uav_250m_to_satellite/sues200_uav_250m_to_satellite/seed-1/full/ECE">
            <a:extLst xmlns:a="http://schemas.openxmlformats.org/drawingml/2006/main">
              <a:ext uri="{FF2B5EF4-FFF2-40B4-BE49-F238E27FC236}">
                <a16:creationId xmlns:a16="http://schemas.microsoft.com/office/drawing/2014/main" id="{DBFA7206-08E6-4A1C-B24C-E59203083FF9}"/>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0.3273</a:t>
            </a:r>
          </a:p>
        </p:txBody>
      </p:sp>
      <p:sp>
        <p:nvSpPr>
          <p:cNvPr id="42" name="sues200_uav_250m_to_satellite/sues200_uav_250m_to_satellite/seed-1/population/N">
            <a:extLst xmlns:a="http://schemas.openxmlformats.org/drawingml/2006/main">
              <a:ext uri="{FF2B5EF4-FFF2-40B4-BE49-F238E27FC236}">
                <a16:creationId xmlns:a16="http://schemas.microsoft.com/office/drawing/2014/main" id="{4E813CC3-95A1-4433-BEE2-980EF069EA32}"/>
              </a:ext>
            </a:extLst>
          </p:cNvPr>
          <p:cNvSpPr>
            <a:spLocks xmlns:a="http://schemas.openxmlformats.org/drawingml/2006/main" noGrp="1"/>
          </p:cNvSpPr>
          <p:nvPr/>
        </p:nvSpPr>
        <p:spPr>
          <a:xfrm xmlns:a="http://schemas.openxmlformats.org/drawingml/2006/main">
            <a:off x="6985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43" name="sues200_uav_250m_to_satellite/sues200_uav_250m_to_satellite/seed-1/population/header/bin">
            <a:extLst xmlns:a="http://schemas.openxmlformats.org/drawingml/2006/main">
              <a:ext uri="{FF2B5EF4-FFF2-40B4-BE49-F238E27FC236}">
                <a16:creationId xmlns:a16="http://schemas.microsoft.com/office/drawing/2014/main" id="{43CCC2CF-E215-4820-8C63-B85B008DAF4B}"/>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4" name="sues200_uav_250m_to_satellite/sues200_uav_250m_to_satellite/seed-1/population/header/visual">
            <a:extLst xmlns:a="http://schemas.openxmlformats.org/drawingml/2006/main">
              <a:ext uri="{FF2B5EF4-FFF2-40B4-BE49-F238E27FC236}">
                <a16:creationId xmlns:a16="http://schemas.microsoft.com/office/drawing/2014/main" id="{4D9CAFBF-F936-4B64-B5B1-8EC0EF090507}"/>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5" name="sues200_uav_250m_to_satellite/sues200_uav_250m_to_satellite/seed-1/population/header/full">
            <a:extLst xmlns:a="http://schemas.openxmlformats.org/drawingml/2006/main">
              <a:ext uri="{FF2B5EF4-FFF2-40B4-BE49-F238E27FC236}">
                <a16:creationId xmlns:a16="http://schemas.microsoft.com/office/drawing/2014/main" id="{5887BC0D-AD62-424C-ABD1-4905E0C59E63}"/>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6" name="sues200_uav_250m_to_satellite/sues200_uav_250m_to_satellite/seed-1/population/header/rule">
            <a:extLst xmlns:a="http://schemas.openxmlformats.org/drawingml/2006/main">
              <a:ext uri="{FF2B5EF4-FFF2-40B4-BE49-F238E27FC236}">
                <a16:creationId xmlns:a16="http://schemas.microsoft.com/office/drawing/2014/main" id="{A8ECD4AF-F24F-48A2-95B7-4278909184E9}"/>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7" name="sues200_uav_250m_to_satellite/sues200_uav_250m_to_satellite/seed-1/population/bin-1/label">
            <a:extLst xmlns:a="http://schemas.openxmlformats.org/drawingml/2006/main">
              <a:ext uri="{FF2B5EF4-FFF2-40B4-BE49-F238E27FC236}">
                <a16:creationId xmlns:a16="http://schemas.microsoft.com/office/drawing/2014/main" id="{0FABCD1E-E772-4EF8-8658-5BDAAC62F3ED}"/>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8" name="sues200_uav_250m_to_satellite/sues200_uav_250m_to_satellite/seed-1/population/bin-1/visual">
            <a:extLst xmlns:a="http://schemas.openxmlformats.org/drawingml/2006/main">
              <a:ext uri="{FF2B5EF4-FFF2-40B4-BE49-F238E27FC236}">
                <a16:creationId xmlns:a16="http://schemas.microsoft.com/office/drawing/2014/main" id="{3D244BE9-5A25-4A3E-BDDC-7A01125C2E7C}"/>
              </a:ext>
            </a:extLst>
          </p:cNvPr>
          <p:cNvSpPr>
            <a:spLocks xmlns:a="http://schemas.openxmlformats.org/drawingml/2006/main" noGrp="1"/>
          </p:cNvSpPr>
          <p:nvPr/>
        </p:nvSpPr>
        <p:spPr>
          <a:xfrm xmlns:a="http://schemas.openxmlformats.org/drawingml/2006/main">
            <a:off x="1152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3338</a:t>
            </a:r>
          </a:p>
        </p:txBody>
      </p:sp>
      <p:sp>
        <p:nvSpPr>
          <p:cNvPr id="49" name="sues200_uav_250m_to_satellite/sues200_uav_250m_to_satellite/seed-1/population/bin-1/full">
            <a:extLst xmlns:a="http://schemas.openxmlformats.org/drawingml/2006/main">
              <a:ext uri="{FF2B5EF4-FFF2-40B4-BE49-F238E27FC236}">
                <a16:creationId xmlns:a16="http://schemas.microsoft.com/office/drawing/2014/main" id="{990573B1-33E3-459B-A6BB-160AE5C1CAEF}"/>
              </a:ext>
            </a:extLst>
          </p:cNvPr>
          <p:cNvSpPr>
            <a:spLocks xmlns:a="http://schemas.openxmlformats.org/drawingml/2006/main" noGrp="1"/>
          </p:cNvSpPr>
          <p:nvPr/>
        </p:nvSpPr>
        <p:spPr>
          <a:xfrm xmlns:a="http://schemas.openxmlformats.org/drawingml/2006/main">
            <a:off x="1787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3515</a:t>
            </a:r>
          </a:p>
        </p:txBody>
      </p:sp>
      <p:sp>
        <p:nvSpPr>
          <p:cNvPr id="50" name="sues200_uav_250m_to_satellite/sues200_uav_250m_to_satellite/seed-1/population/bin-2/label">
            <a:extLst xmlns:a="http://schemas.openxmlformats.org/drawingml/2006/main">
              <a:ext uri="{FF2B5EF4-FFF2-40B4-BE49-F238E27FC236}">
                <a16:creationId xmlns:a16="http://schemas.microsoft.com/office/drawing/2014/main" id="{0CAF9FA4-D1B3-4282-9597-99B8E24628E7}"/>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51" name="sues200_uav_250m_to_satellite/sues200_uav_250m_to_satellite/seed-1/population/bin-2/visual">
            <a:extLst xmlns:a="http://schemas.openxmlformats.org/drawingml/2006/main">
              <a:ext uri="{FF2B5EF4-FFF2-40B4-BE49-F238E27FC236}">
                <a16:creationId xmlns:a16="http://schemas.microsoft.com/office/drawing/2014/main" id="{5D97EACB-7475-4D05-A55D-C70E048589B9}"/>
              </a:ext>
            </a:extLst>
          </p:cNvPr>
          <p:cNvSpPr>
            <a:spLocks xmlns:a="http://schemas.openxmlformats.org/drawingml/2006/main" noGrp="1"/>
          </p:cNvSpPr>
          <p:nvPr/>
        </p:nvSpPr>
        <p:spPr>
          <a:xfrm xmlns:a="http://schemas.openxmlformats.org/drawingml/2006/main">
            <a:off x="1180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627</a:t>
            </a:r>
          </a:p>
        </p:txBody>
      </p:sp>
      <p:sp>
        <p:nvSpPr>
          <p:cNvPr id="52" name="sues200_uav_250m_to_satellite/sues200_uav_250m_to_satellite/seed-1/population/bin-2/full">
            <a:extLst xmlns:a="http://schemas.openxmlformats.org/drawingml/2006/main">
              <a:ext uri="{FF2B5EF4-FFF2-40B4-BE49-F238E27FC236}">
                <a16:creationId xmlns:a16="http://schemas.microsoft.com/office/drawing/2014/main" id="{13885931-3ABC-4324-BAA4-F7D2B6918C07}"/>
              </a:ext>
            </a:extLst>
          </p:cNvPr>
          <p:cNvSpPr>
            <a:spLocks xmlns:a="http://schemas.openxmlformats.org/drawingml/2006/main" noGrp="1"/>
          </p:cNvSpPr>
          <p:nvPr/>
        </p:nvSpPr>
        <p:spPr>
          <a:xfrm xmlns:a="http://schemas.openxmlformats.org/drawingml/2006/main">
            <a:off x="1815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474</a:t>
            </a:r>
          </a:p>
        </p:txBody>
      </p:sp>
      <p:sp>
        <p:nvSpPr>
          <p:cNvPr id="53" name="sues200_uav_250m_to_satellite/sues200_uav_250m_to_satellite/seed-1/population/bin-3/label">
            <a:extLst xmlns:a="http://schemas.openxmlformats.org/drawingml/2006/main">
              <a:ext uri="{FF2B5EF4-FFF2-40B4-BE49-F238E27FC236}">
                <a16:creationId xmlns:a16="http://schemas.microsoft.com/office/drawing/2014/main" id="{0B131346-35F9-44AF-902C-77D1361B8C01}"/>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4" name="sues200_uav_250m_to_satellite/sues200_uav_250m_to_satellite/seed-1/population/bin-3/visual">
            <a:extLst xmlns:a="http://schemas.openxmlformats.org/drawingml/2006/main">
              <a:ext uri="{FF2B5EF4-FFF2-40B4-BE49-F238E27FC236}">
                <a16:creationId xmlns:a16="http://schemas.microsoft.com/office/drawing/2014/main" id="{31FC89B8-E5FC-43E9-9BD5-057D06A31471}"/>
              </a:ext>
            </a:extLst>
          </p:cNvPr>
          <p:cNvSpPr>
            <a:spLocks xmlns:a="http://schemas.openxmlformats.org/drawingml/2006/main" noGrp="1"/>
          </p:cNvSpPr>
          <p:nvPr/>
        </p:nvSpPr>
        <p:spPr>
          <a:xfrm xmlns:a="http://schemas.openxmlformats.org/drawingml/2006/main">
            <a:off x="1208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a:t>
            </a:r>
          </a:p>
        </p:txBody>
      </p:sp>
      <p:sp>
        <p:nvSpPr>
          <p:cNvPr id="55" name="sues200_uav_250m_to_satellite/sues200_uav_250m_to_satellite/seed-1/population/bin-3/full">
            <a:extLst xmlns:a="http://schemas.openxmlformats.org/drawingml/2006/main">
              <a:ext uri="{FF2B5EF4-FFF2-40B4-BE49-F238E27FC236}">
                <a16:creationId xmlns:a16="http://schemas.microsoft.com/office/drawing/2014/main" id="{03501B4F-7AE7-4CC9-87FB-001FBE274A0B}"/>
              </a:ext>
            </a:extLst>
          </p:cNvPr>
          <p:cNvSpPr>
            <a:spLocks xmlns:a="http://schemas.openxmlformats.org/drawingml/2006/main" noGrp="1"/>
          </p:cNvSpPr>
          <p:nvPr/>
        </p:nvSpPr>
        <p:spPr>
          <a:xfrm xmlns:a="http://schemas.openxmlformats.org/drawingml/2006/main">
            <a:off x="1847564" y="44150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11</a:t>
            </a:r>
          </a:p>
        </p:txBody>
      </p:sp>
      <p:sp>
        <p:nvSpPr>
          <p:cNvPr id="56" name="sues200_uav_250m_to_satellite/sues200_uav_250m_to_satellite/seed-1/population/bin-4/label">
            <a:extLst xmlns:a="http://schemas.openxmlformats.org/drawingml/2006/main">
              <a:ext uri="{FF2B5EF4-FFF2-40B4-BE49-F238E27FC236}">
                <a16:creationId xmlns:a16="http://schemas.microsoft.com/office/drawing/2014/main" id="{F64860A9-E4D8-41F0-84EF-8760820C958B}"/>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7" name="sues200_uav_250m_to_satellite/sues200_uav_250m_to_satellite/seed-1/population/bin-4/visual">
            <a:extLst xmlns:a="http://schemas.openxmlformats.org/drawingml/2006/main">
              <a:ext uri="{FF2B5EF4-FFF2-40B4-BE49-F238E27FC236}">
                <a16:creationId xmlns:a16="http://schemas.microsoft.com/office/drawing/2014/main" id="{A840E0F3-EFEE-481C-A5D9-7135C0C9E8FD}"/>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uav_250m_to_satellite/sues200_uav_250m_to_satellite/seed-1/population/bin-4/full">
            <a:extLst xmlns:a="http://schemas.openxmlformats.org/drawingml/2006/main">
              <a:ext uri="{FF2B5EF4-FFF2-40B4-BE49-F238E27FC236}">
                <a16:creationId xmlns:a16="http://schemas.microsoft.com/office/drawing/2014/main" id="{79B30880-1A01-45B7-81E0-1D9F954E32E4}"/>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sues200_uav_250m_to_satellite/sues200_uav_250m_to_satellite/seed-1/population/bin-5/label">
            <a:extLst xmlns:a="http://schemas.openxmlformats.org/drawingml/2006/main">
              <a:ext uri="{FF2B5EF4-FFF2-40B4-BE49-F238E27FC236}">
                <a16:creationId xmlns:a16="http://schemas.microsoft.com/office/drawing/2014/main" id="{6434358F-D7BF-42CC-972B-BA2F1984B716}"/>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60" name="sues200_uav_250m_to_satellite/sues200_uav_250m_to_satellite/seed-1/population/bin-5/visual">
            <a:extLst xmlns:a="http://schemas.openxmlformats.org/drawingml/2006/main">
              <a:ext uri="{FF2B5EF4-FFF2-40B4-BE49-F238E27FC236}">
                <a16:creationId xmlns:a16="http://schemas.microsoft.com/office/drawing/2014/main" id="{563AF78D-08A0-4159-A05D-2C828095777E}"/>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uav_250m_to_satellite/sues200_uav_250m_to_satellite/seed-1/population/bin-5/full">
            <a:extLst xmlns:a="http://schemas.openxmlformats.org/drawingml/2006/main">
              <a:ext uri="{FF2B5EF4-FFF2-40B4-BE49-F238E27FC236}">
                <a16:creationId xmlns:a16="http://schemas.microsoft.com/office/drawing/2014/main" id="{3C956DB6-0F66-414C-89C1-1605AF156041}"/>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sues200_uav_250m_to_satellite/sues200_uav_250m_to_satellite/seed-1/population/bin-6/label">
            <a:extLst xmlns:a="http://schemas.openxmlformats.org/drawingml/2006/main">
              <a:ext uri="{FF2B5EF4-FFF2-40B4-BE49-F238E27FC236}">
                <a16:creationId xmlns:a16="http://schemas.microsoft.com/office/drawing/2014/main" id="{C522B186-09B7-45F9-AE3D-57A92C580617}"/>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3" name="sues200_uav_250m_to_satellite/sues200_uav_250m_to_satellite/seed-1/population/bin-6/visual">
            <a:extLst xmlns:a="http://schemas.openxmlformats.org/drawingml/2006/main">
              <a:ext uri="{FF2B5EF4-FFF2-40B4-BE49-F238E27FC236}">
                <a16:creationId xmlns:a16="http://schemas.microsoft.com/office/drawing/2014/main" id="{5B0D0CD3-2B8D-4834-AFEF-3035EDA7DF6E}"/>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uav_250m_to_satellite/sues200_uav_250m_to_satellite/seed-1/population/bin-6/full">
            <a:extLst xmlns:a="http://schemas.openxmlformats.org/drawingml/2006/main">
              <a:ext uri="{FF2B5EF4-FFF2-40B4-BE49-F238E27FC236}">
                <a16:creationId xmlns:a16="http://schemas.microsoft.com/office/drawing/2014/main" id="{3383E742-89AC-45A1-B2AA-FB796AF58D8D}"/>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sues200_uav_250m_to_satellite/sues200_uav_250m_to_satellite/seed-1/population/bin-7/label">
            <a:extLst xmlns:a="http://schemas.openxmlformats.org/drawingml/2006/main">
              <a:ext uri="{FF2B5EF4-FFF2-40B4-BE49-F238E27FC236}">
                <a16:creationId xmlns:a16="http://schemas.microsoft.com/office/drawing/2014/main" id="{42FAE513-371D-4801-A9D0-D46A0347155D}"/>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6" name="sues200_uav_250m_to_satellite/sues200_uav_250m_to_satellite/seed-1/population/bin-7/visual">
            <a:extLst xmlns:a="http://schemas.openxmlformats.org/drawingml/2006/main">
              <a:ext uri="{FF2B5EF4-FFF2-40B4-BE49-F238E27FC236}">
                <a16:creationId xmlns:a16="http://schemas.microsoft.com/office/drawing/2014/main" id="{C97082F6-0959-475B-9B04-CA1308D2B91E}"/>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uav_250m_to_satellite/sues200_uav_250m_to_satellite/seed-1/population/bin-7/full">
            <a:extLst xmlns:a="http://schemas.openxmlformats.org/drawingml/2006/main">
              <a:ext uri="{FF2B5EF4-FFF2-40B4-BE49-F238E27FC236}">
                <a16:creationId xmlns:a16="http://schemas.microsoft.com/office/drawing/2014/main" id="{CBEEE88D-69C4-4E03-8E0E-B9BE94CF38DC}"/>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sues200_uav_250m_to_satellite/sues200_uav_250m_to_satellite/seed-1/population/bin-8/label">
            <a:extLst xmlns:a="http://schemas.openxmlformats.org/drawingml/2006/main">
              <a:ext uri="{FF2B5EF4-FFF2-40B4-BE49-F238E27FC236}">
                <a16:creationId xmlns:a16="http://schemas.microsoft.com/office/drawing/2014/main" id="{B65CD18D-0ADD-443A-B5B2-634614922BB1}"/>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9" name="sues200_uav_250m_to_satellite/sues200_uav_250m_to_satellite/seed-1/population/bin-8/visual">
            <a:extLst xmlns:a="http://schemas.openxmlformats.org/drawingml/2006/main">
              <a:ext uri="{FF2B5EF4-FFF2-40B4-BE49-F238E27FC236}">
                <a16:creationId xmlns:a16="http://schemas.microsoft.com/office/drawing/2014/main" id="{7B0C991C-377F-447A-9EBD-CB43B537F546}"/>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uav_250m_to_satellite/sues200_uav_250m_to_satellite/seed-1/population/bin-8/full">
            <a:extLst xmlns:a="http://schemas.openxmlformats.org/drawingml/2006/main">
              <a:ext uri="{FF2B5EF4-FFF2-40B4-BE49-F238E27FC236}">
                <a16:creationId xmlns:a16="http://schemas.microsoft.com/office/drawing/2014/main" id="{08B3737F-8188-49CC-950C-AC1A8E0892C3}"/>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sues200_uav_250m_to_satellite/sues200_uav_250m_to_satellite/seed-1/population/bin-9/label">
            <a:extLst xmlns:a="http://schemas.openxmlformats.org/drawingml/2006/main">
              <a:ext uri="{FF2B5EF4-FFF2-40B4-BE49-F238E27FC236}">
                <a16:creationId xmlns:a16="http://schemas.microsoft.com/office/drawing/2014/main" id="{975532FE-2890-48D0-A387-9612914E82C3}"/>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2" name="sues200_uav_250m_to_satellite/sues200_uav_250m_to_satellite/seed-1/population/bin-9/visual">
            <a:extLst xmlns:a="http://schemas.openxmlformats.org/drawingml/2006/main">
              <a:ext uri="{FF2B5EF4-FFF2-40B4-BE49-F238E27FC236}">
                <a16:creationId xmlns:a16="http://schemas.microsoft.com/office/drawing/2014/main" id="{373BF178-EA6C-47BE-91DF-1129C89313D7}"/>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uav_250m_to_satellite/sues200_uav_250m_to_satellite/seed-1/population/bin-9/full">
            <a:extLst xmlns:a="http://schemas.openxmlformats.org/drawingml/2006/main">
              <a:ext uri="{FF2B5EF4-FFF2-40B4-BE49-F238E27FC236}">
                <a16:creationId xmlns:a16="http://schemas.microsoft.com/office/drawing/2014/main" id="{97725035-8C1F-4773-8C7B-9F05BA2A9F2C}"/>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sues200_uav_250m_to_satellite/sues200_uav_250m_to_satellite/seed-1/population/bin-10/label">
            <a:extLst xmlns:a="http://schemas.openxmlformats.org/drawingml/2006/main">
              <a:ext uri="{FF2B5EF4-FFF2-40B4-BE49-F238E27FC236}">
                <a16:creationId xmlns:a16="http://schemas.microsoft.com/office/drawing/2014/main" id="{4A10E96C-A25E-4147-8EA5-D1F74D383970}"/>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5" name="sues200_uav_250m_to_satellite/sues200_uav_250m_to_satellite/seed-1/population/bin-10/visual">
            <a:extLst xmlns:a="http://schemas.openxmlformats.org/drawingml/2006/main">
              <a:ext uri="{FF2B5EF4-FFF2-40B4-BE49-F238E27FC236}">
                <a16:creationId xmlns:a16="http://schemas.microsoft.com/office/drawing/2014/main" id="{8DAF5E07-D337-4BF1-9DDA-6EB50937FC83}"/>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uav_250m_to_satellite/sues200_uav_250m_to_satellite/seed-1/population/bin-10/full">
            <a:extLst xmlns:a="http://schemas.openxmlformats.org/drawingml/2006/main">
              <a:ext uri="{FF2B5EF4-FFF2-40B4-BE49-F238E27FC236}">
                <a16:creationId xmlns:a16="http://schemas.microsoft.com/office/drawing/2014/main" id="{9DB30DE7-F2CB-419B-B310-5E44D724A27E}"/>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sues200_uav_250m_to_satellite/sues200_uav_250m_to_satellite/seed-1/population/bin-11/label">
            <a:extLst xmlns:a="http://schemas.openxmlformats.org/drawingml/2006/main">
              <a:ext uri="{FF2B5EF4-FFF2-40B4-BE49-F238E27FC236}">
                <a16:creationId xmlns:a16="http://schemas.microsoft.com/office/drawing/2014/main" id="{B0B7F96D-87A7-4844-B999-18417D53743D}"/>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8" name="sues200_uav_250m_to_satellite/sues200_uav_250m_to_satellite/seed-1/population/bin-11/visual">
            <a:extLst xmlns:a="http://schemas.openxmlformats.org/drawingml/2006/main">
              <a:ext uri="{FF2B5EF4-FFF2-40B4-BE49-F238E27FC236}">
                <a16:creationId xmlns:a16="http://schemas.microsoft.com/office/drawing/2014/main" id="{A144F498-1679-4D85-951D-3D0275B31FED}"/>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uav_250m_to_satellite/sues200_uav_250m_to_satellite/seed-1/population/bin-11/full">
            <a:extLst xmlns:a="http://schemas.openxmlformats.org/drawingml/2006/main">
              <a:ext uri="{FF2B5EF4-FFF2-40B4-BE49-F238E27FC236}">
                <a16:creationId xmlns:a16="http://schemas.microsoft.com/office/drawing/2014/main" id="{857CCC7B-EBA8-4420-8C03-C20AD2A496C8}"/>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sues200_uav_250m_to_satellite/sues200_uav_250m_to_satellite/seed-1/population/bin-12/label">
            <a:extLst xmlns:a="http://schemas.openxmlformats.org/drawingml/2006/main">
              <a:ext uri="{FF2B5EF4-FFF2-40B4-BE49-F238E27FC236}">
                <a16:creationId xmlns:a16="http://schemas.microsoft.com/office/drawing/2014/main" id="{047CEDD1-AAC5-4071-B563-225170F3CC05}"/>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81" name="sues200_uav_250m_to_satellite/sues200_uav_250m_to_satellite/seed-1/population/bin-12/visual">
            <a:extLst xmlns:a="http://schemas.openxmlformats.org/drawingml/2006/main">
              <a:ext uri="{FF2B5EF4-FFF2-40B4-BE49-F238E27FC236}">
                <a16:creationId xmlns:a16="http://schemas.microsoft.com/office/drawing/2014/main" id="{BD385911-262E-4744-9F47-D34DD9AD532E}"/>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uav_250m_to_satellite/sues200_uav_250m_to_satellite/seed-1/population/bin-12/full">
            <a:extLst xmlns:a="http://schemas.openxmlformats.org/drawingml/2006/main">
              <a:ext uri="{FF2B5EF4-FFF2-40B4-BE49-F238E27FC236}">
                <a16:creationId xmlns:a16="http://schemas.microsoft.com/office/drawing/2014/main" id="{4D10067E-F283-45BC-AAA2-8918AEEE79F2}"/>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sues200_uav_250m_to_satellite/sues200_uav_250m_to_satellite/seed-1/population/bin-13/label">
            <a:extLst xmlns:a="http://schemas.openxmlformats.org/drawingml/2006/main">
              <a:ext uri="{FF2B5EF4-FFF2-40B4-BE49-F238E27FC236}">
                <a16:creationId xmlns:a16="http://schemas.microsoft.com/office/drawing/2014/main" id="{8BD09A50-1A27-4727-80D2-FAE29C4AE4F9}"/>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4" name="sues200_uav_250m_to_satellite/sues200_uav_250m_to_satellite/seed-1/population/bin-13/visual">
            <a:extLst xmlns:a="http://schemas.openxmlformats.org/drawingml/2006/main">
              <a:ext uri="{FF2B5EF4-FFF2-40B4-BE49-F238E27FC236}">
                <a16:creationId xmlns:a16="http://schemas.microsoft.com/office/drawing/2014/main" id="{8C788639-790A-484B-94CD-32F3FC3ED8F1}"/>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uav_250m_to_satellite/sues200_uav_250m_to_satellite/seed-1/population/bin-13/full">
            <a:extLst xmlns:a="http://schemas.openxmlformats.org/drawingml/2006/main">
              <a:ext uri="{FF2B5EF4-FFF2-40B4-BE49-F238E27FC236}">
                <a16:creationId xmlns:a16="http://schemas.microsoft.com/office/drawing/2014/main" id="{090DBF2B-470D-459A-9240-215FE37CAC93}"/>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sues200_uav_250m_to_satellite/sues200_uav_250m_to_satellite/seed-1/population/bin-14/label">
            <a:extLst xmlns:a="http://schemas.openxmlformats.org/drawingml/2006/main">
              <a:ext uri="{FF2B5EF4-FFF2-40B4-BE49-F238E27FC236}">
                <a16:creationId xmlns:a16="http://schemas.microsoft.com/office/drawing/2014/main" id="{D23FA148-0D25-413B-8E48-8682283E752E}"/>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7" name="sues200_uav_250m_to_satellite/sues200_uav_250m_to_satellite/seed-1/population/bin-14/visual">
            <a:extLst xmlns:a="http://schemas.openxmlformats.org/drawingml/2006/main">
              <a:ext uri="{FF2B5EF4-FFF2-40B4-BE49-F238E27FC236}">
                <a16:creationId xmlns:a16="http://schemas.microsoft.com/office/drawing/2014/main" id="{FC631AA7-BF4E-463B-BD19-C09B3C7661D2}"/>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uav_250m_to_satellite/sues200_uav_250m_to_satellite/seed-1/population/bin-14/full">
            <a:extLst xmlns:a="http://schemas.openxmlformats.org/drawingml/2006/main">
              <a:ext uri="{FF2B5EF4-FFF2-40B4-BE49-F238E27FC236}">
                <a16:creationId xmlns:a16="http://schemas.microsoft.com/office/drawing/2014/main" id="{7459E609-A3A8-4E30-8BE9-0217FC4ECF06}"/>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sues200_uav_250m_to_satellite/sues200_uav_250m_to_satellite/seed-1/population/bin-15/label">
            <a:extLst xmlns:a="http://schemas.openxmlformats.org/drawingml/2006/main">
              <a:ext uri="{FF2B5EF4-FFF2-40B4-BE49-F238E27FC236}">
                <a16:creationId xmlns:a16="http://schemas.microsoft.com/office/drawing/2014/main" id="{2841551D-6AEF-43D8-B02E-383048FCF321}"/>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90" name="sues200_uav_250m_to_satellite/sues200_uav_250m_to_satellite/seed-1/population/bin-15/visual">
            <a:extLst xmlns:a="http://schemas.openxmlformats.org/drawingml/2006/main">
              <a:ext uri="{FF2B5EF4-FFF2-40B4-BE49-F238E27FC236}">
                <a16:creationId xmlns:a16="http://schemas.microsoft.com/office/drawing/2014/main" id="{301C78E6-07E7-42EC-ABB8-FFBB3BD39092}"/>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1" name="sues200_uav_250m_to_satellite/sues200_uav_250m_to_satellite/seed-1/population/bin-15/full">
            <a:extLst xmlns:a="http://schemas.openxmlformats.org/drawingml/2006/main">
              <a:ext uri="{FF2B5EF4-FFF2-40B4-BE49-F238E27FC236}">
                <a16:creationId xmlns:a16="http://schemas.microsoft.com/office/drawing/2014/main" id="{F1410716-8390-489A-A607-69700FD2E753}"/>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2" name="sues200_uav_250m_to_satellite/sues200_uav_250m_to_satellite/seed-2/seed-heading">
            <a:extLst xmlns:a="http://schemas.openxmlformats.org/drawingml/2006/main">
              <a:ext uri="{FF2B5EF4-FFF2-40B4-BE49-F238E27FC236}">
                <a16:creationId xmlns:a16="http://schemas.microsoft.com/office/drawing/2014/main" id="{5DA64951-68CE-419A-B041-1A39F39B0D0D}"/>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3" name="sues200_uav_250m_to_satellite/sues200_uav_250m_to_satellite/seed-2/y-grid-0">
            <a:extLst xmlns:a="http://schemas.openxmlformats.org/drawingml/2006/main">
              <a:ext uri="{FF2B5EF4-FFF2-40B4-BE49-F238E27FC236}">
                <a16:creationId xmlns:a16="http://schemas.microsoft.com/office/drawing/2014/main" id="{08CC906C-5099-4475-8D69-1A80D1FE8040}"/>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uav_250m_to_satellite/sues200_uav_250m_to_satellite/seed-2/y-label-0">
            <a:extLst xmlns:a="http://schemas.openxmlformats.org/drawingml/2006/main">
              <a:ext uri="{FF2B5EF4-FFF2-40B4-BE49-F238E27FC236}">
                <a16:creationId xmlns:a16="http://schemas.microsoft.com/office/drawing/2014/main" id="{F9E0619C-F4C9-405B-9032-03BFB391919A}"/>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5" name="sues200_uav_250m_to_satellite/sues200_uav_250m_to_satellite/seed-2/x-tick-0">
            <a:extLst xmlns:a="http://schemas.openxmlformats.org/drawingml/2006/main">
              <a:ext uri="{FF2B5EF4-FFF2-40B4-BE49-F238E27FC236}">
                <a16:creationId xmlns:a16="http://schemas.microsoft.com/office/drawing/2014/main" id="{D1627648-EDD0-4B96-8A27-6E310F3EBF13}"/>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uav_250m_to_satellite/sues200_uav_250m_to_satellite/seed-2/x-label-0">
            <a:extLst xmlns:a="http://schemas.openxmlformats.org/drawingml/2006/main">
              <a:ext uri="{FF2B5EF4-FFF2-40B4-BE49-F238E27FC236}">
                <a16:creationId xmlns:a16="http://schemas.microsoft.com/office/drawing/2014/main" id="{3F462391-4EEB-4097-AD3E-8FD5856240ED}"/>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7" name="sues200_uav_250m_to_satellite/sues200_uav_250m_to_satellite/seed-2/y-grid-0.25">
            <a:extLst xmlns:a="http://schemas.openxmlformats.org/drawingml/2006/main">
              <a:ext uri="{FF2B5EF4-FFF2-40B4-BE49-F238E27FC236}">
                <a16:creationId xmlns:a16="http://schemas.microsoft.com/office/drawing/2014/main" id="{D3725E27-5F54-4E31-B80C-97116805A0F0}"/>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uav_250m_to_satellite/sues200_uav_250m_to_satellite/seed-2/y-label-0.25">
            <a:extLst xmlns:a="http://schemas.openxmlformats.org/drawingml/2006/main">
              <a:ext uri="{FF2B5EF4-FFF2-40B4-BE49-F238E27FC236}">
                <a16:creationId xmlns:a16="http://schemas.microsoft.com/office/drawing/2014/main" id="{B7842F15-FA53-45B7-9426-5953FD1B5375}"/>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9" name="sues200_uav_250m_to_satellite/sues200_uav_250m_to_satellite/seed-2/x-tick-0.25">
            <a:extLst xmlns:a="http://schemas.openxmlformats.org/drawingml/2006/main">
              <a:ext uri="{FF2B5EF4-FFF2-40B4-BE49-F238E27FC236}">
                <a16:creationId xmlns:a16="http://schemas.microsoft.com/office/drawing/2014/main" id="{611F02C3-2451-4CAF-969F-00BD8ED32381}"/>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250m_to_satellite/sues200_uav_250m_to_satellite/seed-2/x-label-0.25">
            <a:extLst xmlns:a="http://schemas.openxmlformats.org/drawingml/2006/main">
              <a:ext uri="{FF2B5EF4-FFF2-40B4-BE49-F238E27FC236}">
                <a16:creationId xmlns:a16="http://schemas.microsoft.com/office/drawing/2014/main" id="{09F11A98-88BD-4A73-B88B-886605BA74C3}"/>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1" name="sues200_uav_250m_to_satellite/sues200_uav_250m_to_satellite/seed-2/y-grid-0.5">
            <a:extLst xmlns:a="http://schemas.openxmlformats.org/drawingml/2006/main">
              <a:ext uri="{FF2B5EF4-FFF2-40B4-BE49-F238E27FC236}">
                <a16:creationId xmlns:a16="http://schemas.microsoft.com/office/drawing/2014/main" id="{D06DE252-F07D-4ABE-BF14-AB211913E8A5}"/>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uav_250m_to_satellite/sues200_uav_250m_to_satellite/seed-2/y-label-0.5">
            <a:extLst xmlns:a="http://schemas.openxmlformats.org/drawingml/2006/main">
              <a:ext uri="{FF2B5EF4-FFF2-40B4-BE49-F238E27FC236}">
                <a16:creationId xmlns:a16="http://schemas.microsoft.com/office/drawing/2014/main" id="{C38EE6F9-A3F4-480C-8F7F-C82821346A73}"/>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3" name="sues200_uav_250m_to_satellite/sues200_uav_250m_to_satellite/seed-2/x-tick-0.5">
            <a:extLst xmlns:a="http://schemas.openxmlformats.org/drawingml/2006/main">
              <a:ext uri="{FF2B5EF4-FFF2-40B4-BE49-F238E27FC236}">
                <a16:creationId xmlns:a16="http://schemas.microsoft.com/office/drawing/2014/main" id="{DCD0D463-5959-48FF-8EBE-DD0CD7BE1738}"/>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uav_250m_to_satellite/sues200_uav_250m_to_satellite/seed-2/x-label-0.5">
            <a:extLst xmlns:a="http://schemas.openxmlformats.org/drawingml/2006/main">
              <a:ext uri="{FF2B5EF4-FFF2-40B4-BE49-F238E27FC236}">
                <a16:creationId xmlns:a16="http://schemas.microsoft.com/office/drawing/2014/main" id="{8403EED5-6255-48DC-B727-A483000DB150}"/>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5" name="sues200_uav_250m_to_satellite/sues200_uav_250m_to_satellite/seed-2/y-grid-0.75">
            <a:extLst xmlns:a="http://schemas.openxmlformats.org/drawingml/2006/main">
              <a:ext uri="{FF2B5EF4-FFF2-40B4-BE49-F238E27FC236}">
                <a16:creationId xmlns:a16="http://schemas.microsoft.com/office/drawing/2014/main" id="{2BCDF9D2-DE7B-4471-8345-9E895275F942}"/>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uav_250m_to_satellite/sues200_uav_250m_to_satellite/seed-2/y-label-0.75">
            <a:extLst xmlns:a="http://schemas.openxmlformats.org/drawingml/2006/main">
              <a:ext uri="{FF2B5EF4-FFF2-40B4-BE49-F238E27FC236}">
                <a16:creationId xmlns:a16="http://schemas.microsoft.com/office/drawing/2014/main" id="{9C39DD4E-09A0-4A41-B785-A84EDD39C9E5}"/>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7" name="sues200_uav_250m_to_satellite/sues200_uav_250m_to_satellite/seed-2/x-tick-0.75">
            <a:extLst xmlns:a="http://schemas.openxmlformats.org/drawingml/2006/main">
              <a:ext uri="{FF2B5EF4-FFF2-40B4-BE49-F238E27FC236}">
                <a16:creationId xmlns:a16="http://schemas.microsoft.com/office/drawing/2014/main" id="{F43CAEB9-D946-4F19-B081-C30E77A1A524}"/>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uav_250m_to_satellite/sues200_uav_250m_to_satellite/seed-2/x-label-0.75">
            <a:extLst xmlns:a="http://schemas.openxmlformats.org/drawingml/2006/main">
              <a:ext uri="{FF2B5EF4-FFF2-40B4-BE49-F238E27FC236}">
                <a16:creationId xmlns:a16="http://schemas.microsoft.com/office/drawing/2014/main" id="{C8FAEF0E-D048-4B7F-B038-49FA442D6B3D}"/>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9" name="sues200_uav_250m_to_satellite/sues200_uav_250m_to_satellite/seed-2/y-grid-1">
            <a:extLst xmlns:a="http://schemas.openxmlformats.org/drawingml/2006/main">
              <a:ext uri="{FF2B5EF4-FFF2-40B4-BE49-F238E27FC236}">
                <a16:creationId xmlns:a16="http://schemas.microsoft.com/office/drawing/2014/main" id="{CA0CC721-99E9-4553-BE34-8C6290209618}"/>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10" name="sues200_uav_250m_to_satellite/sues200_uav_250m_to_satellite/seed-2/y-label-1">
            <a:extLst xmlns:a="http://schemas.openxmlformats.org/drawingml/2006/main">
              <a:ext uri="{FF2B5EF4-FFF2-40B4-BE49-F238E27FC236}">
                <a16:creationId xmlns:a16="http://schemas.microsoft.com/office/drawing/2014/main" id="{2E12B4E6-07B6-4996-B270-62F5D73D5B64}"/>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1" name="sues200_uav_250m_to_satellite/sues200_uav_250m_to_satellite/seed-2/x-tick-1">
            <a:extLst xmlns:a="http://schemas.openxmlformats.org/drawingml/2006/main">
              <a:ext uri="{FF2B5EF4-FFF2-40B4-BE49-F238E27FC236}">
                <a16:creationId xmlns:a16="http://schemas.microsoft.com/office/drawing/2014/main" id="{B75DC337-CD05-4C0F-AB63-ACE59A253759}"/>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uav_250m_to_satellite/sues200_uav_250m_to_satellite/seed-2/x-label-1">
            <a:extLst xmlns:a="http://schemas.openxmlformats.org/drawingml/2006/main">
              <a:ext uri="{FF2B5EF4-FFF2-40B4-BE49-F238E27FC236}">
                <a16:creationId xmlns:a16="http://schemas.microsoft.com/office/drawing/2014/main" id="{8B79CCCE-164B-41BF-9575-0FD43485483B}"/>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3" name="sues200_uav_250m_to_satellite/sues200_uav_250m_to_satellite/seed-2/reference-equality">
            <a:extLst xmlns:a="http://schemas.openxmlformats.org/drawingml/2006/main">
              <a:ext uri="{FF2B5EF4-FFF2-40B4-BE49-F238E27FC236}">
                <a16:creationId xmlns:a16="http://schemas.microsoft.com/office/drawing/2014/main" id="{F66158DE-932A-47E1-BC7D-E70C5B585140}"/>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4" name="sues200_uav_250m_to_satellite/sues200_uav_250m_to_satellite/seed-2/y-axis">
            <a:extLst xmlns:a="http://schemas.openxmlformats.org/drawingml/2006/main">
              <a:ext uri="{FF2B5EF4-FFF2-40B4-BE49-F238E27FC236}">
                <a16:creationId xmlns:a16="http://schemas.microsoft.com/office/drawing/2014/main" id="{112B1C6D-C4B7-4E52-9683-F834039FC33E}"/>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5" name="sues200_uav_250m_to_satellite/sues200_uav_250m_to_satellite/seed-2/x-axis">
            <a:extLst xmlns:a="http://schemas.openxmlformats.org/drawingml/2006/main">
              <a:ext uri="{FF2B5EF4-FFF2-40B4-BE49-F238E27FC236}">
                <a16:creationId xmlns:a16="http://schemas.microsoft.com/office/drawing/2014/main" id="{483F18C7-E1FF-48CC-9ED3-BA1CB3136ED7}"/>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6" name="sues200_uav_250m_to_satellite/sues200_uav_250m_to_satellite/seed-2/visual/bin-1/point">
            <a:extLst xmlns:a="http://schemas.openxmlformats.org/drawingml/2006/main">
              <a:ext uri="{FF2B5EF4-FFF2-40B4-BE49-F238E27FC236}">
                <a16:creationId xmlns:a16="http://schemas.microsoft.com/office/drawing/2014/main" id="{8F4FEF6C-D073-46C8-A7E7-3106CEAD41E5}"/>
              </a:ext>
            </a:extLst>
          </p:cNvPr>
          <p:cNvSpPr>
            <a:spLocks xmlns:a="http://schemas.openxmlformats.org/drawingml/2006/main" noGrp="1"/>
          </p:cNvSpPr>
          <p:nvPr/>
        </p:nvSpPr>
        <p:spPr>
          <a:xfrm xmlns:a="http://schemas.openxmlformats.org/drawingml/2006/main">
            <a:off x="2551476" y="206545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7" name="sues200_uav_250m_to_satellite/sues200_uav_250m_to_satellite/seed-2/visual/bin-2/point">
            <a:extLst xmlns:a="http://schemas.openxmlformats.org/drawingml/2006/main">
              <a:ext uri="{FF2B5EF4-FFF2-40B4-BE49-F238E27FC236}">
                <a16:creationId xmlns:a16="http://schemas.microsoft.com/office/drawing/2014/main" id="{7C6E9408-F5C4-4862-BBE9-1557E30871A0}"/>
              </a:ext>
            </a:extLst>
          </p:cNvPr>
          <p:cNvSpPr>
            <a:spLocks xmlns:a="http://schemas.openxmlformats.org/drawingml/2006/main" noGrp="1"/>
          </p:cNvSpPr>
          <p:nvPr/>
        </p:nvSpPr>
        <p:spPr>
          <a:xfrm xmlns:a="http://schemas.openxmlformats.org/drawingml/2006/main">
            <a:off x="2650113" y="15592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8" name="sues200_uav_250m_to_satellite/sues200_uav_250m_to_satellite/seed-2/visual/bin-3/point">
            <a:extLst xmlns:a="http://schemas.openxmlformats.org/drawingml/2006/main">
              <a:ext uri="{FF2B5EF4-FFF2-40B4-BE49-F238E27FC236}">
                <a16:creationId xmlns:a16="http://schemas.microsoft.com/office/drawing/2014/main" id="{E2C0EC12-288C-4BCE-B398-305D86083FD1}"/>
              </a:ext>
            </a:extLst>
          </p:cNvPr>
          <p:cNvSpPr>
            <a:spLocks xmlns:a="http://schemas.openxmlformats.org/drawingml/2006/main" noGrp="1"/>
          </p:cNvSpPr>
          <p:nvPr/>
        </p:nvSpPr>
        <p:spPr>
          <a:xfrm xmlns:a="http://schemas.openxmlformats.org/drawingml/2006/main">
            <a:off x="2745005" y="162679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9" name="sues200_uav_250m_to_satellite/sues200_uav_250m_to_satellite/seed-2/visual/bin-4/point">
            <a:extLst xmlns:a="http://schemas.openxmlformats.org/drawingml/2006/main">
              <a:ext uri="{FF2B5EF4-FFF2-40B4-BE49-F238E27FC236}">
                <a16:creationId xmlns:a16="http://schemas.microsoft.com/office/drawing/2014/main" id="{035F5929-5F5F-48AF-B44E-65F02C8EDE37}"/>
              </a:ext>
            </a:extLst>
          </p:cNvPr>
          <p:cNvSpPr>
            <a:spLocks xmlns:a="http://schemas.openxmlformats.org/drawingml/2006/main" noGrp="1"/>
          </p:cNvSpPr>
          <p:nvPr/>
        </p:nvSpPr>
        <p:spPr>
          <a:xfrm xmlns:a="http://schemas.openxmlformats.org/drawingml/2006/main">
            <a:off x="2831721" y="26498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20" name="sues200_uav_250m_to_satellite/sues200_uav_250m_to_satellite/seed-2/visual/ECE">
            <a:extLst xmlns:a="http://schemas.openxmlformats.org/drawingml/2006/main">
              <a:ext uri="{FF2B5EF4-FFF2-40B4-BE49-F238E27FC236}">
                <a16:creationId xmlns:a16="http://schemas.microsoft.com/office/drawing/2014/main" id="{F896ADCA-ED1F-44F3-9760-AF2A7D9662E7}"/>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0.4177</a:t>
            </a:r>
          </a:p>
        </p:txBody>
      </p:sp>
      <p:sp>
        <p:nvSpPr>
          <p:cNvPr id="121" name="sues200_uav_250m_to_satellite/sues200_uav_250m_to_satellite/seed-2/full/bin-1/point">
            <a:extLst xmlns:a="http://schemas.openxmlformats.org/drawingml/2006/main">
              <a:ext uri="{FF2B5EF4-FFF2-40B4-BE49-F238E27FC236}">
                <a16:creationId xmlns:a16="http://schemas.microsoft.com/office/drawing/2014/main" id="{14F5F56D-0057-49CA-BFA8-6B2D4846A2A5}"/>
              </a:ext>
            </a:extLst>
          </p:cNvPr>
          <p:cNvSpPr>
            <a:spLocks xmlns:a="http://schemas.openxmlformats.org/drawingml/2006/main" noGrp="1"/>
          </p:cNvSpPr>
          <p:nvPr/>
        </p:nvSpPr>
        <p:spPr>
          <a:xfrm xmlns:a="http://schemas.openxmlformats.org/drawingml/2006/main">
            <a:off x="2556545" y="213720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2" name="sues200_uav_250m_to_satellite/sues200_uav_250m_to_satellite/seed-2/full/bin-2/point">
            <a:extLst xmlns:a="http://schemas.openxmlformats.org/drawingml/2006/main">
              <a:ext uri="{FF2B5EF4-FFF2-40B4-BE49-F238E27FC236}">
                <a16:creationId xmlns:a16="http://schemas.microsoft.com/office/drawing/2014/main" id="{9E7D2E9B-D7C7-4BA4-81A8-744446648E48}"/>
              </a:ext>
            </a:extLst>
          </p:cNvPr>
          <p:cNvSpPr>
            <a:spLocks xmlns:a="http://schemas.openxmlformats.org/drawingml/2006/main" noGrp="1"/>
          </p:cNvSpPr>
          <p:nvPr/>
        </p:nvSpPr>
        <p:spPr>
          <a:xfrm xmlns:a="http://schemas.openxmlformats.org/drawingml/2006/main">
            <a:off x="2657867" y="177596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3" name="sues200_uav_250m_to_satellite/sues200_uav_250m_to_satellite/seed-2/full/bin-3/point">
            <a:extLst xmlns:a="http://schemas.openxmlformats.org/drawingml/2006/main">
              <a:ext uri="{FF2B5EF4-FFF2-40B4-BE49-F238E27FC236}">
                <a16:creationId xmlns:a16="http://schemas.microsoft.com/office/drawing/2014/main" id="{5B70060C-2061-4064-A4EC-418C05D99CF9}"/>
              </a:ext>
            </a:extLst>
          </p:cNvPr>
          <p:cNvSpPr>
            <a:spLocks xmlns:a="http://schemas.openxmlformats.org/drawingml/2006/main" noGrp="1"/>
          </p:cNvSpPr>
          <p:nvPr/>
        </p:nvSpPr>
        <p:spPr>
          <a:xfrm xmlns:a="http://schemas.openxmlformats.org/drawingml/2006/main">
            <a:off x="2764954" y="200081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4" name="sues200_uav_250m_to_satellite/sues200_uav_250m_to_satellite/seed-2/full/ECE">
            <a:extLst xmlns:a="http://schemas.openxmlformats.org/drawingml/2006/main">
              <a:ext uri="{FF2B5EF4-FFF2-40B4-BE49-F238E27FC236}">
                <a16:creationId xmlns:a16="http://schemas.microsoft.com/office/drawing/2014/main" id="{68AC98F8-C919-4580-9E98-F422D6C1B79E}"/>
              </a:ext>
            </a:extLst>
          </p:cNvPr>
          <p:cNvSpPr>
            <a:spLocks xmlns:a="http://schemas.openxmlformats.org/drawingml/2006/main" noGrp="1"/>
          </p:cNvSpPr>
          <p:nvPr/>
        </p:nvSpPr>
        <p:spPr>
          <a:xfrm xmlns:a="http://schemas.openxmlformats.org/drawingml/2006/main">
            <a:off x="2976578" y="3437128"/>
            <a:ext cx="72704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0.3511</a:t>
            </a:r>
          </a:p>
        </p:txBody>
      </p:sp>
      <p:sp>
        <p:nvSpPr>
          <p:cNvPr id="125" name="sues200_uav_250m_to_satellite/sues200_uav_250m_to_satellite/seed-2/population/N">
            <a:extLst xmlns:a="http://schemas.openxmlformats.org/drawingml/2006/main">
              <a:ext uri="{FF2B5EF4-FFF2-40B4-BE49-F238E27FC236}">
                <a16:creationId xmlns:a16="http://schemas.microsoft.com/office/drawing/2014/main" id="{B5083CCB-0764-4399-837A-AE4192003228}"/>
              </a:ext>
            </a:extLst>
          </p:cNvPr>
          <p:cNvSpPr>
            <a:spLocks xmlns:a="http://schemas.openxmlformats.org/drawingml/2006/main" noGrp="1"/>
          </p:cNvSpPr>
          <p:nvPr/>
        </p:nvSpPr>
        <p:spPr>
          <a:xfrm xmlns:a="http://schemas.openxmlformats.org/drawingml/2006/main">
            <a:off x="27051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126" name="sues200_uav_250m_to_satellite/sues200_uav_250m_to_satellite/seed-2/population/header/bin">
            <a:extLst xmlns:a="http://schemas.openxmlformats.org/drawingml/2006/main">
              <a:ext uri="{FF2B5EF4-FFF2-40B4-BE49-F238E27FC236}">
                <a16:creationId xmlns:a16="http://schemas.microsoft.com/office/drawing/2014/main" id="{B01F5871-43FE-4ED7-8E00-772248BE14DA}"/>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7" name="sues200_uav_250m_to_satellite/sues200_uav_250m_to_satellite/seed-2/population/header/visual">
            <a:extLst xmlns:a="http://schemas.openxmlformats.org/drawingml/2006/main">
              <a:ext uri="{FF2B5EF4-FFF2-40B4-BE49-F238E27FC236}">
                <a16:creationId xmlns:a16="http://schemas.microsoft.com/office/drawing/2014/main" id="{CFB6B6E3-E6B3-4169-8345-CAB7FC48644E}"/>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8" name="sues200_uav_250m_to_satellite/sues200_uav_250m_to_satellite/seed-2/population/header/full">
            <a:extLst xmlns:a="http://schemas.openxmlformats.org/drawingml/2006/main">
              <a:ext uri="{FF2B5EF4-FFF2-40B4-BE49-F238E27FC236}">
                <a16:creationId xmlns:a16="http://schemas.microsoft.com/office/drawing/2014/main" id="{80FAE854-14FA-4D77-840B-E1168F8C8FEF}"/>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9" name="sues200_uav_250m_to_satellite/sues200_uav_250m_to_satellite/seed-2/population/header/rule">
            <a:extLst xmlns:a="http://schemas.openxmlformats.org/drawingml/2006/main">
              <a:ext uri="{FF2B5EF4-FFF2-40B4-BE49-F238E27FC236}">
                <a16:creationId xmlns:a16="http://schemas.microsoft.com/office/drawing/2014/main" id="{F07C1F33-60C1-4FA9-83AA-735A97101413}"/>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30" name="sues200_uav_250m_to_satellite/sues200_uav_250m_to_satellite/seed-2/population/bin-1/label">
            <a:extLst xmlns:a="http://schemas.openxmlformats.org/drawingml/2006/main">
              <a:ext uri="{FF2B5EF4-FFF2-40B4-BE49-F238E27FC236}">
                <a16:creationId xmlns:a16="http://schemas.microsoft.com/office/drawing/2014/main" id="{B0F8C5CB-1137-485E-92B6-1B5A38A8D7E3}"/>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31" name="sues200_uav_250m_to_satellite/sues200_uav_250m_to_satellite/seed-2/population/bin-1/visual">
            <a:extLst xmlns:a="http://schemas.openxmlformats.org/drawingml/2006/main">
              <a:ext uri="{FF2B5EF4-FFF2-40B4-BE49-F238E27FC236}">
                <a16:creationId xmlns:a16="http://schemas.microsoft.com/office/drawing/2014/main" id="{781F652F-58E0-4853-9F8A-B548FC934F66}"/>
              </a:ext>
            </a:extLst>
          </p:cNvPr>
          <p:cNvSpPr>
            <a:spLocks xmlns:a="http://schemas.openxmlformats.org/drawingml/2006/main" noGrp="1"/>
          </p:cNvSpPr>
          <p:nvPr/>
        </p:nvSpPr>
        <p:spPr>
          <a:xfrm xmlns:a="http://schemas.openxmlformats.org/drawingml/2006/main">
            <a:off x="3158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3320</a:t>
            </a:r>
          </a:p>
        </p:txBody>
      </p:sp>
      <p:sp>
        <p:nvSpPr>
          <p:cNvPr id="132" name="sues200_uav_250m_to_satellite/sues200_uav_250m_to_satellite/seed-2/population/bin-1/full">
            <a:extLst xmlns:a="http://schemas.openxmlformats.org/drawingml/2006/main">
              <a:ext uri="{FF2B5EF4-FFF2-40B4-BE49-F238E27FC236}">
                <a16:creationId xmlns:a16="http://schemas.microsoft.com/office/drawing/2014/main" id="{F3A2BEBE-5275-49EE-ADA6-E0A51E8CCF2A}"/>
              </a:ext>
            </a:extLst>
          </p:cNvPr>
          <p:cNvSpPr>
            <a:spLocks xmlns:a="http://schemas.openxmlformats.org/drawingml/2006/main" noGrp="1"/>
          </p:cNvSpPr>
          <p:nvPr/>
        </p:nvSpPr>
        <p:spPr>
          <a:xfrm xmlns:a="http://schemas.openxmlformats.org/drawingml/2006/main">
            <a:off x="3793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3436</a:t>
            </a:r>
          </a:p>
        </p:txBody>
      </p:sp>
      <p:sp>
        <p:nvSpPr>
          <p:cNvPr id="133" name="sues200_uav_250m_to_satellite/sues200_uav_250m_to_satellite/seed-2/population/bin-2/label">
            <a:extLst xmlns:a="http://schemas.openxmlformats.org/drawingml/2006/main">
              <a:ext uri="{FF2B5EF4-FFF2-40B4-BE49-F238E27FC236}">
                <a16:creationId xmlns:a16="http://schemas.microsoft.com/office/drawing/2014/main" id="{DB4B5EB1-960F-4386-9587-9D393CBAF5FC}"/>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4" name="sues200_uav_250m_to_satellite/sues200_uav_250m_to_satellite/seed-2/population/bin-2/visual">
            <a:extLst xmlns:a="http://schemas.openxmlformats.org/drawingml/2006/main">
              <a:ext uri="{FF2B5EF4-FFF2-40B4-BE49-F238E27FC236}">
                <a16:creationId xmlns:a16="http://schemas.microsoft.com/office/drawing/2014/main" id="{3D72D159-5510-42D0-BDED-C5C3022F051D}"/>
              </a:ext>
            </a:extLst>
          </p:cNvPr>
          <p:cNvSpPr>
            <a:spLocks xmlns:a="http://schemas.openxmlformats.org/drawingml/2006/main" noGrp="1"/>
          </p:cNvSpPr>
          <p:nvPr/>
        </p:nvSpPr>
        <p:spPr>
          <a:xfrm xmlns:a="http://schemas.openxmlformats.org/drawingml/2006/main">
            <a:off x="3187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643</a:t>
            </a:r>
          </a:p>
        </p:txBody>
      </p:sp>
      <p:sp>
        <p:nvSpPr>
          <p:cNvPr id="135" name="sues200_uav_250m_to_satellite/sues200_uav_250m_to_satellite/seed-2/population/bin-2/full">
            <a:extLst xmlns:a="http://schemas.openxmlformats.org/drawingml/2006/main">
              <a:ext uri="{FF2B5EF4-FFF2-40B4-BE49-F238E27FC236}">
                <a16:creationId xmlns:a16="http://schemas.microsoft.com/office/drawing/2014/main" id="{A52909EB-644C-4569-A254-585DE363D35A}"/>
              </a:ext>
            </a:extLst>
          </p:cNvPr>
          <p:cNvSpPr>
            <a:spLocks xmlns:a="http://schemas.openxmlformats.org/drawingml/2006/main" noGrp="1"/>
          </p:cNvSpPr>
          <p:nvPr/>
        </p:nvSpPr>
        <p:spPr>
          <a:xfrm xmlns:a="http://schemas.openxmlformats.org/drawingml/2006/main">
            <a:off x="3822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546</a:t>
            </a:r>
          </a:p>
        </p:txBody>
      </p:sp>
      <p:sp>
        <p:nvSpPr>
          <p:cNvPr id="136" name="sues200_uav_250m_to_satellite/sues200_uav_250m_to_satellite/seed-2/population/bin-3/label">
            <a:extLst xmlns:a="http://schemas.openxmlformats.org/drawingml/2006/main">
              <a:ext uri="{FF2B5EF4-FFF2-40B4-BE49-F238E27FC236}">
                <a16:creationId xmlns:a16="http://schemas.microsoft.com/office/drawing/2014/main" id="{C666C269-036B-417B-AE48-90E5D59E4E90}"/>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7" name="sues200_uav_250m_to_satellite/sues200_uav_250m_to_satellite/seed-2/population/bin-3/visual">
            <a:extLst xmlns:a="http://schemas.openxmlformats.org/drawingml/2006/main">
              <a:ext uri="{FF2B5EF4-FFF2-40B4-BE49-F238E27FC236}">
                <a16:creationId xmlns:a16="http://schemas.microsoft.com/office/drawing/2014/main" id="{59DEB8ED-07A3-44E6-8786-14F17D4746FC}"/>
              </a:ext>
            </a:extLst>
          </p:cNvPr>
          <p:cNvSpPr>
            <a:spLocks xmlns:a="http://schemas.openxmlformats.org/drawingml/2006/main" noGrp="1"/>
          </p:cNvSpPr>
          <p:nvPr/>
        </p:nvSpPr>
        <p:spPr>
          <a:xfrm xmlns:a="http://schemas.openxmlformats.org/drawingml/2006/main">
            <a:off x="3215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a:t>
            </a:r>
          </a:p>
        </p:txBody>
      </p:sp>
      <p:sp>
        <p:nvSpPr>
          <p:cNvPr id="138" name="sues200_uav_250m_to_satellite/sues200_uav_250m_to_satellite/seed-2/population/bin-3/full">
            <a:extLst xmlns:a="http://schemas.openxmlformats.org/drawingml/2006/main">
              <a:ext uri="{FF2B5EF4-FFF2-40B4-BE49-F238E27FC236}">
                <a16:creationId xmlns:a16="http://schemas.microsoft.com/office/drawing/2014/main" id="{7BAAAE7F-9A03-401D-829B-698853E2AAD9}"/>
              </a:ext>
            </a:extLst>
          </p:cNvPr>
          <p:cNvSpPr>
            <a:spLocks xmlns:a="http://schemas.openxmlformats.org/drawingml/2006/main" noGrp="1"/>
          </p:cNvSpPr>
          <p:nvPr/>
        </p:nvSpPr>
        <p:spPr>
          <a:xfrm xmlns:a="http://schemas.openxmlformats.org/drawingml/2006/main">
            <a:off x="3850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a:t>
            </a:r>
          </a:p>
        </p:txBody>
      </p:sp>
      <p:sp>
        <p:nvSpPr>
          <p:cNvPr id="139" name="sues200_uav_250m_to_satellite/sues200_uav_250m_to_satellite/seed-2/population/bin-4/label">
            <a:extLst xmlns:a="http://schemas.openxmlformats.org/drawingml/2006/main">
              <a:ext uri="{FF2B5EF4-FFF2-40B4-BE49-F238E27FC236}">
                <a16:creationId xmlns:a16="http://schemas.microsoft.com/office/drawing/2014/main" id="{08BA6DC9-61C2-4097-8471-54DABD5F386C}"/>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40" name="sues200_uav_250m_to_satellite/sues200_uav_250m_to_satellite/seed-2/population/bin-4/visual">
            <a:extLst xmlns:a="http://schemas.openxmlformats.org/drawingml/2006/main">
              <a:ext uri="{FF2B5EF4-FFF2-40B4-BE49-F238E27FC236}">
                <a16:creationId xmlns:a16="http://schemas.microsoft.com/office/drawing/2014/main" id="{4DB71E5F-D61C-4208-8584-316937DD6FEC}"/>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a:t>
            </a:r>
          </a:p>
        </p:txBody>
      </p:sp>
      <p:sp>
        <p:nvSpPr>
          <p:cNvPr id="141" name="sues200_uav_250m_to_satellite/sues200_uav_250m_to_satellite/seed-2/population/bin-4/full">
            <a:extLst xmlns:a="http://schemas.openxmlformats.org/drawingml/2006/main">
              <a:ext uri="{FF2B5EF4-FFF2-40B4-BE49-F238E27FC236}">
                <a16:creationId xmlns:a16="http://schemas.microsoft.com/office/drawing/2014/main" id="{421C8590-560E-48BB-B76E-51AA72994A9C}"/>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uav_250m_to_satellite/sues200_uav_250m_to_satellite/seed-2/population/bin-5/label">
            <a:extLst xmlns:a="http://schemas.openxmlformats.org/drawingml/2006/main">
              <a:ext uri="{FF2B5EF4-FFF2-40B4-BE49-F238E27FC236}">
                <a16:creationId xmlns:a16="http://schemas.microsoft.com/office/drawing/2014/main" id="{D9187F8D-7D81-4548-B408-25DC09581108}"/>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43" name="sues200_uav_250m_to_satellite/sues200_uav_250m_to_satellite/seed-2/population/bin-5/visual">
            <a:extLst xmlns:a="http://schemas.openxmlformats.org/drawingml/2006/main">
              <a:ext uri="{FF2B5EF4-FFF2-40B4-BE49-F238E27FC236}">
                <a16:creationId xmlns:a16="http://schemas.microsoft.com/office/drawing/2014/main" id="{5C0A6A01-DAA4-4E3E-A182-B3E8B7E6AAF2}"/>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uav_250m_to_satellite/sues200_uav_250m_to_satellite/seed-2/population/bin-5/full">
            <a:extLst xmlns:a="http://schemas.openxmlformats.org/drawingml/2006/main">
              <a:ext uri="{FF2B5EF4-FFF2-40B4-BE49-F238E27FC236}">
                <a16:creationId xmlns:a16="http://schemas.microsoft.com/office/drawing/2014/main" id="{7A001DD9-2192-436E-AF63-9F428EAB1690}"/>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uav_250m_to_satellite/sues200_uav_250m_to_satellite/seed-2/population/bin-6/label">
            <a:extLst xmlns:a="http://schemas.openxmlformats.org/drawingml/2006/main">
              <a:ext uri="{FF2B5EF4-FFF2-40B4-BE49-F238E27FC236}">
                <a16:creationId xmlns:a16="http://schemas.microsoft.com/office/drawing/2014/main" id="{96D897B4-5FF4-44A8-9DB3-1DCBFC957B25}"/>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6" name="sues200_uav_250m_to_satellite/sues200_uav_250m_to_satellite/seed-2/population/bin-6/visual">
            <a:extLst xmlns:a="http://schemas.openxmlformats.org/drawingml/2006/main">
              <a:ext uri="{FF2B5EF4-FFF2-40B4-BE49-F238E27FC236}">
                <a16:creationId xmlns:a16="http://schemas.microsoft.com/office/drawing/2014/main" id="{FADD50C3-2C43-4FEF-9F73-3F6B5B04CA6D}"/>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uav_250m_to_satellite/sues200_uav_250m_to_satellite/seed-2/population/bin-6/full">
            <a:extLst xmlns:a="http://schemas.openxmlformats.org/drawingml/2006/main">
              <a:ext uri="{FF2B5EF4-FFF2-40B4-BE49-F238E27FC236}">
                <a16:creationId xmlns:a16="http://schemas.microsoft.com/office/drawing/2014/main" id="{C99689EC-CCB9-4973-9E91-96A13BD339FC}"/>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uav_250m_to_satellite/sues200_uav_250m_to_satellite/seed-2/population/bin-7/label">
            <a:extLst xmlns:a="http://schemas.openxmlformats.org/drawingml/2006/main">
              <a:ext uri="{FF2B5EF4-FFF2-40B4-BE49-F238E27FC236}">
                <a16:creationId xmlns:a16="http://schemas.microsoft.com/office/drawing/2014/main" id="{F0FD6BB0-C02E-4482-97DC-40C98098C72A}"/>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9" name="sues200_uav_250m_to_satellite/sues200_uav_250m_to_satellite/seed-2/population/bin-7/visual">
            <a:extLst xmlns:a="http://schemas.openxmlformats.org/drawingml/2006/main">
              <a:ext uri="{FF2B5EF4-FFF2-40B4-BE49-F238E27FC236}">
                <a16:creationId xmlns:a16="http://schemas.microsoft.com/office/drawing/2014/main" id="{54F04C54-C153-4471-A45A-903D7C22A727}"/>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uav_250m_to_satellite/sues200_uav_250m_to_satellite/seed-2/population/bin-7/full">
            <a:extLst xmlns:a="http://schemas.openxmlformats.org/drawingml/2006/main">
              <a:ext uri="{FF2B5EF4-FFF2-40B4-BE49-F238E27FC236}">
                <a16:creationId xmlns:a16="http://schemas.microsoft.com/office/drawing/2014/main" id="{9EC2AA1F-874C-4507-A0B8-415126983DA3}"/>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uav_250m_to_satellite/sues200_uav_250m_to_satellite/seed-2/population/bin-8/label">
            <a:extLst xmlns:a="http://schemas.openxmlformats.org/drawingml/2006/main">
              <a:ext uri="{FF2B5EF4-FFF2-40B4-BE49-F238E27FC236}">
                <a16:creationId xmlns:a16="http://schemas.microsoft.com/office/drawing/2014/main" id="{67FA1FAA-C77A-402D-869B-48A1D15ED6DB}"/>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52" name="sues200_uav_250m_to_satellite/sues200_uav_250m_to_satellite/seed-2/population/bin-8/visual">
            <a:extLst xmlns:a="http://schemas.openxmlformats.org/drawingml/2006/main">
              <a:ext uri="{FF2B5EF4-FFF2-40B4-BE49-F238E27FC236}">
                <a16:creationId xmlns:a16="http://schemas.microsoft.com/office/drawing/2014/main" id="{EE9EB012-5F0D-42B4-8297-162E62C108CD}"/>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uav_250m_to_satellite/sues200_uav_250m_to_satellite/seed-2/population/bin-8/full">
            <a:extLst xmlns:a="http://schemas.openxmlformats.org/drawingml/2006/main">
              <a:ext uri="{FF2B5EF4-FFF2-40B4-BE49-F238E27FC236}">
                <a16:creationId xmlns:a16="http://schemas.microsoft.com/office/drawing/2014/main" id="{AE72B3A0-4759-430F-926E-050CF5F0D727}"/>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uav_250m_to_satellite/sues200_uav_250m_to_satellite/seed-2/population/bin-9/label">
            <a:extLst xmlns:a="http://schemas.openxmlformats.org/drawingml/2006/main">
              <a:ext uri="{FF2B5EF4-FFF2-40B4-BE49-F238E27FC236}">
                <a16:creationId xmlns:a16="http://schemas.microsoft.com/office/drawing/2014/main" id="{3AABEDA9-59F4-40D1-A313-98F4668AC722}"/>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5" name="sues200_uav_250m_to_satellite/sues200_uav_250m_to_satellite/seed-2/population/bin-9/visual">
            <a:extLst xmlns:a="http://schemas.openxmlformats.org/drawingml/2006/main">
              <a:ext uri="{FF2B5EF4-FFF2-40B4-BE49-F238E27FC236}">
                <a16:creationId xmlns:a16="http://schemas.microsoft.com/office/drawing/2014/main" id="{C00FFB40-3992-4FD7-903F-0050B0B1E335}"/>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uav_250m_to_satellite/sues200_uav_250m_to_satellite/seed-2/population/bin-9/full">
            <a:extLst xmlns:a="http://schemas.openxmlformats.org/drawingml/2006/main">
              <a:ext uri="{FF2B5EF4-FFF2-40B4-BE49-F238E27FC236}">
                <a16:creationId xmlns:a16="http://schemas.microsoft.com/office/drawing/2014/main" id="{46D83880-F69B-4075-B267-1273F5EFDC6C}"/>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uav_250m_to_satellite/sues200_uav_250m_to_satellite/seed-2/population/bin-10/label">
            <a:extLst xmlns:a="http://schemas.openxmlformats.org/drawingml/2006/main">
              <a:ext uri="{FF2B5EF4-FFF2-40B4-BE49-F238E27FC236}">
                <a16:creationId xmlns:a16="http://schemas.microsoft.com/office/drawing/2014/main" id="{B7A0DE0F-00AB-4785-90F6-5284552644C3}"/>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8" name="sues200_uav_250m_to_satellite/sues200_uav_250m_to_satellite/seed-2/population/bin-10/visual">
            <a:extLst xmlns:a="http://schemas.openxmlformats.org/drawingml/2006/main">
              <a:ext uri="{FF2B5EF4-FFF2-40B4-BE49-F238E27FC236}">
                <a16:creationId xmlns:a16="http://schemas.microsoft.com/office/drawing/2014/main" id="{FDE43AE0-32CB-44F6-9BD8-2DE5935A1E03}"/>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uav_250m_to_satellite/sues200_uav_250m_to_satellite/seed-2/population/bin-10/full">
            <a:extLst xmlns:a="http://schemas.openxmlformats.org/drawingml/2006/main">
              <a:ext uri="{FF2B5EF4-FFF2-40B4-BE49-F238E27FC236}">
                <a16:creationId xmlns:a16="http://schemas.microsoft.com/office/drawing/2014/main" id="{AF588982-FBDD-4CD4-8868-A182F293F2AE}"/>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uav_250m_to_satellite/sues200_uav_250m_to_satellite/seed-2/population/bin-11/label">
            <a:extLst xmlns:a="http://schemas.openxmlformats.org/drawingml/2006/main">
              <a:ext uri="{FF2B5EF4-FFF2-40B4-BE49-F238E27FC236}">
                <a16:creationId xmlns:a16="http://schemas.microsoft.com/office/drawing/2014/main" id="{5CEE4873-C33F-4866-AA24-FDEDB23630AF}"/>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61" name="sues200_uav_250m_to_satellite/sues200_uav_250m_to_satellite/seed-2/population/bin-11/visual">
            <a:extLst xmlns:a="http://schemas.openxmlformats.org/drawingml/2006/main">
              <a:ext uri="{FF2B5EF4-FFF2-40B4-BE49-F238E27FC236}">
                <a16:creationId xmlns:a16="http://schemas.microsoft.com/office/drawing/2014/main" id="{0C504B24-AE05-460F-8B50-1FCED0FE3608}"/>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uav_250m_to_satellite/sues200_uav_250m_to_satellite/seed-2/population/bin-11/full">
            <a:extLst xmlns:a="http://schemas.openxmlformats.org/drawingml/2006/main">
              <a:ext uri="{FF2B5EF4-FFF2-40B4-BE49-F238E27FC236}">
                <a16:creationId xmlns:a16="http://schemas.microsoft.com/office/drawing/2014/main" id="{672562CA-4492-4A47-A57B-0652826591F3}"/>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uav_250m_to_satellite/sues200_uav_250m_to_satellite/seed-2/population/bin-12/label">
            <a:extLst xmlns:a="http://schemas.openxmlformats.org/drawingml/2006/main">
              <a:ext uri="{FF2B5EF4-FFF2-40B4-BE49-F238E27FC236}">
                <a16:creationId xmlns:a16="http://schemas.microsoft.com/office/drawing/2014/main" id="{6C2123E8-00D5-4BF3-BFF4-193376A15A82}"/>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4" name="sues200_uav_250m_to_satellite/sues200_uav_250m_to_satellite/seed-2/population/bin-12/visual">
            <a:extLst xmlns:a="http://schemas.openxmlformats.org/drawingml/2006/main">
              <a:ext uri="{FF2B5EF4-FFF2-40B4-BE49-F238E27FC236}">
                <a16:creationId xmlns:a16="http://schemas.microsoft.com/office/drawing/2014/main" id="{64261B87-F564-4D03-92C0-B942BBA4CBFE}"/>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uav_250m_to_satellite/sues200_uav_250m_to_satellite/seed-2/population/bin-12/full">
            <a:extLst xmlns:a="http://schemas.openxmlformats.org/drawingml/2006/main">
              <a:ext uri="{FF2B5EF4-FFF2-40B4-BE49-F238E27FC236}">
                <a16:creationId xmlns:a16="http://schemas.microsoft.com/office/drawing/2014/main" id="{0608AECC-E7C6-4E54-9B5C-9D713057615E}"/>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uav_250m_to_satellite/sues200_uav_250m_to_satellite/seed-2/population/bin-13/label">
            <a:extLst xmlns:a="http://schemas.openxmlformats.org/drawingml/2006/main">
              <a:ext uri="{FF2B5EF4-FFF2-40B4-BE49-F238E27FC236}">
                <a16:creationId xmlns:a16="http://schemas.microsoft.com/office/drawing/2014/main" id="{25CA0E87-D8A6-4682-8C85-F5AB9B7C07AE}"/>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7" name="sues200_uav_250m_to_satellite/sues200_uav_250m_to_satellite/seed-2/population/bin-13/visual">
            <a:extLst xmlns:a="http://schemas.openxmlformats.org/drawingml/2006/main">
              <a:ext uri="{FF2B5EF4-FFF2-40B4-BE49-F238E27FC236}">
                <a16:creationId xmlns:a16="http://schemas.microsoft.com/office/drawing/2014/main" id="{CD14EA24-03E4-41EB-84B0-A0147DC15A3D}"/>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8" name="sues200_uav_250m_to_satellite/sues200_uav_250m_to_satellite/seed-2/population/bin-13/full">
            <a:extLst xmlns:a="http://schemas.openxmlformats.org/drawingml/2006/main">
              <a:ext uri="{FF2B5EF4-FFF2-40B4-BE49-F238E27FC236}">
                <a16:creationId xmlns:a16="http://schemas.microsoft.com/office/drawing/2014/main" id="{B4A68EB7-F378-4090-A497-2B4A49BF3A01}"/>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9" name="sues200_uav_250m_to_satellite/sues200_uav_250m_to_satellite/seed-2/population/bin-14/label">
            <a:extLst xmlns:a="http://schemas.openxmlformats.org/drawingml/2006/main">
              <a:ext uri="{FF2B5EF4-FFF2-40B4-BE49-F238E27FC236}">
                <a16:creationId xmlns:a16="http://schemas.microsoft.com/office/drawing/2014/main" id="{3A85A166-6787-40B6-8CBE-EAFA129B0D40}"/>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70" name="sues200_uav_250m_to_satellite/sues200_uav_250m_to_satellite/seed-2/population/bin-14/visual">
            <a:extLst xmlns:a="http://schemas.openxmlformats.org/drawingml/2006/main">
              <a:ext uri="{FF2B5EF4-FFF2-40B4-BE49-F238E27FC236}">
                <a16:creationId xmlns:a16="http://schemas.microsoft.com/office/drawing/2014/main" id="{0F963AF6-514C-4042-85B1-EA3B53CB87A8}"/>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1" name="sues200_uav_250m_to_satellite/sues200_uav_250m_to_satellite/seed-2/population/bin-14/full">
            <a:extLst xmlns:a="http://schemas.openxmlformats.org/drawingml/2006/main">
              <a:ext uri="{FF2B5EF4-FFF2-40B4-BE49-F238E27FC236}">
                <a16:creationId xmlns:a16="http://schemas.microsoft.com/office/drawing/2014/main" id="{10A5D1F4-0593-47FD-8C5B-8CFBA9701A98}"/>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2" name="sues200_uav_250m_to_satellite/sues200_uav_250m_to_satellite/seed-2/population/bin-15/label">
            <a:extLst xmlns:a="http://schemas.openxmlformats.org/drawingml/2006/main">
              <a:ext uri="{FF2B5EF4-FFF2-40B4-BE49-F238E27FC236}">
                <a16:creationId xmlns:a16="http://schemas.microsoft.com/office/drawing/2014/main" id="{3751056C-AF1C-4261-8E7B-F270C7F89F76}"/>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73" name="sues200_uav_250m_to_satellite/sues200_uav_250m_to_satellite/seed-2/population/bin-15/visual">
            <a:extLst xmlns:a="http://schemas.openxmlformats.org/drawingml/2006/main">
              <a:ext uri="{FF2B5EF4-FFF2-40B4-BE49-F238E27FC236}">
                <a16:creationId xmlns:a16="http://schemas.microsoft.com/office/drawing/2014/main" id="{3F577DC2-FF0A-4751-B2C6-5F1053B59411}"/>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4" name="sues200_uav_250m_to_satellite/sues200_uav_250m_to_satellite/seed-2/population/bin-15/full">
            <a:extLst xmlns:a="http://schemas.openxmlformats.org/drawingml/2006/main">
              <a:ext uri="{FF2B5EF4-FFF2-40B4-BE49-F238E27FC236}">
                <a16:creationId xmlns:a16="http://schemas.microsoft.com/office/drawing/2014/main" id="{091B551C-5B69-4A33-B44C-1CE127D51C14}"/>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5" name="sues200_uav_250m_to_satellite/sues200_uav_250m_to_satellite/seed-3/seed-heading">
            <a:extLst xmlns:a="http://schemas.openxmlformats.org/drawingml/2006/main">
              <a:ext uri="{FF2B5EF4-FFF2-40B4-BE49-F238E27FC236}">
                <a16:creationId xmlns:a16="http://schemas.microsoft.com/office/drawing/2014/main" id="{5D8D8CED-DCE3-4004-8847-18D72AC37483}"/>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6" name="sues200_uav_250m_to_satellite/sues200_uav_250m_to_satellite/seed-3/y-grid-0">
            <a:extLst xmlns:a="http://schemas.openxmlformats.org/drawingml/2006/main">
              <a:ext uri="{FF2B5EF4-FFF2-40B4-BE49-F238E27FC236}">
                <a16:creationId xmlns:a16="http://schemas.microsoft.com/office/drawing/2014/main" id="{E58AD1F9-4BC7-4E08-B2CF-2D63C2863685}"/>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7" name="sues200_uav_250m_to_satellite/sues200_uav_250m_to_satellite/seed-3/y-label-0">
            <a:extLst xmlns:a="http://schemas.openxmlformats.org/drawingml/2006/main">
              <a:ext uri="{FF2B5EF4-FFF2-40B4-BE49-F238E27FC236}">
                <a16:creationId xmlns:a16="http://schemas.microsoft.com/office/drawing/2014/main" id="{2B423AD0-5D38-4599-B014-7B8B10F9D93F}"/>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8" name="sues200_uav_250m_to_satellite/sues200_uav_250m_to_satellite/seed-3/x-tick-0">
            <a:extLst xmlns:a="http://schemas.openxmlformats.org/drawingml/2006/main">
              <a:ext uri="{FF2B5EF4-FFF2-40B4-BE49-F238E27FC236}">
                <a16:creationId xmlns:a16="http://schemas.microsoft.com/office/drawing/2014/main" id="{6C07260A-D38D-45EF-9348-7F38F186CADB}"/>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9" name="sues200_uav_250m_to_satellite/sues200_uav_250m_to_satellite/seed-3/x-label-0">
            <a:extLst xmlns:a="http://schemas.openxmlformats.org/drawingml/2006/main">
              <a:ext uri="{FF2B5EF4-FFF2-40B4-BE49-F238E27FC236}">
                <a16:creationId xmlns:a16="http://schemas.microsoft.com/office/drawing/2014/main" id="{8A01D943-6D42-479E-AD8F-DFD61F905FA5}"/>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80" name="sues200_uav_250m_to_satellite/sues200_uav_250m_to_satellite/seed-3/y-grid-0.25">
            <a:extLst xmlns:a="http://schemas.openxmlformats.org/drawingml/2006/main">
              <a:ext uri="{FF2B5EF4-FFF2-40B4-BE49-F238E27FC236}">
                <a16:creationId xmlns:a16="http://schemas.microsoft.com/office/drawing/2014/main" id="{0DB7E770-4890-481D-9F8F-826AA805E946}"/>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1" name="sues200_uav_250m_to_satellite/sues200_uav_250m_to_satellite/seed-3/y-label-0.25">
            <a:extLst xmlns:a="http://schemas.openxmlformats.org/drawingml/2006/main">
              <a:ext uri="{FF2B5EF4-FFF2-40B4-BE49-F238E27FC236}">
                <a16:creationId xmlns:a16="http://schemas.microsoft.com/office/drawing/2014/main" id="{AA2F56A5-42CE-44A2-922D-4D7FDACBB71D}"/>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2" name="sues200_uav_250m_to_satellite/sues200_uav_250m_to_satellite/seed-3/x-tick-0.25">
            <a:extLst xmlns:a="http://schemas.openxmlformats.org/drawingml/2006/main">
              <a:ext uri="{FF2B5EF4-FFF2-40B4-BE49-F238E27FC236}">
                <a16:creationId xmlns:a16="http://schemas.microsoft.com/office/drawing/2014/main" id="{41C24FB6-33A2-4B19-8D09-DD52E55647A1}"/>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3" name="sues200_uav_250m_to_satellite/sues200_uav_250m_to_satellite/seed-3/x-label-0.25">
            <a:extLst xmlns:a="http://schemas.openxmlformats.org/drawingml/2006/main">
              <a:ext uri="{FF2B5EF4-FFF2-40B4-BE49-F238E27FC236}">
                <a16:creationId xmlns:a16="http://schemas.microsoft.com/office/drawing/2014/main" id="{2908AD97-5166-4727-8A4B-9F7B0ED622FE}"/>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4" name="sues200_uav_250m_to_satellite/sues200_uav_250m_to_satellite/seed-3/y-grid-0.5">
            <a:extLst xmlns:a="http://schemas.openxmlformats.org/drawingml/2006/main">
              <a:ext uri="{FF2B5EF4-FFF2-40B4-BE49-F238E27FC236}">
                <a16:creationId xmlns:a16="http://schemas.microsoft.com/office/drawing/2014/main" id="{EC97EB75-6DD0-4EBE-8EC1-D697EDDDA815}"/>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5" name="sues200_uav_250m_to_satellite/sues200_uav_250m_to_satellite/seed-3/y-label-0.5">
            <a:extLst xmlns:a="http://schemas.openxmlformats.org/drawingml/2006/main">
              <a:ext uri="{FF2B5EF4-FFF2-40B4-BE49-F238E27FC236}">
                <a16:creationId xmlns:a16="http://schemas.microsoft.com/office/drawing/2014/main" id="{2F4F5C9D-E23D-4282-B1D0-7E4C0B47C9A3}"/>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6" name="sues200_uav_250m_to_satellite/sues200_uav_250m_to_satellite/seed-3/x-tick-0.5">
            <a:extLst xmlns:a="http://schemas.openxmlformats.org/drawingml/2006/main">
              <a:ext uri="{FF2B5EF4-FFF2-40B4-BE49-F238E27FC236}">
                <a16:creationId xmlns:a16="http://schemas.microsoft.com/office/drawing/2014/main" id="{4F283AD9-CB72-41EB-A22D-AECE9F23B998}"/>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7" name="sues200_uav_250m_to_satellite/sues200_uav_250m_to_satellite/seed-3/x-label-0.5">
            <a:extLst xmlns:a="http://schemas.openxmlformats.org/drawingml/2006/main">
              <a:ext uri="{FF2B5EF4-FFF2-40B4-BE49-F238E27FC236}">
                <a16:creationId xmlns:a16="http://schemas.microsoft.com/office/drawing/2014/main" id="{6EED8D46-76E8-4C00-B290-79B65DF47CC2}"/>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8" name="sues200_uav_250m_to_satellite/sues200_uav_250m_to_satellite/seed-3/y-grid-0.75">
            <a:extLst xmlns:a="http://schemas.openxmlformats.org/drawingml/2006/main">
              <a:ext uri="{FF2B5EF4-FFF2-40B4-BE49-F238E27FC236}">
                <a16:creationId xmlns:a16="http://schemas.microsoft.com/office/drawing/2014/main" id="{F7DB1E26-17B2-4983-9E26-652A326A7D19}"/>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9" name="sues200_uav_250m_to_satellite/sues200_uav_250m_to_satellite/seed-3/y-label-0.75">
            <a:extLst xmlns:a="http://schemas.openxmlformats.org/drawingml/2006/main">
              <a:ext uri="{FF2B5EF4-FFF2-40B4-BE49-F238E27FC236}">
                <a16:creationId xmlns:a16="http://schemas.microsoft.com/office/drawing/2014/main" id="{7A38AD2F-A48C-477C-B0F2-2890B03B6978}"/>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0" name="sues200_uav_250m_to_satellite/sues200_uav_250m_to_satellite/seed-3/x-tick-0.75">
            <a:extLst xmlns:a="http://schemas.openxmlformats.org/drawingml/2006/main">
              <a:ext uri="{FF2B5EF4-FFF2-40B4-BE49-F238E27FC236}">
                <a16:creationId xmlns:a16="http://schemas.microsoft.com/office/drawing/2014/main" id="{02D3F2EA-C8BF-47E1-AD61-C77D0C90B50E}"/>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1" name="sues200_uav_250m_to_satellite/sues200_uav_250m_to_satellite/seed-3/x-label-0.75">
            <a:extLst xmlns:a="http://schemas.openxmlformats.org/drawingml/2006/main">
              <a:ext uri="{FF2B5EF4-FFF2-40B4-BE49-F238E27FC236}">
                <a16:creationId xmlns:a16="http://schemas.microsoft.com/office/drawing/2014/main" id="{ABE1141F-EE37-4357-934B-50A1A1939030}"/>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2" name="sues200_uav_250m_to_satellite/sues200_uav_250m_to_satellite/seed-3/y-grid-1">
            <a:extLst xmlns:a="http://schemas.openxmlformats.org/drawingml/2006/main">
              <a:ext uri="{FF2B5EF4-FFF2-40B4-BE49-F238E27FC236}">
                <a16:creationId xmlns:a16="http://schemas.microsoft.com/office/drawing/2014/main" id="{436F7ED4-1CFC-43F3-9A07-D710C78C4748}"/>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3" name="sues200_uav_250m_to_satellite/sues200_uav_250m_to_satellite/seed-3/y-label-1">
            <a:extLst xmlns:a="http://schemas.openxmlformats.org/drawingml/2006/main">
              <a:ext uri="{FF2B5EF4-FFF2-40B4-BE49-F238E27FC236}">
                <a16:creationId xmlns:a16="http://schemas.microsoft.com/office/drawing/2014/main" id="{435C02F1-5F6E-4241-B178-B0192D10289D}"/>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4" name="sues200_uav_250m_to_satellite/sues200_uav_250m_to_satellite/seed-3/x-tick-1">
            <a:extLst xmlns:a="http://schemas.openxmlformats.org/drawingml/2006/main">
              <a:ext uri="{FF2B5EF4-FFF2-40B4-BE49-F238E27FC236}">
                <a16:creationId xmlns:a16="http://schemas.microsoft.com/office/drawing/2014/main" id="{5F9D7EDE-6724-4EDF-BE67-5BBAED9B72F7}"/>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5" name="sues200_uav_250m_to_satellite/sues200_uav_250m_to_satellite/seed-3/x-label-1">
            <a:extLst xmlns:a="http://schemas.openxmlformats.org/drawingml/2006/main">
              <a:ext uri="{FF2B5EF4-FFF2-40B4-BE49-F238E27FC236}">
                <a16:creationId xmlns:a16="http://schemas.microsoft.com/office/drawing/2014/main" id="{2F48D7C5-9E67-4D27-BFF5-85F09831048B}"/>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6" name="sues200_uav_250m_to_satellite/sues200_uav_250m_to_satellite/seed-3/reference-equality">
            <a:extLst xmlns:a="http://schemas.openxmlformats.org/drawingml/2006/main">
              <a:ext uri="{FF2B5EF4-FFF2-40B4-BE49-F238E27FC236}">
                <a16:creationId xmlns:a16="http://schemas.microsoft.com/office/drawing/2014/main" id="{959B436C-85D9-47D3-840B-FA5B763303EA}"/>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7" name="sues200_uav_250m_to_satellite/sues200_uav_250m_to_satellite/seed-3/y-axis">
            <a:extLst xmlns:a="http://schemas.openxmlformats.org/drawingml/2006/main">
              <a:ext uri="{FF2B5EF4-FFF2-40B4-BE49-F238E27FC236}">
                <a16:creationId xmlns:a16="http://schemas.microsoft.com/office/drawing/2014/main" id="{6EF07C96-32EE-43B2-A69C-655960519056}"/>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8" name="sues200_uav_250m_to_satellite/sues200_uav_250m_to_satellite/seed-3/x-axis">
            <a:extLst xmlns:a="http://schemas.openxmlformats.org/drawingml/2006/main">
              <a:ext uri="{FF2B5EF4-FFF2-40B4-BE49-F238E27FC236}">
                <a16:creationId xmlns:a16="http://schemas.microsoft.com/office/drawing/2014/main" id="{49ACFC2C-E303-49BE-AAF1-B4270F813725}"/>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9" name="sues200_uav_250m_to_satellite/sues200_uav_250m_to_satellite/seed-3/visual/bin-1/point">
            <a:extLst xmlns:a="http://schemas.openxmlformats.org/drawingml/2006/main">
              <a:ext uri="{FF2B5EF4-FFF2-40B4-BE49-F238E27FC236}">
                <a16:creationId xmlns:a16="http://schemas.microsoft.com/office/drawing/2014/main" id="{6DD2BB32-C7CA-48A8-8587-CDB4577F90DE}"/>
              </a:ext>
            </a:extLst>
          </p:cNvPr>
          <p:cNvSpPr>
            <a:spLocks xmlns:a="http://schemas.openxmlformats.org/drawingml/2006/main" noGrp="1"/>
          </p:cNvSpPr>
          <p:nvPr/>
        </p:nvSpPr>
        <p:spPr>
          <a:xfrm xmlns:a="http://schemas.openxmlformats.org/drawingml/2006/main">
            <a:off x="4556776" y="205176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0" name="sues200_uav_250m_to_satellite/sues200_uav_250m_to_satellite/seed-3/visual/bin-2/point">
            <a:extLst xmlns:a="http://schemas.openxmlformats.org/drawingml/2006/main">
              <a:ext uri="{FF2B5EF4-FFF2-40B4-BE49-F238E27FC236}">
                <a16:creationId xmlns:a16="http://schemas.microsoft.com/office/drawing/2014/main" id="{6826C36E-8E50-4F0F-BEFF-0367296569CB}"/>
              </a:ext>
            </a:extLst>
          </p:cNvPr>
          <p:cNvSpPr>
            <a:spLocks xmlns:a="http://schemas.openxmlformats.org/drawingml/2006/main" noGrp="1"/>
          </p:cNvSpPr>
          <p:nvPr/>
        </p:nvSpPr>
        <p:spPr>
          <a:xfrm xmlns:a="http://schemas.openxmlformats.org/drawingml/2006/main">
            <a:off x="4660233" y="151792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1" name="sues200_uav_250m_to_satellite/sues200_uav_250m_to_satellite/seed-3/visual/bin-3/point">
            <a:extLst xmlns:a="http://schemas.openxmlformats.org/drawingml/2006/main">
              <a:ext uri="{FF2B5EF4-FFF2-40B4-BE49-F238E27FC236}">
                <a16:creationId xmlns:a16="http://schemas.microsoft.com/office/drawing/2014/main" id="{09D64DA2-9659-414B-86F7-6272A52A3ABB}"/>
              </a:ext>
            </a:extLst>
          </p:cNvPr>
          <p:cNvSpPr>
            <a:spLocks xmlns:a="http://schemas.openxmlformats.org/drawingml/2006/main" noGrp="1"/>
          </p:cNvSpPr>
          <p:nvPr/>
        </p:nvSpPr>
        <p:spPr>
          <a:xfrm xmlns:a="http://schemas.openxmlformats.org/drawingml/2006/main">
            <a:off x="4750458" y="1176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2" name="sues200_uav_250m_to_satellite/sues200_uav_250m_to_satellite/seed-3/visual/ECE">
            <a:extLst xmlns:a="http://schemas.openxmlformats.org/drawingml/2006/main">
              <a:ext uri="{FF2B5EF4-FFF2-40B4-BE49-F238E27FC236}">
                <a16:creationId xmlns:a16="http://schemas.microsoft.com/office/drawing/2014/main" id="{0FEAF601-2CE8-4B61-B2E7-8603A1BB71AC}"/>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0.4361</a:t>
            </a:r>
          </a:p>
        </p:txBody>
      </p:sp>
      <p:sp>
        <p:nvSpPr>
          <p:cNvPr id="203" name="sues200_uav_250m_to_satellite/sues200_uav_250m_to_satellite/seed-3/full/bin-1/point">
            <a:extLst xmlns:a="http://schemas.openxmlformats.org/drawingml/2006/main">
              <a:ext uri="{FF2B5EF4-FFF2-40B4-BE49-F238E27FC236}">
                <a16:creationId xmlns:a16="http://schemas.microsoft.com/office/drawing/2014/main" id="{2C9915D3-C058-482A-B7D6-0046D1B466FA}"/>
              </a:ext>
            </a:extLst>
          </p:cNvPr>
          <p:cNvSpPr>
            <a:spLocks xmlns:a="http://schemas.openxmlformats.org/drawingml/2006/main" noGrp="1"/>
          </p:cNvSpPr>
          <p:nvPr/>
        </p:nvSpPr>
        <p:spPr>
          <a:xfrm xmlns:a="http://schemas.openxmlformats.org/drawingml/2006/main">
            <a:off x="4561849" y="222626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4" name="sues200_uav_250m_to_satellite/sues200_uav_250m_to_satellite/seed-3/full/bin-2/point">
            <a:extLst xmlns:a="http://schemas.openxmlformats.org/drawingml/2006/main">
              <a:ext uri="{FF2B5EF4-FFF2-40B4-BE49-F238E27FC236}">
                <a16:creationId xmlns:a16="http://schemas.microsoft.com/office/drawing/2014/main" id="{DD708546-BE5F-437C-A80D-0F63C1BCF439}"/>
              </a:ext>
            </a:extLst>
          </p:cNvPr>
          <p:cNvSpPr>
            <a:spLocks xmlns:a="http://schemas.openxmlformats.org/drawingml/2006/main" noGrp="1"/>
          </p:cNvSpPr>
          <p:nvPr/>
        </p:nvSpPr>
        <p:spPr>
          <a:xfrm xmlns:a="http://schemas.openxmlformats.org/drawingml/2006/main">
            <a:off x="4667280" y="17161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5" name="sues200_uav_250m_to_satellite/sues200_uav_250m_to_satellite/seed-3/full/bin-3/point">
            <a:extLst xmlns:a="http://schemas.openxmlformats.org/drawingml/2006/main">
              <a:ext uri="{FF2B5EF4-FFF2-40B4-BE49-F238E27FC236}">
                <a16:creationId xmlns:a16="http://schemas.microsoft.com/office/drawing/2014/main" id="{212300FA-A03A-4C88-943D-D690D8D0CB7D}"/>
              </a:ext>
            </a:extLst>
          </p:cNvPr>
          <p:cNvSpPr>
            <a:spLocks xmlns:a="http://schemas.openxmlformats.org/drawingml/2006/main" noGrp="1"/>
          </p:cNvSpPr>
          <p:nvPr/>
        </p:nvSpPr>
        <p:spPr>
          <a:xfrm xmlns:a="http://schemas.openxmlformats.org/drawingml/2006/main">
            <a:off x="4759360" y="23609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6" name="sues200_uav_250m_to_satellite/sues200_uav_250m_to_satellite/seed-3/full/ECE">
            <a:extLst xmlns:a="http://schemas.openxmlformats.org/drawingml/2006/main">
              <a:ext uri="{FF2B5EF4-FFF2-40B4-BE49-F238E27FC236}">
                <a16:creationId xmlns:a16="http://schemas.microsoft.com/office/drawing/2014/main" id="{C5EDBA8E-9C31-41D5-987C-9D390DABD745}"/>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0.3171</a:t>
            </a:r>
          </a:p>
        </p:txBody>
      </p:sp>
      <p:sp>
        <p:nvSpPr>
          <p:cNvPr id="207" name="sues200_uav_250m_to_satellite/sues200_uav_250m_to_satellite/seed-3/population/N">
            <a:extLst xmlns:a="http://schemas.openxmlformats.org/drawingml/2006/main">
              <a:ext uri="{FF2B5EF4-FFF2-40B4-BE49-F238E27FC236}">
                <a16:creationId xmlns:a16="http://schemas.microsoft.com/office/drawing/2014/main" id="{442C27D7-C304-45D6-AA45-3F2B706E2610}"/>
              </a:ext>
            </a:extLst>
          </p:cNvPr>
          <p:cNvSpPr>
            <a:spLocks xmlns:a="http://schemas.openxmlformats.org/drawingml/2006/main" noGrp="1"/>
          </p:cNvSpPr>
          <p:nvPr/>
        </p:nvSpPr>
        <p:spPr>
          <a:xfrm xmlns:a="http://schemas.openxmlformats.org/drawingml/2006/main">
            <a:off x="47117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208" name="sues200_uav_250m_to_satellite/sues200_uav_250m_to_satellite/seed-3/population/header/bin">
            <a:extLst xmlns:a="http://schemas.openxmlformats.org/drawingml/2006/main">
              <a:ext uri="{FF2B5EF4-FFF2-40B4-BE49-F238E27FC236}">
                <a16:creationId xmlns:a16="http://schemas.microsoft.com/office/drawing/2014/main" id="{1284F2F7-81DC-4D1D-865F-F99598C2A856}"/>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09" name="sues200_uav_250m_to_satellite/sues200_uav_250m_to_satellite/seed-3/population/header/visual">
            <a:extLst xmlns:a="http://schemas.openxmlformats.org/drawingml/2006/main">
              <a:ext uri="{FF2B5EF4-FFF2-40B4-BE49-F238E27FC236}">
                <a16:creationId xmlns:a16="http://schemas.microsoft.com/office/drawing/2014/main" id="{83A812AE-A73E-429B-BC9F-2FD1E403A33C}"/>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10" name="sues200_uav_250m_to_satellite/sues200_uav_250m_to_satellite/seed-3/population/header/full">
            <a:extLst xmlns:a="http://schemas.openxmlformats.org/drawingml/2006/main">
              <a:ext uri="{FF2B5EF4-FFF2-40B4-BE49-F238E27FC236}">
                <a16:creationId xmlns:a16="http://schemas.microsoft.com/office/drawing/2014/main" id="{36055D72-0252-43EA-935F-BC8109942055}"/>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11" name="sues200_uav_250m_to_satellite/sues200_uav_250m_to_satellite/seed-3/population/header/rule">
            <a:extLst xmlns:a="http://schemas.openxmlformats.org/drawingml/2006/main">
              <a:ext uri="{FF2B5EF4-FFF2-40B4-BE49-F238E27FC236}">
                <a16:creationId xmlns:a16="http://schemas.microsoft.com/office/drawing/2014/main" id="{ED2E1F6E-2806-4698-99E6-C1723D0F9F5E}"/>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12" name="sues200_uav_250m_to_satellite/sues200_uav_250m_to_satellite/seed-3/population/bin-1/label">
            <a:extLst xmlns:a="http://schemas.openxmlformats.org/drawingml/2006/main">
              <a:ext uri="{FF2B5EF4-FFF2-40B4-BE49-F238E27FC236}">
                <a16:creationId xmlns:a16="http://schemas.microsoft.com/office/drawing/2014/main" id="{B6558A18-598C-4360-AEA1-9EFD5A323FB1}"/>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13" name="sues200_uav_250m_to_satellite/sues200_uav_250m_to_satellite/seed-3/population/bin-1/visual">
            <a:extLst xmlns:a="http://schemas.openxmlformats.org/drawingml/2006/main">
              <a:ext uri="{FF2B5EF4-FFF2-40B4-BE49-F238E27FC236}">
                <a16:creationId xmlns:a16="http://schemas.microsoft.com/office/drawing/2014/main" id="{00070E22-3A37-4FBD-9F7F-AA5708F43021}"/>
              </a:ext>
            </a:extLst>
          </p:cNvPr>
          <p:cNvSpPr>
            <a:spLocks xmlns:a="http://schemas.openxmlformats.org/drawingml/2006/main" noGrp="1"/>
          </p:cNvSpPr>
          <p:nvPr/>
        </p:nvSpPr>
        <p:spPr>
          <a:xfrm xmlns:a="http://schemas.openxmlformats.org/drawingml/2006/main">
            <a:off x="5165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3276</a:t>
            </a:r>
          </a:p>
        </p:txBody>
      </p:sp>
      <p:sp>
        <p:nvSpPr>
          <p:cNvPr id="214" name="sues200_uav_250m_to_satellite/sues200_uav_250m_to_satellite/seed-3/population/bin-1/full">
            <a:extLst xmlns:a="http://schemas.openxmlformats.org/drawingml/2006/main">
              <a:ext uri="{FF2B5EF4-FFF2-40B4-BE49-F238E27FC236}">
                <a16:creationId xmlns:a16="http://schemas.microsoft.com/office/drawing/2014/main" id="{1C66FD03-5C97-4D4C-8F9A-CD8077256CBE}"/>
              </a:ext>
            </a:extLst>
          </p:cNvPr>
          <p:cNvSpPr>
            <a:spLocks xmlns:a="http://schemas.openxmlformats.org/drawingml/2006/main" noGrp="1"/>
          </p:cNvSpPr>
          <p:nvPr/>
        </p:nvSpPr>
        <p:spPr>
          <a:xfrm xmlns:a="http://schemas.openxmlformats.org/drawingml/2006/main">
            <a:off x="5800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3212</a:t>
            </a:r>
          </a:p>
        </p:txBody>
      </p:sp>
      <p:sp>
        <p:nvSpPr>
          <p:cNvPr id="215" name="sues200_uav_250m_to_satellite/sues200_uav_250m_to_satellite/seed-3/population/bin-2/label">
            <a:extLst xmlns:a="http://schemas.openxmlformats.org/drawingml/2006/main">
              <a:ext uri="{FF2B5EF4-FFF2-40B4-BE49-F238E27FC236}">
                <a16:creationId xmlns:a16="http://schemas.microsoft.com/office/drawing/2014/main" id="{C7674423-DAE1-415D-91C5-E170B126DAD1}"/>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6" name="sues200_uav_250m_to_satellite/sues200_uav_250m_to_satellite/seed-3/population/bin-2/visual">
            <a:extLst xmlns:a="http://schemas.openxmlformats.org/drawingml/2006/main">
              <a:ext uri="{FF2B5EF4-FFF2-40B4-BE49-F238E27FC236}">
                <a16:creationId xmlns:a16="http://schemas.microsoft.com/office/drawing/2014/main" id="{69E55E63-47E3-4724-816E-675138133D19}"/>
              </a:ext>
            </a:extLst>
          </p:cNvPr>
          <p:cNvSpPr>
            <a:spLocks xmlns:a="http://schemas.openxmlformats.org/drawingml/2006/main" noGrp="1"/>
          </p:cNvSpPr>
          <p:nvPr/>
        </p:nvSpPr>
        <p:spPr>
          <a:xfrm xmlns:a="http://schemas.openxmlformats.org/drawingml/2006/main">
            <a:off x="5193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695</a:t>
            </a:r>
          </a:p>
        </p:txBody>
      </p:sp>
      <p:sp>
        <p:nvSpPr>
          <p:cNvPr id="217" name="sues200_uav_250m_to_satellite/sues200_uav_250m_to_satellite/seed-3/population/bin-2/full">
            <a:extLst xmlns:a="http://schemas.openxmlformats.org/drawingml/2006/main">
              <a:ext uri="{FF2B5EF4-FFF2-40B4-BE49-F238E27FC236}">
                <a16:creationId xmlns:a16="http://schemas.microsoft.com/office/drawing/2014/main" id="{F5B80D48-3538-4409-A8AB-A754BCCF2B96}"/>
              </a:ext>
            </a:extLst>
          </p:cNvPr>
          <p:cNvSpPr>
            <a:spLocks xmlns:a="http://schemas.openxmlformats.org/drawingml/2006/main" noGrp="1"/>
          </p:cNvSpPr>
          <p:nvPr/>
        </p:nvSpPr>
        <p:spPr>
          <a:xfrm xmlns:a="http://schemas.openxmlformats.org/drawingml/2006/main">
            <a:off x="5828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748</a:t>
            </a:r>
          </a:p>
        </p:txBody>
      </p:sp>
      <p:sp>
        <p:nvSpPr>
          <p:cNvPr id="218" name="sues200_uav_250m_to_satellite/sues200_uav_250m_to_satellite/seed-3/population/bin-3/label">
            <a:extLst xmlns:a="http://schemas.openxmlformats.org/drawingml/2006/main">
              <a:ext uri="{FF2B5EF4-FFF2-40B4-BE49-F238E27FC236}">
                <a16:creationId xmlns:a16="http://schemas.microsoft.com/office/drawing/2014/main" id="{3F9062C2-1D2C-4790-BF10-0D06F7D717C2}"/>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19" name="sues200_uav_250m_to_satellite/sues200_uav_250m_to_satellite/seed-3/population/bin-3/visual">
            <a:extLst xmlns:a="http://schemas.openxmlformats.org/drawingml/2006/main">
              <a:ext uri="{FF2B5EF4-FFF2-40B4-BE49-F238E27FC236}">
                <a16:creationId xmlns:a16="http://schemas.microsoft.com/office/drawing/2014/main" id="{AB119410-8133-4C6B-9458-68A2A9974D53}"/>
              </a:ext>
            </a:extLst>
          </p:cNvPr>
          <p:cNvSpPr>
            <a:spLocks xmlns:a="http://schemas.openxmlformats.org/drawingml/2006/main" noGrp="1"/>
          </p:cNvSpPr>
          <p:nvPr/>
        </p:nvSpPr>
        <p:spPr>
          <a:xfrm xmlns:a="http://schemas.openxmlformats.org/drawingml/2006/main">
            <a:off x="5222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29</a:t>
            </a:r>
          </a:p>
        </p:txBody>
      </p:sp>
      <p:sp>
        <p:nvSpPr>
          <p:cNvPr id="220" name="sues200_uav_250m_to_satellite/sues200_uav_250m_to_satellite/seed-3/population/bin-3/full">
            <a:extLst xmlns:a="http://schemas.openxmlformats.org/drawingml/2006/main">
              <a:ext uri="{FF2B5EF4-FFF2-40B4-BE49-F238E27FC236}">
                <a16:creationId xmlns:a16="http://schemas.microsoft.com/office/drawing/2014/main" id="{B88CBF77-940B-4553-A1EF-953D704378CE}"/>
              </a:ext>
            </a:extLst>
          </p:cNvPr>
          <p:cNvSpPr>
            <a:spLocks xmlns:a="http://schemas.openxmlformats.org/drawingml/2006/main" noGrp="1"/>
          </p:cNvSpPr>
          <p:nvPr/>
        </p:nvSpPr>
        <p:spPr>
          <a:xfrm xmlns:a="http://schemas.openxmlformats.org/drawingml/2006/main">
            <a:off x="5857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40</a:t>
            </a:r>
          </a:p>
        </p:txBody>
      </p:sp>
      <p:sp>
        <p:nvSpPr>
          <p:cNvPr id="221" name="sues200_uav_250m_to_satellite/sues200_uav_250m_to_satellite/seed-3/population/bin-4/label">
            <a:extLst xmlns:a="http://schemas.openxmlformats.org/drawingml/2006/main">
              <a:ext uri="{FF2B5EF4-FFF2-40B4-BE49-F238E27FC236}">
                <a16:creationId xmlns:a16="http://schemas.microsoft.com/office/drawing/2014/main" id="{E33809D8-65DC-4F59-977E-5EBC50A3FA73}"/>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22" name="sues200_uav_250m_to_satellite/sues200_uav_250m_to_satellite/seed-3/population/bin-4/visual">
            <a:extLst xmlns:a="http://schemas.openxmlformats.org/drawingml/2006/main">
              <a:ext uri="{FF2B5EF4-FFF2-40B4-BE49-F238E27FC236}">
                <a16:creationId xmlns:a16="http://schemas.microsoft.com/office/drawing/2014/main" id="{3652CC96-0FD9-4223-BFA2-B4393B2AFBBD}"/>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uav_250m_to_satellite/sues200_uav_250m_to_satellite/seed-3/population/bin-4/full">
            <a:extLst xmlns:a="http://schemas.openxmlformats.org/drawingml/2006/main">
              <a:ext uri="{FF2B5EF4-FFF2-40B4-BE49-F238E27FC236}">
                <a16:creationId xmlns:a16="http://schemas.microsoft.com/office/drawing/2014/main" id="{FEB693C8-4C05-46BA-AD03-CAC2C8BA75C0}"/>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4" name="sues200_uav_250m_to_satellite/sues200_uav_250m_to_satellite/seed-3/population/bin-5/label">
            <a:extLst xmlns:a="http://schemas.openxmlformats.org/drawingml/2006/main">
              <a:ext uri="{FF2B5EF4-FFF2-40B4-BE49-F238E27FC236}">
                <a16:creationId xmlns:a16="http://schemas.microsoft.com/office/drawing/2014/main" id="{0E763F74-DD12-42B7-B408-6FF543D8E3A1}"/>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25" name="sues200_uav_250m_to_satellite/sues200_uav_250m_to_satellite/seed-3/population/bin-5/visual">
            <a:extLst xmlns:a="http://schemas.openxmlformats.org/drawingml/2006/main">
              <a:ext uri="{FF2B5EF4-FFF2-40B4-BE49-F238E27FC236}">
                <a16:creationId xmlns:a16="http://schemas.microsoft.com/office/drawing/2014/main" id="{E803715A-CD06-44EB-8C8F-3B4E07745066}"/>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uav_250m_to_satellite/sues200_uav_250m_to_satellite/seed-3/population/bin-5/full">
            <a:extLst xmlns:a="http://schemas.openxmlformats.org/drawingml/2006/main">
              <a:ext uri="{FF2B5EF4-FFF2-40B4-BE49-F238E27FC236}">
                <a16:creationId xmlns:a16="http://schemas.microsoft.com/office/drawing/2014/main" id="{9637928A-1D8D-4ACF-95AC-4BE47D2D6E97}"/>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7" name="sues200_uav_250m_to_satellite/sues200_uav_250m_to_satellite/seed-3/population/bin-6/label">
            <a:extLst xmlns:a="http://schemas.openxmlformats.org/drawingml/2006/main">
              <a:ext uri="{FF2B5EF4-FFF2-40B4-BE49-F238E27FC236}">
                <a16:creationId xmlns:a16="http://schemas.microsoft.com/office/drawing/2014/main" id="{111CE247-0FE0-4C26-9BE1-39C7F68D99CF}"/>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28" name="sues200_uav_250m_to_satellite/sues200_uav_250m_to_satellite/seed-3/population/bin-6/visual">
            <a:extLst xmlns:a="http://schemas.openxmlformats.org/drawingml/2006/main">
              <a:ext uri="{FF2B5EF4-FFF2-40B4-BE49-F238E27FC236}">
                <a16:creationId xmlns:a16="http://schemas.microsoft.com/office/drawing/2014/main" id="{18A303F4-9571-4A2C-8275-0CDC8A7A28A1}"/>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uav_250m_to_satellite/sues200_uav_250m_to_satellite/seed-3/population/bin-6/full">
            <a:extLst xmlns:a="http://schemas.openxmlformats.org/drawingml/2006/main">
              <a:ext uri="{FF2B5EF4-FFF2-40B4-BE49-F238E27FC236}">
                <a16:creationId xmlns:a16="http://schemas.microsoft.com/office/drawing/2014/main" id="{76C930B0-235C-40FD-9C2D-85D73D89D89B}"/>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0" name="sues200_uav_250m_to_satellite/sues200_uav_250m_to_satellite/seed-3/population/bin-7/label">
            <a:extLst xmlns:a="http://schemas.openxmlformats.org/drawingml/2006/main">
              <a:ext uri="{FF2B5EF4-FFF2-40B4-BE49-F238E27FC236}">
                <a16:creationId xmlns:a16="http://schemas.microsoft.com/office/drawing/2014/main" id="{353160C8-E176-4DF4-8F0B-E6EBE7F920F8}"/>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31" name="sues200_uav_250m_to_satellite/sues200_uav_250m_to_satellite/seed-3/population/bin-7/visual">
            <a:extLst xmlns:a="http://schemas.openxmlformats.org/drawingml/2006/main">
              <a:ext uri="{FF2B5EF4-FFF2-40B4-BE49-F238E27FC236}">
                <a16:creationId xmlns:a16="http://schemas.microsoft.com/office/drawing/2014/main" id="{528557C1-D698-4B92-AE93-B89FFC688311}"/>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uav_250m_to_satellite/sues200_uav_250m_to_satellite/seed-3/population/bin-7/full">
            <a:extLst xmlns:a="http://schemas.openxmlformats.org/drawingml/2006/main">
              <a:ext uri="{FF2B5EF4-FFF2-40B4-BE49-F238E27FC236}">
                <a16:creationId xmlns:a16="http://schemas.microsoft.com/office/drawing/2014/main" id="{AFAA2813-CEBF-4733-A800-9AA950462BE1}"/>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3" name="sues200_uav_250m_to_satellite/sues200_uav_250m_to_satellite/seed-3/population/bin-8/label">
            <a:extLst xmlns:a="http://schemas.openxmlformats.org/drawingml/2006/main">
              <a:ext uri="{FF2B5EF4-FFF2-40B4-BE49-F238E27FC236}">
                <a16:creationId xmlns:a16="http://schemas.microsoft.com/office/drawing/2014/main" id="{B00886A7-33C3-4B9C-86C1-BCAA700D208C}"/>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34" name="sues200_uav_250m_to_satellite/sues200_uav_250m_to_satellite/seed-3/population/bin-8/visual">
            <a:extLst xmlns:a="http://schemas.openxmlformats.org/drawingml/2006/main">
              <a:ext uri="{FF2B5EF4-FFF2-40B4-BE49-F238E27FC236}">
                <a16:creationId xmlns:a16="http://schemas.microsoft.com/office/drawing/2014/main" id="{FAD2C66B-1AEA-4670-BD96-E991F077FFDD}"/>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uav_250m_to_satellite/sues200_uav_250m_to_satellite/seed-3/population/bin-8/full">
            <a:extLst xmlns:a="http://schemas.openxmlformats.org/drawingml/2006/main">
              <a:ext uri="{FF2B5EF4-FFF2-40B4-BE49-F238E27FC236}">
                <a16:creationId xmlns:a16="http://schemas.microsoft.com/office/drawing/2014/main" id="{4490B813-B95B-4B54-9A74-7E9687E7A60B}"/>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6" name="sues200_uav_250m_to_satellite/sues200_uav_250m_to_satellite/seed-3/population/bin-9/label">
            <a:extLst xmlns:a="http://schemas.openxmlformats.org/drawingml/2006/main">
              <a:ext uri="{FF2B5EF4-FFF2-40B4-BE49-F238E27FC236}">
                <a16:creationId xmlns:a16="http://schemas.microsoft.com/office/drawing/2014/main" id="{C88397DC-9DB2-42DB-9BBC-12CE859769F1}"/>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7" name="sues200_uav_250m_to_satellite/sues200_uav_250m_to_satellite/seed-3/population/bin-9/visual">
            <a:extLst xmlns:a="http://schemas.openxmlformats.org/drawingml/2006/main">
              <a:ext uri="{FF2B5EF4-FFF2-40B4-BE49-F238E27FC236}">
                <a16:creationId xmlns:a16="http://schemas.microsoft.com/office/drawing/2014/main" id="{73D2EAF9-0C84-41E0-822F-3292B997F439}"/>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uav_250m_to_satellite/sues200_uav_250m_to_satellite/seed-3/population/bin-9/full">
            <a:extLst xmlns:a="http://schemas.openxmlformats.org/drawingml/2006/main">
              <a:ext uri="{FF2B5EF4-FFF2-40B4-BE49-F238E27FC236}">
                <a16:creationId xmlns:a16="http://schemas.microsoft.com/office/drawing/2014/main" id="{F58648DF-DB8A-45AB-8148-0B48B477565F}"/>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9" name="sues200_uav_250m_to_satellite/sues200_uav_250m_to_satellite/seed-3/population/bin-10/label">
            <a:extLst xmlns:a="http://schemas.openxmlformats.org/drawingml/2006/main">
              <a:ext uri="{FF2B5EF4-FFF2-40B4-BE49-F238E27FC236}">
                <a16:creationId xmlns:a16="http://schemas.microsoft.com/office/drawing/2014/main" id="{E0772DF0-7811-40C2-983D-E3D7FD1E8609}"/>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40" name="sues200_uav_250m_to_satellite/sues200_uav_250m_to_satellite/seed-3/population/bin-10/visual">
            <a:extLst xmlns:a="http://schemas.openxmlformats.org/drawingml/2006/main">
              <a:ext uri="{FF2B5EF4-FFF2-40B4-BE49-F238E27FC236}">
                <a16:creationId xmlns:a16="http://schemas.microsoft.com/office/drawing/2014/main" id="{52F2E67F-EFA7-4F48-B7B2-15BA490DA875}"/>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uav_250m_to_satellite/sues200_uav_250m_to_satellite/seed-3/population/bin-10/full">
            <a:extLst xmlns:a="http://schemas.openxmlformats.org/drawingml/2006/main">
              <a:ext uri="{FF2B5EF4-FFF2-40B4-BE49-F238E27FC236}">
                <a16:creationId xmlns:a16="http://schemas.microsoft.com/office/drawing/2014/main" id="{0BD292B5-2696-414A-884B-C15A00C7A678}"/>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2" name="sues200_uav_250m_to_satellite/sues200_uav_250m_to_satellite/seed-3/population/bin-11/label">
            <a:extLst xmlns:a="http://schemas.openxmlformats.org/drawingml/2006/main">
              <a:ext uri="{FF2B5EF4-FFF2-40B4-BE49-F238E27FC236}">
                <a16:creationId xmlns:a16="http://schemas.microsoft.com/office/drawing/2014/main" id="{FB53D674-16B2-4E2D-A65F-1AF58FA0A27D}"/>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43" name="sues200_uav_250m_to_satellite/sues200_uav_250m_to_satellite/seed-3/population/bin-11/visual">
            <a:extLst xmlns:a="http://schemas.openxmlformats.org/drawingml/2006/main">
              <a:ext uri="{FF2B5EF4-FFF2-40B4-BE49-F238E27FC236}">
                <a16:creationId xmlns:a16="http://schemas.microsoft.com/office/drawing/2014/main" id="{B9B7C5A2-282F-45B5-B290-06DF131B558D}"/>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uav_250m_to_satellite/sues200_uav_250m_to_satellite/seed-3/population/bin-11/full">
            <a:extLst xmlns:a="http://schemas.openxmlformats.org/drawingml/2006/main">
              <a:ext uri="{FF2B5EF4-FFF2-40B4-BE49-F238E27FC236}">
                <a16:creationId xmlns:a16="http://schemas.microsoft.com/office/drawing/2014/main" id="{D2EFD6BD-F6E8-4788-BF84-06BB454F8E10}"/>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5" name="sues200_uav_250m_to_satellite/sues200_uav_250m_to_satellite/seed-3/population/bin-12/label">
            <a:extLst xmlns:a="http://schemas.openxmlformats.org/drawingml/2006/main">
              <a:ext uri="{FF2B5EF4-FFF2-40B4-BE49-F238E27FC236}">
                <a16:creationId xmlns:a16="http://schemas.microsoft.com/office/drawing/2014/main" id="{4BF58698-8837-4EF4-94D2-9E51FB2EDF0D}"/>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6" name="sues200_uav_250m_to_satellite/sues200_uav_250m_to_satellite/seed-3/population/bin-12/visual">
            <a:extLst xmlns:a="http://schemas.openxmlformats.org/drawingml/2006/main">
              <a:ext uri="{FF2B5EF4-FFF2-40B4-BE49-F238E27FC236}">
                <a16:creationId xmlns:a16="http://schemas.microsoft.com/office/drawing/2014/main" id="{DD10B103-3192-402D-BD9C-6EE43F675AAB}"/>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7" name="sues200_uav_250m_to_satellite/sues200_uav_250m_to_satellite/seed-3/population/bin-12/full">
            <a:extLst xmlns:a="http://schemas.openxmlformats.org/drawingml/2006/main">
              <a:ext uri="{FF2B5EF4-FFF2-40B4-BE49-F238E27FC236}">
                <a16:creationId xmlns:a16="http://schemas.microsoft.com/office/drawing/2014/main" id="{2E7DCBBE-BC57-472B-8F65-14BC5957E064}"/>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8" name="sues200_uav_250m_to_satellite/sues200_uav_250m_to_satellite/seed-3/population/bin-13/label">
            <a:extLst xmlns:a="http://schemas.openxmlformats.org/drawingml/2006/main">
              <a:ext uri="{FF2B5EF4-FFF2-40B4-BE49-F238E27FC236}">
                <a16:creationId xmlns:a16="http://schemas.microsoft.com/office/drawing/2014/main" id="{7AA5C69E-ECA0-4882-AE57-69DAE49856F1}"/>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49" name="sues200_uav_250m_to_satellite/sues200_uav_250m_to_satellite/seed-3/population/bin-13/visual">
            <a:extLst xmlns:a="http://schemas.openxmlformats.org/drawingml/2006/main">
              <a:ext uri="{FF2B5EF4-FFF2-40B4-BE49-F238E27FC236}">
                <a16:creationId xmlns:a16="http://schemas.microsoft.com/office/drawing/2014/main" id="{F2FC54AF-DCFF-4B57-B9E7-384549A6CB3C}"/>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0" name="sues200_uav_250m_to_satellite/sues200_uav_250m_to_satellite/seed-3/population/bin-13/full">
            <a:extLst xmlns:a="http://schemas.openxmlformats.org/drawingml/2006/main">
              <a:ext uri="{FF2B5EF4-FFF2-40B4-BE49-F238E27FC236}">
                <a16:creationId xmlns:a16="http://schemas.microsoft.com/office/drawing/2014/main" id="{8834D358-8BC2-4783-920A-5DAE77F89464}"/>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1" name="sues200_uav_250m_to_satellite/sues200_uav_250m_to_satellite/seed-3/population/bin-14/label">
            <a:extLst xmlns:a="http://schemas.openxmlformats.org/drawingml/2006/main">
              <a:ext uri="{FF2B5EF4-FFF2-40B4-BE49-F238E27FC236}">
                <a16:creationId xmlns:a16="http://schemas.microsoft.com/office/drawing/2014/main" id="{D32AA116-7109-4675-AF74-A07F275EEDAC}"/>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52" name="sues200_uav_250m_to_satellite/sues200_uav_250m_to_satellite/seed-3/population/bin-14/visual">
            <a:extLst xmlns:a="http://schemas.openxmlformats.org/drawingml/2006/main">
              <a:ext uri="{FF2B5EF4-FFF2-40B4-BE49-F238E27FC236}">
                <a16:creationId xmlns:a16="http://schemas.microsoft.com/office/drawing/2014/main" id="{826CB8D5-1AED-474D-8AB3-158E3DC8010D}"/>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3" name="sues200_uav_250m_to_satellite/sues200_uav_250m_to_satellite/seed-3/population/bin-14/full">
            <a:extLst xmlns:a="http://schemas.openxmlformats.org/drawingml/2006/main">
              <a:ext uri="{FF2B5EF4-FFF2-40B4-BE49-F238E27FC236}">
                <a16:creationId xmlns:a16="http://schemas.microsoft.com/office/drawing/2014/main" id="{113D4164-D0B2-479A-9C64-377876F79280}"/>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4" name="sues200_uav_250m_to_satellite/sues200_uav_250m_to_satellite/seed-3/population/bin-15/label">
            <a:extLst xmlns:a="http://schemas.openxmlformats.org/drawingml/2006/main">
              <a:ext uri="{FF2B5EF4-FFF2-40B4-BE49-F238E27FC236}">
                <a16:creationId xmlns:a16="http://schemas.microsoft.com/office/drawing/2014/main" id="{5681F407-7500-428E-B86C-D3265D3B38E7}"/>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55" name="sues200_uav_250m_to_satellite/sues200_uav_250m_to_satellite/seed-3/population/bin-15/visual">
            <a:extLst xmlns:a="http://schemas.openxmlformats.org/drawingml/2006/main">
              <a:ext uri="{FF2B5EF4-FFF2-40B4-BE49-F238E27FC236}">
                <a16:creationId xmlns:a16="http://schemas.microsoft.com/office/drawing/2014/main" id="{40505217-74A5-40AF-A951-2AA9EF7DCD16}"/>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6" name="sues200_uav_250m_to_satellite/sues200_uav_250m_to_satellite/seed-3/population/bin-15/full">
            <a:extLst xmlns:a="http://schemas.openxmlformats.org/drawingml/2006/main">
              <a:ext uri="{FF2B5EF4-FFF2-40B4-BE49-F238E27FC236}">
                <a16:creationId xmlns:a16="http://schemas.microsoft.com/office/drawing/2014/main" id="{6BDA4353-A736-48FB-A8E3-7C0847F96712}"/>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7" name="sues200_uav_250m_to_satellite/x-axis-label">
            <a:extLst xmlns:a="http://schemas.openxmlformats.org/drawingml/2006/main">
              <a:ext uri="{FF2B5EF4-FFF2-40B4-BE49-F238E27FC236}">
                <a16:creationId xmlns:a16="http://schemas.microsoft.com/office/drawing/2014/main" id="{2F1E541E-6ADA-4237-BA0E-E177F5C696FB}"/>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58" name="sues200_uav_250m_to_satellite/footnote-1">
            <a:extLst xmlns:a="http://schemas.openxmlformats.org/drawingml/2006/main">
              <a:ext uri="{FF2B5EF4-FFF2-40B4-BE49-F238E27FC236}">
                <a16:creationId xmlns:a16="http://schemas.microsoft.com/office/drawing/2014/main" id="{8E4059BB-B0B8-4F47-BBD1-55796CFF9E74}"/>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59" name="sues200_uav_250m_to_satellite/footnote-2">
            <a:extLst xmlns:a="http://schemas.openxmlformats.org/drawingml/2006/main">
              <a:ext uri="{FF2B5EF4-FFF2-40B4-BE49-F238E27FC236}">
                <a16:creationId xmlns:a16="http://schemas.microsoft.com/office/drawing/2014/main" id="{9A68E855-07A6-4E15-A3EB-DB469B5C2A9D}"/>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60" name="sues200_uav_250m_to_satellite/footnote-3">
            <a:extLst xmlns:a="http://schemas.openxmlformats.org/drawingml/2006/main">
              <a:ext uri="{FF2B5EF4-FFF2-40B4-BE49-F238E27FC236}">
                <a16:creationId xmlns:a16="http://schemas.microsoft.com/office/drawing/2014/main" id="{44FBF6FB-7ACF-4175-94F4-4D41E53808B8}"/>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61" name="sues200_uav_250m_to_satellite/footnote-4">
            <a:extLst xmlns:a="http://schemas.openxmlformats.org/drawingml/2006/main">
              <a:ext uri="{FF2B5EF4-FFF2-40B4-BE49-F238E27FC236}">
                <a16:creationId xmlns:a16="http://schemas.microsoft.com/office/drawing/2014/main" id="{F878ABE2-8D50-4CFC-A5A7-C9689962204A}"/>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62" name="sues200_uav_250m_to_satellite/footnote-5">
            <a:extLst xmlns:a="http://schemas.openxmlformats.org/drawingml/2006/main">
              <a:ext uri="{FF2B5EF4-FFF2-40B4-BE49-F238E27FC236}">
                <a16:creationId xmlns:a16="http://schemas.microsoft.com/office/drawing/2014/main" id="{B6DCE4B1-4F11-40E4-AD6A-879B485C793B}"/>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63" name="sues200_uav_250m_to_satellite/footnote-6">
            <a:extLst xmlns:a="http://schemas.openxmlformats.org/drawingml/2006/main">
              <a:ext uri="{FF2B5EF4-FFF2-40B4-BE49-F238E27FC236}">
                <a16:creationId xmlns:a16="http://schemas.microsoft.com/office/drawing/2014/main" id="{42D8295E-0F15-4B92-8CCD-9970F8811BEE}"/>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165286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sues200_satellite_to_uav_250m/title">
            <a:extLst xmlns:a="http://schemas.openxmlformats.org/drawingml/2006/main">
              <a:ext uri="{FF2B5EF4-FFF2-40B4-BE49-F238E27FC236}">
                <a16:creationId xmlns:a16="http://schemas.microsoft.com/office/drawing/2014/main" id="{713011D7-1E49-48B7-BB5E-35905B744CAC}"/>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250 m</a:t>
            </a:r>
          </a:p>
        </p:txBody>
      </p:sp>
      <p:sp>
        <p:nvSpPr>
          <p:cNvPr id="2" name="sues200_satellite_to_uav_250m/subtitle">
            <a:extLst xmlns:a="http://schemas.openxmlformats.org/drawingml/2006/main">
              <a:ext uri="{FF2B5EF4-FFF2-40B4-BE49-F238E27FC236}">
                <a16:creationId xmlns:a16="http://schemas.microsoft.com/office/drawing/2014/main" id="{B964EED3-82AB-433D-996D-589F460F9187}"/>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satellite_to_uav_250m/legend/visual/marker">
            <a:extLst xmlns:a="http://schemas.openxmlformats.org/drawingml/2006/main">
              <a:ext uri="{FF2B5EF4-FFF2-40B4-BE49-F238E27FC236}">
                <a16:creationId xmlns:a16="http://schemas.microsoft.com/office/drawing/2014/main" id="{CDBBB6A2-E95A-42FE-B271-2ADE0D07C3FD}"/>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250m/legend/visual/text">
            <a:extLst xmlns:a="http://schemas.openxmlformats.org/drawingml/2006/main">
              <a:ext uri="{FF2B5EF4-FFF2-40B4-BE49-F238E27FC236}">
                <a16:creationId xmlns:a16="http://schemas.microsoft.com/office/drawing/2014/main" id="{747013FD-B62F-4EBD-99AB-5B0EE9E8C24F}"/>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250m/legend/full/marker">
            <a:extLst xmlns:a="http://schemas.openxmlformats.org/drawingml/2006/main">
              <a:ext uri="{FF2B5EF4-FFF2-40B4-BE49-F238E27FC236}">
                <a16:creationId xmlns:a16="http://schemas.microsoft.com/office/drawing/2014/main" id="{6D9F2219-CA23-4DA8-8EB3-FEFC04E0F111}"/>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250m/legend/full/text">
            <a:extLst xmlns:a="http://schemas.openxmlformats.org/drawingml/2006/main">
              <a:ext uri="{FF2B5EF4-FFF2-40B4-BE49-F238E27FC236}">
                <a16:creationId xmlns:a16="http://schemas.microsoft.com/office/drawing/2014/main" id="{F6F6E1C2-0FCD-49CE-81A9-15649E7BCCB0}"/>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250m/legend/equality/line">
            <a:extLst xmlns:a="http://schemas.openxmlformats.org/drawingml/2006/main">
              <a:ext uri="{FF2B5EF4-FFF2-40B4-BE49-F238E27FC236}">
                <a16:creationId xmlns:a16="http://schemas.microsoft.com/office/drawing/2014/main" id="{7ECEDCAB-EAC4-4C09-833A-EA7AA405FE57}"/>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satellite_to_uav_250m/legend/equality/text">
            <a:extLst xmlns:a="http://schemas.openxmlformats.org/drawingml/2006/main">
              <a:ext uri="{FF2B5EF4-FFF2-40B4-BE49-F238E27FC236}">
                <a16:creationId xmlns:a16="http://schemas.microsoft.com/office/drawing/2014/main" id="{6952D26E-98E5-4C27-9D81-857DE8061656}"/>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satellite_to_uav_250m/y-axis-label">
            <a:extLst xmlns:a="http://schemas.openxmlformats.org/drawingml/2006/main">
              <a:ext uri="{FF2B5EF4-FFF2-40B4-BE49-F238E27FC236}">
                <a16:creationId xmlns:a16="http://schemas.microsoft.com/office/drawing/2014/main" id="{27545160-19B8-49A5-A180-AB70F840BF7E}"/>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satellite_to_uav_250m/sues200_satellite_to_uav_250m/seed-1/seed-heading">
            <a:extLst xmlns:a="http://schemas.openxmlformats.org/drawingml/2006/main">
              <a:ext uri="{FF2B5EF4-FFF2-40B4-BE49-F238E27FC236}">
                <a16:creationId xmlns:a16="http://schemas.microsoft.com/office/drawing/2014/main" id="{C3FE6C64-B639-4BFF-B9AF-58B1B8C58A35}"/>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satellite_to_uav_250m/sues200_satellite_to_uav_250m/seed-1/y-grid-0">
            <a:extLst xmlns:a="http://schemas.openxmlformats.org/drawingml/2006/main">
              <a:ext uri="{FF2B5EF4-FFF2-40B4-BE49-F238E27FC236}">
                <a16:creationId xmlns:a16="http://schemas.microsoft.com/office/drawing/2014/main" id="{D2158ED7-A673-457C-8996-127D4F5AAFC9}"/>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satellite_to_uav_250m/sues200_satellite_to_uav_250m/seed-1/y-label-0">
            <a:extLst xmlns:a="http://schemas.openxmlformats.org/drawingml/2006/main">
              <a:ext uri="{FF2B5EF4-FFF2-40B4-BE49-F238E27FC236}">
                <a16:creationId xmlns:a16="http://schemas.microsoft.com/office/drawing/2014/main" id="{2CD17AEB-4EB7-4CC8-8F14-33F30E842FEA}"/>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50m/sues200_satellite_to_uav_250m/seed-1/x-tick-0">
            <a:extLst xmlns:a="http://schemas.openxmlformats.org/drawingml/2006/main">
              <a:ext uri="{FF2B5EF4-FFF2-40B4-BE49-F238E27FC236}">
                <a16:creationId xmlns:a16="http://schemas.microsoft.com/office/drawing/2014/main" id="{B30C41B0-D9E1-4920-B486-BEE1D5F16953}"/>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satellite_to_uav_250m/sues200_satellite_to_uav_250m/seed-1/x-label-0">
            <a:extLst xmlns:a="http://schemas.openxmlformats.org/drawingml/2006/main">
              <a:ext uri="{FF2B5EF4-FFF2-40B4-BE49-F238E27FC236}">
                <a16:creationId xmlns:a16="http://schemas.microsoft.com/office/drawing/2014/main" id="{DF8366C5-23BD-447C-8285-DF2CDF197177}"/>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satellite_to_uav_250m/sues200_satellite_to_uav_250m/seed-1/y-grid-0.25">
            <a:extLst xmlns:a="http://schemas.openxmlformats.org/drawingml/2006/main">
              <a:ext uri="{FF2B5EF4-FFF2-40B4-BE49-F238E27FC236}">
                <a16:creationId xmlns:a16="http://schemas.microsoft.com/office/drawing/2014/main" id="{DC275C2E-50F3-4409-8593-683128865930}"/>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satellite_to_uav_250m/sues200_satellite_to_uav_250m/seed-1/y-label-0.25">
            <a:extLst xmlns:a="http://schemas.openxmlformats.org/drawingml/2006/main">
              <a:ext uri="{FF2B5EF4-FFF2-40B4-BE49-F238E27FC236}">
                <a16:creationId xmlns:a16="http://schemas.microsoft.com/office/drawing/2014/main" id="{8C0B7A43-CFA9-4BDF-8378-F7A430C8ABB7}"/>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satellite_to_uav_250m/sues200_satellite_to_uav_250m/seed-1/x-tick-0.25">
            <a:extLst xmlns:a="http://schemas.openxmlformats.org/drawingml/2006/main">
              <a:ext uri="{FF2B5EF4-FFF2-40B4-BE49-F238E27FC236}">
                <a16:creationId xmlns:a16="http://schemas.microsoft.com/office/drawing/2014/main" id="{1CB8FD86-8FB7-4128-BE45-2017E76C8722}"/>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satellite_to_uav_250m/sues200_satellite_to_uav_250m/seed-1/x-label-0.25">
            <a:extLst xmlns:a="http://schemas.openxmlformats.org/drawingml/2006/main">
              <a:ext uri="{FF2B5EF4-FFF2-40B4-BE49-F238E27FC236}">
                <a16:creationId xmlns:a16="http://schemas.microsoft.com/office/drawing/2014/main" id="{0CE8CB0A-A568-4910-8697-5BD4912AA78C}"/>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satellite_to_uav_250m/sues200_satellite_to_uav_250m/seed-1/y-grid-0.5">
            <a:extLst xmlns:a="http://schemas.openxmlformats.org/drawingml/2006/main">
              <a:ext uri="{FF2B5EF4-FFF2-40B4-BE49-F238E27FC236}">
                <a16:creationId xmlns:a16="http://schemas.microsoft.com/office/drawing/2014/main" id="{41452AC1-2AB8-42E4-877E-4DAE18438F9D}"/>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satellite_to_uav_250m/sues200_satellite_to_uav_250m/seed-1/y-label-0.5">
            <a:extLst xmlns:a="http://schemas.openxmlformats.org/drawingml/2006/main">
              <a:ext uri="{FF2B5EF4-FFF2-40B4-BE49-F238E27FC236}">
                <a16:creationId xmlns:a16="http://schemas.microsoft.com/office/drawing/2014/main" id="{2FC139CD-3999-425B-8B44-5A25B2A1B604}"/>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satellite_to_uav_250m/sues200_satellite_to_uav_250m/seed-1/x-tick-0.5">
            <a:extLst xmlns:a="http://schemas.openxmlformats.org/drawingml/2006/main">
              <a:ext uri="{FF2B5EF4-FFF2-40B4-BE49-F238E27FC236}">
                <a16:creationId xmlns:a16="http://schemas.microsoft.com/office/drawing/2014/main" id="{F56357E4-C691-435C-B49E-9120653C3591}"/>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satellite_to_uav_250m/sues200_satellite_to_uav_250m/seed-1/x-label-0.5">
            <a:extLst xmlns:a="http://schemas.openxmlformats.org/drawingml/2006/main">
              <a:ext uri="{FF2B5EF4-FFF2-40B4-BE49-F238E27FC236}">
                <a16:creationId xmlns:a16="http://schemas.microsoft.com/office/drawing/2014/main" id="{4D202A11-E6FF-473A-8760-838C498EB3C3}"/>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satellite_to_uav_250m/sues200_satellite_to_uav_250m/seed-1/y-grid-0.75">
            <a:extLst xmlns:a="http://schemas.openxmlformats.org/drawingml/2006/main">
              <a:ext uri="{FF2B5EF4-FFF2-40B4-BE49-F238E27FC236}">
                <a16:creationId xmlns:a16="http://schemas.microsoft.com/office/drawing/2014/main" id="{9C16AE08-F5E9-4940-B963-FFB7EBE6AECE}"/>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satellite_to_uav_250m/sues200_satellite_to_uav_250m/seed-1/y-label-0.75">
            <a:extLst xmlns:a="http://schemas.openxmlformats.org/drawingml/2006/main">
              <a:ext uri="{FF2B5EF4-FFF2-40B4-BE49-F238E27FC236}">
                <a16:creationId xmlns:a16="http://schemas.microsoft.com/office/drawing/2014/main" id="{1F2887B6-F960-4DBD-82BA-EBD8EBE8094E}"/>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satellite_to_uav_250m/sues200_satellite_to_uav_250m/seed-1/x-tick-0.75">
            <a:extLst xmlns:a="http://schemas.openxmlformats.org/drawingml/2006/main">
              <a:ext uri="{FF2B5EF4-FFF2-40B4-BE49-F238E27FC236}">
                <a16:creationId xmlns:a16="http://schemas.microsoft.com/office/drawing/2014/main" id="{F940CBA7-B33A-43C5-8075-A2B1E829A993}"/>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satellite_to_uav_250m/sues200_satellite_to_uav_250m/seed-1/x-label-0.75">
            <a:extLst xmlns:a="http://schemas.openxmlformats.org/drawingml/2006/main">
              <a:ext uri="{FF2B5EF4-FFF2-40B4-BE49-F238E27FC236}">
                <a16:creationId xmlns:a16="http://schemas.microsoft.com/office/drawing/2014/main" id="{8F4CEDC7-B786-45CB-8448-39CFC68EF34A}"/>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satellite_to_uav_250m/sues200_satellite_to_uav_250m/seed-1/y-grid-1">
            <a:extLst xmlns:a="http://schemas.openxmlformats.org/drawingml/2006/main">
              <a:ext uri="{FF2B5EF4-FFF2-40B4-BE49-F238E27FC236}">
                <a16:creationId xmlns:a16="http://schemas.microsoft.com/office/drawing/2014/main" id="{9A995383-254D-4F8D-BAED-55C2B7A04026}"/>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satellite_to_uav_250m/sues200_satellite_to_uav_250m/seed-1/y-label-1">
            <a:extLst xmlns:a="http://schemas.openxmlformats.org/drawingml/2006/main">
              <a:ext uri="{FF2B5EF4-FFF2-40B4-BE49-F238E27FC236}">
                <a16:creationId xmlns:a16="http://schemas.microsoft.com/office/drawing/2014/main" id="{3CE06DEF-C524-4DF3-B970-837A1B9619D3}"/>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satellite_to_uav_250m/sues200_satellite_to_uav_250m/seed-1/x-tick-1">
            <a:extLst xmlns:a="http://schemas.openxmlformats.org/drawingml/2006/main">
              <a:ext uri="{FF2B5EF4-FFF2-40B4-BE49-F238E27FC236}">
                <a16:creationId xmlns:a16="http://schemas.microsoft.com/office/drawing/2014/main" id="{37499341-20B4-497E-B99C-CE6FF8A7961A}"/>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50m/sues200_satellite_to_uav_250m/seed-1/x-label-1">
            <a:extLst xmlns:a="http://schemas.openxmlformats.org/drawingml/2006/main">
              <a:ext uri="{FF2B5EF4-FFF2-40B4-BE49-F238E27FC236}">
                <a16:creationId xmlns:a16="http://schemas.microsoft.com/office/drawing/2014/main" id="{0CA8F575-182E-4CF8-97D8-50F32ACDF3BA}"/>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satellite_to_uav_250m/sues200_satellite_to_uav_250m/seed-1/reference-equality">
            <a:extLst xmlns:a="http://schemas.openxmlformats.org/drawingml/2006/main">
              <a:ext uri="{FF2B5EF4-FFF2-40B4-BE49-F238E27FC236}">
                <a16:creationId xmlns:a16="http://schemas.microsoft.com/office/drawing/2014/main" id="{547D9BE4-0687-4EF8-87C2-7D26140ADCA1}"/>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satellite_to_uav_250m/sues200_satellite_to_uav_250m/seed-1/y-axis">
            <a:extLst xmlns:a="http://schemas.openxmlformats.org/drawingml/2006/main">
              <a:ext uri="{FF2B5EF4-FFF2-40B4-BE49-F238E27FC236}">
                <a16:creationId xmlns:a16="http://schemas.microsoft.com/office/drawing/2014/main" id="{E44F4727-D30B-47FB-8DFF-799F160D7354}"/>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satellite_to_uav_250m/sues200_satellite_to_uav_250m/seed-1/x-axis">
            <a:extLst xmlns:a="http://schemas.openxmlformats.org/drawingml/2006/main">
              <a:ext uri="{FF2B5EF4-FFF2-40B4-BE49-F238E27FC236}">
                <a16:creationId xmlns:a16="http://schemas.microsoft.com/office/drawing/2014/main" id="{5B191C5F-C761-4CD8-BAE0-2C0DAC15A46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satellite_to_uav_250m/sues200_satellite_to_uav_250m/seed-1/visual/bin-1/point">
            <a:extLst xmlns:a="http://schemas.openxmlformats.org/drawingml/2006/main">
              <a:ext uri="{FF2B5EF4-FFF2-40B4-BE49-F238E27FC236}">
                <a16:creationId xmlns:a16="http://schemas.microsoft.com/office/drawing/2014/main" id="{F041F1B9-072F-4035-9CBE-E3174536315A}"/>
              </a:ext>
            </a:extLst>
          </p:cNvPr>
          <p:cNvSpPr>
            <a:spLocks xmlns:a="http://schemas.openxmlformats.org/drawingml/2006/main" noGrp="1"/>
          </p:cNvSpPr>
          <p:nvPr/>
        </p:nvSpPr>
        <p:spPr>
          <a:xfrm xmlns:a="http://schemas.openxmlformats.org/drawingml/2006/main">
            <a:off x="512805" y="163703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250m/sues200_satellite_to_uav_250m/seed-1/visual/ECE">
            <a:extLst xmlns:a="http://schemas.openxmlformats.org/drawingml/2006/main">
              <a:ext uri="{FF2B5EF4-FFF2-40B4-BE49-F238E27FC236}">
                <a16:creationId xmlns:a16="http://schemas.microsoft.com/office/drawing/2014/main" id="{40F8BB14-966D-4189-B443-AD78179A5496}"/>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0.6817</a:t>
            </a:r>
          </a:p>
        </p:txBody>
      </p:sp>
      <p:sp>
        <p:nvSpPr>
          <p:cNvPr id="36" name="sues200_satellite_to_uav_250m/sues200_satellite_to_uav_250m/seed-1/full/bin-1/point">
            <a:extLst xmlns:a="http://schemas.openxmlformats.org/drawingml/2006/main">
              <a:ext uri="{FF2B5EF4-FFF2-40B4-BE49-F238E27FC236}">
                <a16:creationId xmlns:a16="http://schemas.microsoft.com/office/drawing/2014/main" id="{BFDF7DBD-CDAD-48F3-B312-E7B00148CFE9}"/>
              </a:ext>
            </a:extLst>
          </p:cNvPr>
          <p:cNvSpPr>
            <a:spLocks xmlns:a="http://schemas.openxmlformats.org/drawingml/2006/main" noGrp="1"/>
          </p:cNvSpPr>
          <p:nvPr/>
        </p:nvSpPr>
        <p:spPr>
          <a:xfrm xmlns:a="http://schemas.openxmlformats.org/drawingml/2006/main">
            <a:off x="518486" y="17716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7" name="sues200_satellite_to_uav_250m/sues200_satellite_to_uav_250m/seed-1/full/ECE">
            <a:extLst xmlns:a="http://schemas.openxmlformats.org/drawingml/2006/main">
              <a:ext uri="{FF2B5EF4-FFF2-40B4-BE49-F238E27FC236}">
                <a16:creationId xmlns:a16="http://schemas.microsoft.com/office/drawing/2014/main" id="{ED526193-09C6-430D-87E9-3FB03D2513CD}"/>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0.5942</a:t>
            </a:r>
          </a:p>
        </p:txBody>
      </p:sp>
      <p:sp>
        <p:nvSpPr>
          <p:cNvPr id="38" name="sues200_satellite_to_uav_250m/sues200_satellite_to_uav_250m/seed-1/population/N">
            <a:extLst xmlns:a="http://schemas.openxmlformats.org/drawingml/2006/main">
              <a:ext uri="{FF2B5EF4-FFF2-40B4-BE49-F238E27FC236}">
                <a16:creationId xmlns:a16="http://schemas.microsoft.com/office/drawing/2014/main" id="{E8BE72A8-FB08-46A2-9737-596253892F31}"/>
              </a:ext>
            </a:extLst>
          </p:cNvPr>
          <p:cNvSpPr>
            <a:spLocks xmlns:a="http://schemas.openxmlformats.org/drawingml/2006/main" noGrp="1"/>
          </p:cNvSpPr>
          <p:nvPr/>
        </p:nvSpPr>
        <p:spPr>
          <a:xfrm xmlns:a="http://schemas.openxmlformats.org/drawingml/2006/main">
            <a:off x="7690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39" name="sues200_satellite_to_uav_250m/sues200_satellite_to_uav_250m/seed-1/population/header/bin">
            <a:extLst xmlns:a="http://schemas.openxmlformats.org/drawingml/2006/main">
              <a:ext uri="{FF2B5EF4-FFF2-40B4-BE49-F238E27FC236}">
                <a16:creationId xmlns:a16="http://schemas.microsoft.com/office/drawing/2014/main" id="{DD6AAEC9-E048-4330-8ACE-267EAEA755FF}"/>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0" name="sues200_satellite_to_uav_250m/sues200_satellite_to_uav_250m/seed-1/population/header/visual">
            <a:extLst xmlns:a="http://schemas.openxmlformats.org/drawingml/2006/main">
              <a:ext uri="{FF2B5EF4-FFF2-40B4-BE49-F238E27FC236}">
                <a16:creationId xmlns:a16="http://schemas.microsoft.com/office/drawing/2014/main" id="{28FD85EF-9D6F-4821-91B3-839612757C64}"/>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1" name="sues200_satellite_to_uav_250m/sues200_satellite_to_uav_250m/seed-1/population/header/full">
            <a:extLst xmlns:a="http://schemas.openxmlformats.org/drawingml/2006/main">
              <a:ext uri="{FF2B5EF4-FFF2-40B4-BE49-F238E27FC236}">
                <a16:creationId xmlns:a16="http://schemas.microsoft.com/office/drawing/2014/main" id="{897816CD-68A0-4AFF-B54C-8ED6D117B28D}"/>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2" name="sues200_satellite_to_uav_250m/sues200_satellite_to_uav_250m/seed-1/population/header/rule">
            <a:extLst xmlns:a="http://schemas.openxmlformats.org/drawingml/2006/main">
              <a:ext uri="{FF2B5EF4-FFF2-40B4-BE49-F238E27FC236}">
                <a16:creationId xmlns:a16="http://schemas.microsoft.com/office/drawing/2014/main" id="{FCE15505-E564-4CAF-BD06-1A9959499995}"/>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3" name="sues200_satellite_to_uav_250m/sues200_satellite_to_uav_250m/seed-1/population/bin-1/label">
            <a:extLst xmlns:a="http://schemas.openxmlformats.org/drawingml/2006/main">
              <a:ext uri="{FF2B5EF4-FFF2-40B4-BE49-F238E27FC236}">
                <a16:creationId xmlns:a16="http://schemas.microsoft.com/office/drawing/2014/main" id="{B3E3856F-3291-4C60-BB8E-B5E5AC5813CB}"/>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4" name="sues200_satellite_to_uav_250m/sues200_satellite_to_uav_250m/seed-1/population/bin-1/visual">
            <a:extLst xmlns:a="http://schemas.openxmlformats.org/drawingml/2006/main">
              <a:ext uri="{FF2B5EF4-FFF2-40B4-BE49-F238E27FC236}">
                <a16:creationId xmlns:a16="http://schemas.microsoft.com/office/drawing/2014/main" id="{A50291C0-89AA-4261-89DD-21C7C9D6FBDE}"/>
              </a:ext>
            </a:extLst>
          </p:cNvPr>
          <p:cNvSpPr>
            <a:spLocks xmlns:a="http://schemas.openxmlformats.org/drawingml/2006/main" noGrp="1"/>
          </p:cNvSpPr>
          <p:nvPr/>
        </p:nvSpPr>
        <p:spPr>
          <a:xfrm xmlns:a="http://schemas.openxmlformats.org/drawingml/2006/main">
            <a:off x="1208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45" name="sues200_satellite_to_uav_250m/sues200_satellite_to_uav_250m/seed-1/population/bin-1/full">
            <a:extLst xmlns:a="http://schemas.openxmlformats.org/drawingml/2006/main">
              <a:ext uri="{FF2B5EF4-FFF2-40B4-BE49-F238E27FC236}">
                <a16:creationId xmlns:a16="http://schemas.microsoft.com/office/drawing/2014/main" id="{9D6131F5-B068-45E1-9615-6CDBF425CFA1}"/>
              </a:ext>
            </a:extLst>
          </p:cNvPr>
          <p:cNvSpPr>
            <a:spLocks xmlns:a="http://schemas.openxmlformats.org/drawingml/2006/main" noGrp="1"/>
          </p:cNvSpPr>
          <p:nvPr/>
        </p:nvSpPr>
        <p:spPr>
          <a:xfrm xmlns:a="http://schemas.openxmlformats.org/drawingml/2006/main">
            <a:off x="1843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46" name="sues200_satellite_to_uav_250m/sues200_satellite_to_uav_250m/seed-1/population/bin-2/label">
            <a:extLst xmlns:a="http://schemas.openxmlformats.org/drawingml/2006/main">
              <a:ext uri="{FF2B5EF4-FFF2-40B4-BE49-F238E27FC236}">
                <a16:creationId xmlns:a16="http://schemas.microsoft.com/office/drawing/2014/main" id="{326FEBF8-2798-47CA-8844-0CE7C0B3B533}"/>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7" name="sues200_satellite_to_uav_250m/sues200_satellite_to_uav_250m/seed-1/population/bin-2/visual">
            <a:extLst xmlns:a="http://schemas.openxmlformats.org/drawingml/2006/main">
              <a:ext uri="{FF2B5EF4-FFF2-40B4-BE49-F238E27FC236}">
                <a16:creationId xmlns:a16="http://schemas.microsoft.com/office/drawing/2014/main" id="{36E7ED22-43C3-4432-A926-0250319298AF}"/>
              </a:ext>
            </a:extLst>
          </p:cNvPr>
          <p:cNvSpPr>
            <a:spLocks xmlns:a="http://schemas.openxmlformats.org/drawingml/2006/main" noGrp="1"/>
          </p:cNvSpPr>
          <p:nvPr/>
        </p:nvSpPr>
        <p:spPr>
          <a:xfrm xmlns:a="http://schemas.openxmlformats.org/drawingml/2006/main">
            <a:off x="1236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8" name="sues200_satellite_to_uav_250m/sues200_satellite_to_uav_250m/seed-1/population/bin-2/full">
            <a:extLst xmlns:a="http://schemas.openxmlformats.org/drawingml/2006/main">
              <a:ext uri="{FF2B5EF4-FFF2-40B4-BE49-F238E27FC236}">
                <a16:creationId xmlns:a16="http://schemas.microsoft.com/office/drawing/2014/main" id="{FBD82938-9647-4CC1-A29E-DD6CAFF63D1E}"/>
              </a:ext>
            </a:extLst>
          </p:cNvPr>
          <p:cNvSpPr>
            <a:spLocks xmlns:a="http://schemas.openxmlformats.org/drawingml/2006/main" noGrp="1"/>
          </p:cNvSpPr>
          <p:nvPr/>
        </p:nvSpPr>
        <p:spPr>
          <a:xfrm xmlns:a="http://schemas.openxmlformats.org/drawingml/2006/main">
            <a:off x="187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9" name="sues200_satellite_to_uav_250m/sues200_satellite_to_uav_250m/seed-1/population/bin-3/label">
            <a:extLst xmlns:a="http://schemas.openxmlformats.org/drawingml/2006/main">
              <a:ext uri="{FF2B5EF4-FFF2-40B4-BE49-F238E27FC236}">
                <a16:creationId xmlns:a16="http://schemas.microsoft.com/office/drawing/2014/main" id="{713E0C0C-D123-4960-858E-992ECCCF8539}"/>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0" name="sues200_satellite_to_uav_250m/sues200_satellite_to_uav_250m/seed-1/population/bin-3/visual">
            <a:extLst xmlns:a="http://schemas.openxmlformats.org/drawingml/2006/main">
              <a:ext uri="{FF2B5EF4-FFF2-40B4-BE49-F238E27FC236}">
                <a16:creationId xmlns:a16="http://schemas.microsoft.com/office/drawing/2014/main" id="{E479A517-A09E-4DC0-AF5B-707BBC8A6E37}"/>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1" name="sues200_satellite_to_uav_250m/sues200_satellite_to_uav_250m/seed-1/population/bin-3/full">
            <a:extLst xmlns:a="http://schemas.openxmlformats.org/drawingml/2006/main">
              <a:ext uri="{FF2B5EF4-FFF2-40B4-BE49-F238E27FC236}">
                <a16:creationId xmlns:a16="http://schemas.microsoft.com/office/drawing/2014/main" id="{FA674E2C-6C02-4774-9E60-79C59B0A8DE3}"/>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2" name="sues200_satellite_to_uav_250m/sues200_satellite_to_uav_250m/seed-1/population/bin-4/label">
            <a:extLst xmlns:a="http://schemas.openxmlformats.org/drawingml/2006/main">
              <a:ext uri="{FF2B5EF4-FFF2-40B4-BE49-F238E27FC236}">
                <a16:creationId xmlns:a16="http://schemas.microsoft.com/office/drawing/2014/main" id="{5E7E3EB5-E770-46B9-95F5-8C95E4DE54E1}"/>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3" name="sues200_satellite_to_uav_250m/sues200_satellite_to_uav_250m/seed-1/population/bin-4/visual">
            <a:extLst xmlns:a="http://schemas.openxmlformats.org/drawingml/2006/main">
              <a:ext uri="{FF2B5EF4-FFF2-40B4-BE49-F238E27FC236}">
                <a16:creationId xmlns:a16="http://schemas.microsoft.com/office/drawing/2014/main" id="{0F981888-CB27-48D7-AC08-14FD601258B4}"/>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sues200_satellite_to_uav_250m/sues200_satellite_to_uav_250m/seed-1/population/bin-4/full">
            <a:extLst xmlns:a="http://schemas.openxmlformats.org/drawingml/2006/main">
              <a:ext uri="{FF2B5EF4-FFF2-40B4-BE49-F238E27FC236}">
                <a16:creationId xmlns:a16="http://schemas.microsoft.com/office/drawing/2014/main" id="{0AA1D8C5-8351-42B6-B3B3-05DAC6F60691}"/>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5" name="sues200_satellite_to_uav_250m/sues200_satellite_to_uav_250m/seed-1/population/bin-5/label">
            <a:extLst xmlns:a="http://schemas.openxmlformats.org/drawingml/2006/main">
              <a:ext uri="{FF2B5EF4-FFF2-40B4-BE49-F238E27FC236}">
                <a16:creationId xmlns:a16="http://schemas.microsoft.com/office/drawing/2014/main" id="{CE84160A-322F-42E7-9F3F-94B3874D8DCE}"/>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6" name="sues200_satellite_to_uav_250m/sues200_satellite_to_uav_250m/seed-1/population/bin-5/visual">
            <a:extLst xmlns:a="http://schemas.openxmlformats.org/drawingml/2006/main">
              <a:ext uri="{FF2B5EF4-FFF2-40B4-BE49-F238E27FC236}">
                <a16:creationId xmlns:a16="http://schemas.microsoft.com/office/drawing/2014/main" id="{5AC13A50-5109-44D9-AF00-346F755522CC}"/>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sues200_satellite_to_uav_250m/sues200_satellite_to_uav_250m/seed-1/population/bin-5/full">
            <a:extLst xmlns:a="http://schemas.openxmlformats.org/drawingml/2006/main">
              <a:ext uri="{FF2B5EF4-FFF2-40B4-BE49-F238E27FC236}">
                <a16:creationId xmlns:a16="http://schemas.microsoft.com/office/drawing/2014/main" id="{45061C68-0F4B-4520-97E8-B088CD19CBE7}"/>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satellite_to_uav_250m/sues200_satellite_to_uav_250m/seed-1/population/bin-6/label">
            <a:extLst xmlns:a="http://schemas.openxmlformats.org/drawingml/2006/main">
              <a:ext uri="{FF2B5EF4-FFF2-40B4-BE49-F238E27FC236}">
                <a16:creationId xmlns:a16="http://schemas.microsoft.com/office/drawing/2014/main" id="{184D25FE-FCAA-4389-9156-C58F5DB9CFF2}"/>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59" name="sues200_satellite_to_uav_250m/sues200_satellite_to_uav_250m/seed-1/population/bin-6/visual">
            <a:extLst xmlns:a="http://schemas.openxmlformats.org/drawingml/2006/main">
              <a:ext uri="{FF2B5EF4-FFF2-40B4-BE49-F238E27FC236}">
                <a16:creationId xmlns:a16="http://schemas.microsoft.com/office/drawing/2014/main" id="{9DAA026E-EDFF-46D1-87AF-5C214C738792}"/>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sues200_satellite_to_uav_250m/sues200_satellite_to_uav_250m/seed-1/population/bin-6/full">
            <a:extLst xmlns:a="http://schemas.openxmlformats.org/drawingml/2006/main">
              <a:ext uri="{FF2B5EF4-FFF2-40B4-BE49-F238E27FC236}">
                <a16:creationId xmlns:a16="http://schemas.microsoft.com/office/drawing/2014/main" id="{994EAB04-E781-4E06-94CD-1AF51CE02107}"/>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satellite_to_uav_250m/sues200_satellite_to_uav_250m/seed-1/population/bin-7/label">
            <a:extLst xmlns:a="http://schemas.openxmlformats.org/drawingml/2006/main">
              <a:ext uri="{FF2B5EF4-FFF2-40B4-BE49-F238E27FC236}">
                <a16:creationId xmlns:a16="http://schemas.microsoft.com/office/drawing/2014/main" id="{78F69729-AB8B-4BE9-9C0C-5E0823860B94}"/>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2" name="sues200_satellite_to_uav_250m/sues200_satellite_to_uav_250m/seed-1/population/bin-7/visual">
            <a:extLst xmlns:a="http://schemas.openxmlformats.org/drawingml/2006/main">
              <a:ext uri="{FF2B5EF4-FFF2-40B4-BE49-F238E27FC236}">
                <a16:creationId xmlns:a16="http://schemas.microsoft.com/office/drawing/2014/main" id="{34273BC3-2CF8-434D-85F5-77EE61789268}"/>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sues200_satellite_to_uav_250m/sues200_satellite_to_uav_250m/seed-1/population/bin-7/full">
            <a:extLst xmlns:a="http://schemas.openxmlformats.org/drawingml/2006/main">
              <a:ext uri="{FF2B5EF4-FFF2-40B4-BE49-F238E27FC236}">
                <a16:creationId xmlns:a16="http://schemas.microsoft.com/office/drawing/2014/main" id="{1D3C7DAD-F249-4455-8351-126A2B666351}"/>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satellite_to_uav_250m/sues200_satellite_to_uav_250m/seed-1/population/bin-8/label">
            <a:extLst xmlns:a="http://schemas.openxmlformats.org/drawingml/2006/main">
              <a:ext uri="{FF2B5EF4-FFF2-40B4-BE49-F238E27FC236}">
                <a16:creationId xmlns:a16="http://schemas.microsoft.com/office/drawing/2014/main" id="{627579E8-5D1C-4B21-AAD7-FD5613111156}"/>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5" name="sues200_satellite_to_uav_250m/sues200_satellite_to_uav_250m/seed-1/population/bin-8/visual">
            <a:extLst xmlns:a="http://schemas.openxmlformats.org/drawingml/2006/main">
              <a:ext uri="{FF2B5EF4-FFF2-40B4-BE49-F238E27FC236}">
                <a16:creationId xmlns:a16="http://schemas.microsoft.com/office/drawing/2014/main" id="{C7EB1C30-68E5-4A58-B057-675C7986EE47}"/>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sues200_satellite_to_uav_250m/sues200_satellite_to_uav_250m/seed-1/population/bin-8/full">
            <a:extLst xmlns:a="http://schemas.openxmlformats.org/drawingml/2006/main">
              <a:ext uri="{FF2B5EF4-FFF2-40B4-BE49-F238E27FC236}">
                <a16:creationId xmlns:a16="http://schemas.microsoft.com/office/drawing/2014/main" id="{A3CFE115-ABC6-4262-A01B-C8AC8028224E}"/>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satellite_to_uav_250m/sues200_satellite_to_uav_250m/seed-1/population/bin-9/label">
            <a:extLst xmlns:a="http://schemas.openxmlformats.org/drawingml/2006/main">
              <a:ext uri="{FF2B5EF4-FFF2-40B4-BE49-F238E27FC236}">
                <a16:creationId xmlns:a16="http://schemas.microsoft.com/office/drawing/2014/main" id="{E3A63CB2-464B-45F9-95A9-F053AB61941C}"/>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68" name="sues200_satellite_to_uav_250m/sues200_satellite_to_uav_250m/seed-1/population/bin-9/visual">
            <a:extLst xmlns:a="http://schemas.openxmlformats.org/drawingml/2006/main">
              <a:ext uri="{FF2B5EF4-FFF2-40B4-BE49-F238E27FC236}">
                <a16:creationId xmlns:a16="http://schemas.microsoft.com/office/drawing/2014/main" id="{EBAB245A-318E-47B2-8250-67433EBFBA62}"/>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sues200_satellite_to_uav_250m/sues200_satellite_to_uav_250m/seed-1/population/bin-9/full">
            <a:extLst xmlns:a="http://schemas.openxmlformats.org/drawingml/2006/main">
              <a:ext uri="{FF2B5EF4-FFF2-40B4-BE49-F238E27FC236}">
                <a16:creationId xmlns:a16="http://schemas.microsoft.com/office/drawing/2014/main" id="{EAEF8343-B65C-489A-81BA-750D88A35CD3}"/>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satellite_to_uav_250m/sues200_satellite_to_uav_250m/seed-1/population/bin-10/label">
            <a:extLst xmlns:a="http://schemas.openxmlformats.org/drawingml/2006/main">
              <a:ext uri="{FF2B5EF4-FFF2-40B4-BE49-F238E27FC236}">
                <a16:creationId xmlns:a16="http://schemas.microsoft.com/office/drawing/2014/main" id="{B8ECDE28-B106-499F-8E72-905A710BF21B}"/>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1" name="sues200_satellite_to_uav_250m/sues200_satellite_to_uav_250m/seed-1/population/bin-10/visual">
            <a:extLst xmlns:a="http://schemas.openxmlformats.org/drawingml/2006/main">
              <a:ext uri="{FF2B5EF4-FFF2-40B4-BE49-F238E27FC236}">
                <a16:creationId xmlns:a16="http://schemas.microsoft.com/office/drawing/2014/main" id="{41A7EAF7-1523-4671-86C8-7622E7F3119D}"/>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sues200_satellite_to_uav_250m/sues200_satellite_to_uav_250m/seed-1/population/bin-10/full">
            <a:extLst xmlns:a="http://schemas.openxmlformats.org/drawingml/2006/main">
              <a:ext uri="{FF2B5EF4-FFF2-40B4-BE49-F238E27FC236}">
                <a16:creationId xmlns:a16="http://schemas.microsoft.com/office/drawing/2014/main" id="{0839C6EE-0501-46F9-B6B7-BC9A844F31EA}"/>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satellite_to_uav_250m/sues200_satellite_to_uav_250m/seed-1/population/bin-11/label">
            <a:extLst xmlns:a="http://schemas.openxmlformats.org/drawingml/2006/main">
              <a:ext uri="{FF2B5EF4-FFF2-40B4-BE49-F238E27FC236}">
                <a16:creationId xmlns:a16="http://schemas.microsoft.com/office/drawing/2014/main" id="{00778747-62C8-4151-A848-F2DD0D8F9D9F}"/>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4" name="sues200_satellite_to_uav_250m/sues200_satellite_to_uav_250m/seed-1/population/bin-11/visual">
            <a:extLst xmlns:a="http://schemas.openxmlformats.org/drawingml/2006/main">
              <a:ext uri="{FF2B5EF4-FFF2-40B4-BE49-F238E27FC236}">
                <a16:creationId xmlns:a16="http://schemas.microsoft.com/office/drawing/2014/main" id="{E69668CD-5263-4CF3-8DA5-450C40C240DA}"/>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sues200_satellite_to_uav_250m/sues200_satellite_to_uav_250m/seed-1/population/bin-11/full">
            <a:extLst xmlns:a="http://schemas.openxmlformats.org/drawingml/2006/main">
              <a:ext uri="{FF2B5EF4-FFF2-40B4-BE49-F238E27FC236}">
                <a16:creationId xmlns:a16="http://schemas.microsoft.com/office/drawing/2014/main" id="{D252324A-6E5B-45A5-839A-7C7F82558DF7}"/>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satellite_to_uav_250m/sues200_satellite_to_uav_250m/seed-1/population/bin-12/label">
            <a:extLst xmlns:a="http://schemas.openxmlformats.org/drawingml/2006/main">
              <a:ext uri="{FF2B5EF4-FFF2-40B4-BE49-F238E27FC236}">
                <a16:creationId xmlns:a16="http://schemas.microsoft.com/office/drawing/2014/main" id="{926DC367-283F-4245-A64F-2C961A5E3314}"/>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7" name="sues200_satellite_to_uav_250m/sues200_satellite_to_uav_250m/seed-1/population/bin-12/visual">
            <a:extLst xmlns:a="http://schemas.openxmlformats.org/drawingml/2006/main">
              <a:ext uri="{FF2B5EF4-FFF2-40B4-BE49-F238E27FC236}">
                <a16:creationId xmlns:a16="http://schemas.microsoft.com/office/drawing/2014/main" id="{8218216B-158A-4E6F-8822-E347D3EB238B}"/>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sues200_satellite_to_uav_250m/sues200_satellite_to_uav_250m/seed-1/population/bin-12/full">
            <a:extLst xmlns:a="http://schemas.openxmlformats.org/drawingml/2006/main">
              <a:ext uri="{FF2B5EF4-FFF2-40B4-BE49-F238E27FC236}">
                <a16:creationId xmlns:a16="http://schemas.microsoft.com/office/drawing/2014/main" id="{134DC764-8479-4D57-A17B-CAE74C8AC158}"/>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satellite_to_uav_250m/sues200_satellite_to_uav_250m/seed-1/population/bin-13/label">
            <a:extLst xmlns:a="http://schemas.openxmlformats.org/drawingml/2006/main">
              <a:ext uri="{FF2B5EF4-FFF2-40B4-BE49-F238E27FC236}">
                <a16:creationId xmlns:a16="http://schemas.microsoft.com/office/drawing/2014/main" id="{F2DC8C40-6715-4654-8D7C-0548BE659B64}"/>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0" name="sues200_satellite_to_uav_250m/sues200_satellite_to_uav_250m/seed-1/population/bin-13/visual">
            <a:extLst xmlns:a="http://schemas.openxmlformats.org/drawingml/2006/main">
              <a:ext uri="{FF2B5EF4-FFF2-40B4-BE49-F238E27FC236}">
                <a16:creationId xmlns:a16="http://schemas.microsoft.com/office/drawing/2014/main" id="{9C9A34E1-C981-420D-B675-126C1E635ED5}"/>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sues200_satellite_to_uav_250m/sues200_satellite_to_uav_250m/seed-1/population/bin-13/full">
            <a:extLst xmlns:a="http://schemas.openxmlformats.org/drawingml/2006/main">
              <a:ext uri="{FF2B5EF4-FFF2-40B4-BE49-F238E27FC236}">
                <a16:creationId xmlns:a16="http://schemas.microsoft.com/office/drawing/2014/main" id="{18F60059-378A-4FA5-AD7A-B67C7C2E1E4E}"/>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satellite_to_uav_250m/sues200_satellite_to_uav_250m/seed-1/population/bin-14/label">
            <a:extLst xmlns:a="http://schemas.openxmlformats.org/drawingml/2006/main">
              <a:ext uri="{FF2B5EF4-FFF2-40B4-BE49-F238E27FC236}">
                <a16:creationId xmlns:a16="http://schemas.microsoft.com/office/drawing/2014/main" id="{D4775644-878D-4425-B719-72BD1A64E114}"/>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3" name="sues200_satellite_to_uav_250m/sues200_satellite_to_uav_250m/seed-1/population/bin-14/visual">
            <a:extLst xmlns:a="http://schemas.openxmlformats.org/drawingml/2006/main">
              <a:ext uri="{FF2B5EF4-FFF2-40B4-BE49-F238E27FC236}">
                <a16:creationId xmlns:a16="http://schemas.microsoft.com/office/drawing/2014/main" id="{F73F83F1-0ACA-41CE-A080-4D702312CCF1}"/>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sues200_satellite_to_uav_250m/sues200_satellite_to_uav_250m/seed-1/population/bin-14/full">
            <a:extLst xmlns:a="http://schemas.openxmlformats.org/drawingml/2006/main">
              <a:ext uri="{FF2B5EF4-FFF2-40B4-BE49-F238E27FC236}">
                <a16:creationId xmlns:a16="http://schemas.microsoft.com/office/drawing/2014/main" id="{64B22BA1-92CA-4F1D-A110-72C5C313066B}"/>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satellite_to_uav_250m/sues200_satellite_to_uav_250m/seed-1/population/bin-15/label">
            <a:extLst xmlns:a="http://schemas.openxmlformats.org/drawingml/2006/main">
              <a:ext uri="{FF2B5EF4-FFF2-40B4-BE49-F238E27FC236}">
                <a16:creationId xmlns:a16="http://schemas.microsoft.com/office/drawing/2014/main" id="{7BFD44DB-EB33-44A0-8BA7-F12D2A5FF24D}"/>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6" name="sues200_satellite_to_uav_250m/sues200_satellite_to_uav_250m/seed-1/population/bin-15/visual">
            <a:extLst xmlns:a="http://schemas.openxmlformats.org/drawingml/2006/main">
              <a:ext uri="{FF2B5EF4-FFF2-40B4-BE49-F238E27FC236}">
                <a16:creationId xmlns:a16="http://schemas.microsoft.com/office/drawing/2014/main" id="{2604CBDC-C408-4EFD-921E-171F7A9FA37B}"/>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sues200_satellite_to_uav_250m/sues200_satellite_to_uav_250m/seed-1/population/bin-15/full">
            <a:extLst xmlns:a="http://schemas.openxmlformats.org/drawingml/2006/main">
              <a:ext uri="{FF2B5EF4-FFF2-40B4-BE49-F238E27FC236}">
                <a16:creationId xmlns:a16="http://schemas.microsoft.com/office/drawing/2014/main" id="{B1FE7FF8-24EF-42F9-A10B-B55A594AAB41}"/>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satellite_to_uav_250m/sues200_satellite_to_uav_250m/seed-2/seed-heading">
            <a:extLst xmlns:a="http://schemas.openxmlformats.org/drawingml/2006/main">
              <a:ext uri="{FF2B5EF4-FFF2-40B4-BE49-F238E27FC236}">
                <a16:creationId xmlns:a16="http://schemas.microsoft.com/office/drawing/2014/main" id="{5A33D3FA-5B7C-4847-A199-8323B08A362A}"/>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89" name="sues200_satellite_to_uav_250m/sues200_satellite_to_uav_250m/seed-2/y-grid-0">
            <a:extLst xmlns:a="http://schemas.openxmlformats.org/drawingml/2006/main">
              <a:ext uri="{FF2B5EF4-FFF2-40B4-BE49-F238E27FC236}">
                <a16:creationId xmlns:a16="http://schemas.microsoft.com/office/drawing/2014/main" id="{DB55AD62-7C1F-4E14-AF45-EB8E9CF5C020}"/>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250m/sues200_satellite_to_uav_250m/seed-2/y-label-0">
            <a:extLst xmlns:a="http://schemas.openxmlformats.org/drawingml/2006/main">
              <a:ext uri="{FF2B5EF4-FFF2-40B4-BE49-F238E27FC236}">
                <a16:creationId xmlns:a16="http://schemas.microsoft.com/office/drawing/2014/main" id="{3E7A6545-4ACC-4E3E-89B1-25BBDF05714C}"/>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1" name="sues200_satellite_to_uav_250m/sues200_satellite_to_uav_250m/seed-2/x-tick-0">
            <a:extLst xmlns:a="http://schemas.openxmlformats.org/drawingml/2006/main">
              <a:ext uri="{FF2B5EF4-FFF2-40B4-BE49-F238E27FC236}">
                <a16:creationId xmlns:a16="http://schemas.microsoft.com/office/drawing/2014/main" id="{B960EB92-EC2D-419E-AAF0-C059897A0620}"/>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250m/sues200_satellite_to_uav_250m/seed-2/x-label-0">
            <a:extLst xmlns:a="http://schemas.openxmlformats.org/drawingml/2006/main">
              <a:ext uri="{FF2B5EF4-FFF2-40B4-BE49-F238E27FC236}">
                <a16:creationId xmlns:a16="http://schemas.microsoft.com/office/drawing/2014/main" id="{D202AC8F-D2ED-4BC2-A95C-04BCC757655B}"/>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sues200_satellite_to_uav_250m/sues200_satellite_to_uav_250m/seed-2/y-grid-0.25">
            <a:extLst xmlns:a="http://schemas.openxmlformats.org/drawingml/2006/main">
              <a:ext uri="{FF2B5EF4-FFF2-40B4-BE49-F238E27FC236}">
                <a16:creationId xmlns:a16="http://schemas.microsoft.com/office/drawing/2014/main" id="{0FDEAF36-B125-4EE1-822E-50D14DD7D84A}"/>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satellite_to_uav_250m/sues200_satellite_to_uav_250m/seed-2/y-label-0.25">
            <a:extLst xmlns:a="http://schemas.openxmlformats.org/drawingml/2006/main">
              <a:ext uri="{FF2B5EF4-FFF2-40B4-BE49-F238E27FC236}">
                <a16:creationId xmlns:a16="http://schemas.microsoft.com/office/drawing/2014/main" id="{BD011540-9498-458D-A7AC-E7AE386E38F2}"/>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5" name="sues200_satellite_to_uav_250m/sues200_satellite_to_uav_250m/seed-2/x-tick-0.25">
            <a:extLst xmlns:a="http://schemas.openxmlformats.org/drawingml/2006/main">
              <a:ext uri="{FF2B5EF4-FFF2-40B4-BE49-F238E27FC236}">
                <a16:creationId xmlns:a16="http://schemas.microsoft.com/office/drawing/2014/main" id="{4A112AC2-F49A-4B6A-BE44-CE1478B9D30F}"/>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satellite_to_uav_250m/sues200_satellite_to_uav_250m/seed-2/x-label-0.25">
            <a:extLst xmlns:a="http://schemas.openxmlformats.org/drawingml/2006/main">
              <a:ext uri="{FF2B5EF4-FFF2-40B4-BE49-F238E27FC236}">
                <a16:creationId xmlns:a16="http://schemas.microsoft.com/office/drawing/2014/main" id="{DD3816CE-60EE-4E8E-89F3-FA4FC940FB8E}"/>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sues200_satellite_to_uav_250m/sues200_satellite_to_uav_250m/seed-2/y-grid-0.5">
            <a:extLst xmlns:a="http://schemas.openxmlformats.org/drawingml/2006/main">
              <a:ext uri="{FF2B5EF4-FFF2-40B4-BE49-F238E27FC236}">
                <a16:creationId xmlns:a16="http://schemas.microsoft.com/office/drawing/2014/main" id="{7424F2CC-842C-42A4-BF2E-867F7EDC94A6}"/>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satellite_to_uav_250m/sues200_satellite_to_uav_250m/seed-2/y-label-0.5">
            <a:extLst xmlns:a="http://schemas.openxmlformats.org/drawingml/2006/main">
              <a:ext uri="{FF2B5EF4-FFF2-40B4-BE49-F238E27FC236}">
                <a16:creationId xmlns:a16="http://schemas.microsoft.com/office/drawing/2014/main" id="{0D724332-0D64-42D4-B2D3-0F7F91F6B8AE}"/>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99" name="sues200_satellite_to_uav_250m/sues200_satellite_to_uav_250m/seed-2/x-tick-0.5">
            <a:extLst xmlns:a="http://schemas.openxmlformats.org/drawingml/2006/main">
              <a:ext uri="{FF2B5EF4-FFF2-40B4-BE49-F238E27FC236}">
                <a16:creationId xmlns:a16="http://schemas.microsoft.com/office/drawing/2014/main" id="{0AED9202-FE6B-44D9-864D-8C43FD4E824D}"/>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250m/sues200_satellite_to_uav_250m/seed-2/x-label-0.5">
            <a:extLst xmlns:a="http://schemas.openxmlformats.org/drawingml/2006/main">
              <a:ext uri="{FF2B5EF4-FFF2-40B4-BE49-F238E27FC236}">
                <a16:creationId xmlns:a16="http://schemas.microsoft.com/office/drawing/2014/main" id="{41B68129-93D4-4363-91BC-72463EF9741E}"/>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sues200_satellite_to_uav_250m/sues200_satellite_to_uav_250m/seed-2/y-grid-0.75">
            <a:extLst xmlns:a="http://schemas.openxmlformats.org/drawingml/2006/main">
              <a:ext uri="{FF2B5EF4-FFF2-40B4-BE49-F238E27FC236}">
                <a16:creationId xmlns:a16="http://schemas.microsoft.com/office/drawing/2014/main" id="{9284963D-B2A4-46CF-95BF-8AA0A31488A5}"/>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satellite_to_uav_250m/sues200_satellite_to_uav_250m/seed-2/y-label-0.75">
            <a:extLst xmlns:a="http://schemas.openxmlformats.org/drawingml/2006/main">
              <a:ext uri="{FF2B5EF4-FFF2-40B4-BE49-F238E27FC236}">
                <a16:creationId xmlns:a16="http://schemas.microsoft.com/office/drawing/2014/main" id="{5F89357E-F7DF-4FFD-9C15-96141D885044}"/>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3" name="sues200_satellite_to_uav_250m/sues200_satellite_to_uav_250m/seed-2/x-tick-0.75">
            <a:extLst xmlns:a="http://schemas.openxmlformats.org/drawingml/2006/main">
              <a:ext uri="{FF2B5EF4-FFF2-40B4-BE49-F238E27FC236}">
                <a16:creationId xmlns:a16="http://schemas.microsoft.com/office/drawing/2014/main" id="{6E9E57CF-C18F-4A51-807C-593DE01C9637}"/>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satellite_to_uav_250m/sues200_satellite_to_uav_250m/seed-2/x-label-0.75">
            <a:extLst xmlns:a="http://schemas.openxmlformats.org/drawingml/2006/main">
              <a:ext uri="{FF2B5EF4-FFF2-40B4-BE49-F238E27FC236}">
                <a16:creationId xmlns:a16="http://schemas.microsoft.com/office/drawing/2014/main" id="{5E111A81-8673-4B81-9091-7568D6FAC60F}"/>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sues200_satellite_to_uav_250m/sues200_satellite_to_uav_250m/seed-2/y-grid-1">
            <a:extLst xmlns:a="http://schemas.openxmlformats.org/drawingml/2006/main">
              <a:ext uri="{FF2B5EF4-FFF2-40B4-BE49-F238E27FC236}">
                <a16:creationId xmlns:a16="http://schemas.microsoft.com/office/drawing/2014/main" id="{4B02A2DA-6C89-4FE3-87E8-798549EF2BD1}"/>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satellite_to_uav_250m/sues200_satellite_to_uav_250m/seed-2/y-label-1">
            <a:extLst xmlns:a="http://schemas.openxmlformats.org/drawingml/2006/main">
              <a:ext uri="{FF2B5EF4-FFF2-40B4-BE49-F238E27FC236}">
                <a16:creationId xmlns:a16="http://schemas.microsoft.com/office/drawing/2014/main" id="{4F19926E-D356-4961-83C8-CCCF4EC794C1}"/>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7" name="sues200_satellite_to_uav_250m/sues200_satellite_to_uav_250m/seed-2/x-tick-1">
            <a:extLst xmlns:a="http://schemas.openxmlformats.org/drawingml/2006/main">
              <a:ext uri="{FF2B5EF4-FFF2-40B4-BE49-F238E27FC236}">
                <a16:creationId xmlns:a16="http://schemas.microsoft.com/office/drawing/2014/main" id="{D9524A67-2156-49ED-A724-2F29D64CCCDD}"/>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satellite_to_uav_250m/sues200_satellite_to_uav_250m/seed-2/x-label-1">
            <a:extLst xmlns:a="http://schemas.openxmlformats.org/drawingml/2006/main">
              <a:ext uri="{FF2B5EF4-FFF2-40B4-BE49-F238E27FC236}">
                <a16:creationId xmlns:a16="http://schemas.microsoft.com/office/drawing/2014/main" id="{EC760C62-D9A2-41C3-A003-F42D7CC370DB}"/>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sues200_satellite_to_uav_250m/sues200_satellite_to_uav_250m/seed-2/reference-equality">
            <a:extLst xmlns:a="http://schemas.openxmlformats.org/drawingml/2006/main">
              <a:ext uri="{FF2B5EF4-FFF2-40B4-BE49-F238E27FC236}">
                <a16:creationId xmlns:a16="http://schemas.microsoft.com/office/drawing/2014/main" id="{2BFDDE35-E9E3-42ED-8EE0-1FB21E2249AF}"/>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0" name="sues200_satellite_to_uav_250m/sues200_satellite_to_uav_250m/seed-2/y-axis">
            <a:extLst xmlns:a="http://schemas.openxmlformats.org/drawingml/2006/main">
              <a:ext uri="{FF2B5EF4-FFF2-40B4-BE49-F238E27FC236}">
                <a16:creationId xmlns:a16="http://schemas.microsoft.com/office/drawing/2014/main" id="{DC5BD0BC-3D40-4D28-8402-3EB2E2EFCF11}"/>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sues200_satellite_to_uav_250m/sues200_satellite_to_uav_250m/seed-2/x-axis">
            <a:extLst xmlns:a="http://schemas.openxmlformats.org/drawingml/2006/main">
              <a:ext uri="{FF2B5EF4-FFF2-40B4-BE49-F238E27FC236}">
                <a16:creationId xmlns:a16="http://schemas.microsoft.com/office/drawing/2014/main" id="{852E4D8D-93B1-468A-A65E-0E204510539B}"/>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satellite_to_uav_250m/sues200_satellite_to_uav_250m/seed-2/visual/bin-1/point">
            <a:extLst xmlns:a="http://schemas.openxmlformats.org/drawingml/2006/main">
              <a:ext uri="{FF2B5EF4-FFF2-40B4-BE49-F238E27FC236}">
                <a16:creationId xmlns:a16="http://schemas.microsoft.com/office/drawing/2014/main" id="{3F57B5B1-BA9C-4E1D-BA96-65E047EB0E94}"/>
              </a:ext>
            </a:extLst>
          </p:cNvPr>
          <p:cNvSpPr>
            <a:spLocks xmlns:a="http://schemas.openxmlformats.org/drawingml/2006/main" noGrp="1"/>
          </p:cNvSpPr>
          <p:nvPr/>
        </p:nvSpPr>
        <p:spPr>
          <a:xfrm xmlns:a="http://schemas.openxmlformats.org/drawingml/2006/main">
            <a:off x="2519847" y="167386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3" name="sues200_satellite_to_uav_250m/sues200_satellite_to_uav_250m/seed-2/visual/ECE">
            <a:extLst xmlns:a="http://schemas.openxmlformats.org/drawingml/2006/main">
              <a:ext uri="{FF2B5EF4-FFF2-40B4-BE49-F238E27FC236}">
                <a16:creationId xmlns:a16="http://schemas.microsoft.com/office/drawing/2014/main" id="{AC6E925B-217D-465A-8AA6-36887E95FCC5}"/>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0.6564</a:t>
            </a:r>
          </a:p>
        </p:txBody>
      </p:sp>
      <p:sp>
        <p:nvSpPr>
          <p:cNvPr id="114" name="sues200_satellite_to_uav_250m/sues200_satellite_to_uav_250m/seed-2/full/bin-1/point">
            <a:extLst xmlns:a="http://schemas.openxmlformats.org/drawingml/2006/main">
              <a:ext uri="{FF2B5EF4-FFF2-40B4-BE49-F238E27FC236}">
                <a16:creationId xmlns:a16="http://schemas.microsoft.com/office/drawing/2014/main" id="{F19E5713-FF0C-41FA-BC92-7B766C725482}"/>
              </a:ext>
            </a:extLst>
          </p:cNvPr>
          <p:cNvSpPr>
            <a:spLocks xmlns:a="http://schemas.openxmlformats.org/drawingml/2006/main" noGrp="1"/>
          </p:cNvSpPr>
          <p:nvPr/>
        </p:nvSpPr>
        <p:spPr>
          <a:xfrm xmlns:a="http://schemas.openxmlformats.org/drawingml/2006/main">
            <a:off x="2526553" y="179006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5" name="sues200_satellite_to_uav_250m/sues200_satellite_to_uav_250m/seed-2/full/ECE">
            <a:extLst xmlns:a="http://schemas.openxmlformats.org/drawingml/2006/main">
              <a:ext uri="{FF2B5EF4-FFF2-40B4-BE49-F238E27FC236}">
                <a16:creationId xmlns:a16="http://schemas.microsoft.com/office/drawing/2014/main" id="{D5ECDAF5-1427-453E-B768-97480028BB25}"/>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0.5808</a:t>
            </a:r>
          </a:p>
        </p:txBody>
      </p:sp>
      <p:sp>
        <p:nvSpPr>
          <p:cNvPr id="116" name="sues200_satellite_to_uav_250m/sues200_satellite_to_uav_250m/seed-2/population/N">
            <a:extLst xmlns:a="http://schemas.openxmlformats.org/drawingml/2006/main">
              <a:ext uri="{FF2B5EF4-FFF2-40B4-BE49-F238E27FC236}">
                <a16:creationId xmlns:a16="http://schemas.microsoft.com/office/drawing/2014/main" id="{6AF801D0-02C4-42BB-AF53-DAD42E229CA9}"/>
              </a:ext>
            </a:extLst>
          </p:cNvPr>
          <p:cNvSpPr>
            <a:spLocks xmlns:a="http://schemas.openxmlformats.org/drawingml/2006/main" noGrp="1"/>
          </p:cNvSpPr>
          <p:nvPr/>
        </p:nvSpPr>
        <p:spPr>
          <a:xfrm xmlns:a="http://schemas.openxmlformats.org/drawingml/2006/main">
            <a:off x="27756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17" name="sues200_satellite_to_uav_250m/sues200_satellite_to_uav_250m/seed-2/population/header/bin">
            <a:extLst xmlns:a="http://schemas.openxmlformats.org/drawingml/2006/main">
              <a:ext uri="{FF2B5EF4-FFF2-40B4-BE49-F238E27FC236}">
                <a16:creationId xmlns:a16="http://schemas.microsoft.com/office/drawing/2014/main" id="{9804036F-538C-44A4-BD81-6FCD455666CA}"/>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18" name="sues200_satellite_to_uav_250m/sues200_satellite_to_uav_250m/seed-2/population/header/visual">
            <a:extLst xmlns:a="http://schemas.openxmlformats.org/drawingml/2006/main">
              <a:ext uri="{FF2B5EF4-FFF2-40B4-BE49-F238E27FC236}">
                <a16:creationId xmlns:a16="http://schemas.microsoft.com/office/drawing/2014/main" id="{DA56EADD-0C0B-4B6F-9220-92BB20907FD0}"/>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19" name="sues200_satellite_to_uav_250m/sues200_satellite_to_uav_250m/seed-2/population/header/full">
            <a:extLst xmlns:a="http://schemas.openxmlformats.org/drawingml/2006/main">
              <a:ext uri="{FF2B5EF4-FFF2-40B4-BE49-F238E27FC236}">
                <a16:creationId xmlns:a16="http://schemas.microsoft.com/office/drawing/2014/main" id="{E3ED0C92-F4EE-493A-B733-4DCC11352FBD}"/>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0" name="sues200_satellite_to_uav_250m/sues200_satellite_to_uav_250m/seed-2/population/header/rule">
            <a:extLst xmlns:a="http://schemas.openxmlformats.org/drawingml/2006/main">
              <a:ext uri="{FF2B5EF4-FFF2-40B4-BE49-F238E27FC236}">
                <a16:creationId xmlns:a16="http://schemas.microsoft.com/office/drawing/2014/main" id="{8DE9DCB9-2DBF-4287-ACDE-FE0E7B84A0B3}"/>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1" name="sues200_satellite_to_uav_250m/sues200_satellite_to_uav_250m/seed-2/population/bin-1/label">
            <a:extLst xmlns:a="http://schemas.openxmlformats.org/drawingml/2006/main">
              <a:ext uri="{FF2B5EF4-FFF2-40B4-BE49-F238E27FC236}">
                <a16:creationId xmlns:a16="http://schemas.microsoft.com/office/drawing/2014/main" id="{EF1D5530-9235-4EAE-9A3C-8094A9A63A82}"/>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2" name="sues200_satellite_to_uav_250m/sues200_satellite_to_uav_250m/seed-2/population/bin-1/visual">
            <a:extLst xmlns:a="http://schemas.openxmlformats.org/drawingml/2006/main">
              <a:ext uri="{FF2B5EF4-FFF2-40B4-BE49-F238E27FC236}">
                <a16:creationId xmlns:a16="http://schemas.microsoft.com/office/drawing/2014/main" id="{E17EA674-13B0-419F-8D52-098C86E5F956}"/>
              </a:ext>
            </a:extLst>
          </p:cNvPr>
          <p:cNvSpPr>
            <a:spLocks xmlns:a="http://schemas.openxmlformats.org/drawingml/2006/main" noGrp="1"/>
          </p:cNvSpPr>
          <p:nvPr/>
        </p:nvSpPr>
        <p:spPr>
          <a:xfrm xmlns:a="http://schemas.openxmlformats.org/drawingml/2006/main">
            <a:off x="3215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123" name="sues200_satellite_to_uav_250m/sues200_satellite_to_uav_250m/seed-2/population/bin-1/full">
            <a:extLst xmlns:a="http://schemas.openxmlformats.org/drawingml/2006/main">
              <a:ext uri="{FF2B5EF4-FFF2-40B4-BE49-F238E27FC236}">
                <a16:creationId xmlns:a16="http://schemas.microsoft.com/office/drawing/2014/main" id="{81236A3C-44FB-4390-887E-C650F79ADE20}"/>
              </a:ext>
            </a:extLst>
          </p:cNvPr>
          <p:cNvSpPr>
            <a:spLocks xmlns:a="http://schemas.openxmlformats.org/drawingml/2006/main" noGrp="1"/>
          </p:cNvSpPr>
          <p:nvPr/>
        </p:nvSpPr>
        <p:spPr>
          <a:xfrm xmlns:a="http://schemas.openxmlformats.org/drawingml/2006/main">
            <a:off x="3850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124" name="sues200_satellite_to_uav_250m/sues200_satellite_to_uav_250m/seed-2/population/bin-2/label">
            <a:extLst xmlns:a="http://schemas.openxmlformats.org/drawingml/2006/main">
              <a:ext uri="{FF2B5EF4-FFF2-40B4-BE49-F238E27FC236}">
                <a16:creationId xmlns:a16="http://schemas.microsoft.com/office/drawing/2014/main" id="{F1A10FF2-765F-4584-91B4-694C5D7C2B79}"/>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25" name="sues200_satellite_to_uav_250m/sues200_satellite_to_uav_250m/seed-2/population/bin-2/visual">
            <a:extLst xmlns:a="http://schemas.openxmlformats.org/drawingml/2006/main">
              <a:ext uri="{FF2B5EF4-FFF2-40B4-BE49-F238E27FC236}">
                <a16:creationId xmlns:a16="http://schemas.microsoft.com/office/drawing/2014/main" id="{31A68823-505F-4519-8D4F-BB81C961DD68}"/>
              </a:ext>
            </a:extLst>
          </p:cNvPr>
          <p:cNvSpPr>
            <a:spLocks xmlns:a="http://schemas.openxmlformats.org/drawingml/2006/main" noGrp="1"/>
          </p:cNvSpPr>
          <p:nvPr/>
        </p:nvSpPr>
        <p:spPr>
          <a:xfrm xmlns:a="http://schemas.openxmlformats.org/drawingml/2006/main">
            <a:off x="3243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6" name="sues200_satellite_to_uav_250m/sues200_satellite_to_uav_250m/seed-2/population/bin-2/full">
            <a:extLst xmlns:a="http://schemas.openxmlformats.org/drawingml/2006/main">
              <a:ext uri="{FF2B5EF4-FFF2-40B4-BE49-F238E27FC236}">
                <a16:creationId xmlns:a16="http://schemas.microsoft.com/office/drawing/2014/main" id="{896732EF-3F68-4E81-9AF5-D62BE2BB4245}"/>
              </a:ext>
            </a:extLst>
          </p:cNvPr>
          <p:cNvSpPr>
            <a:spLocks xmlns:a="http://schemas.openxmlformats.org/drawingml/2006/main" noGrp="1"/>
          </p:cNvSpPr>
          <p:nvPr/>
        </p:nvSpPr>
        <p:spPr>
          <a:xfrm xmlns:a="http://schemas.openxmlformats.org/drawingml/2006/main">
            <a:off x="387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7" name="sues200_satellite_to_uav_250m/sues200_satellite_to_uav_250m/seed-2/population/bin-3/label">
            <a:extLst xmlns:a="http://schemas.openxmlformats.org/drawingml/2006/main">
              <a:ext uri="{FF2B5EF4-FFF2-40B4-BE49-F238E27FC236}">
                <a16:creationId xmlns:a16="http://schemas.microsoft.com/office/drawing/2014/main" id="{22CE4D72-93D7-4AC6-B229-7F66227C1688}"/>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28" name="sues200_satellite_to_uav_250m/sues200_satellite_to_uav_250m/seed-2/population/bin-3/visual">
            <a:extLst xmlns:a="http://schemas.openxmlformats.org/drawingml/2006/main">
              <a:ext uri="{FF2B5EF4-FFF2-40B4-BE49-F238E27FC236}">
                <a16:creationId xmlns:a16="http://schemas.microsoft.com/office/drawing/2014/main" id="{2D848686-23B1-453F-8528-68D354899EC1}"/>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9" name="sues200_satellite_to_uav_250m/sues200_satellite_to_uav_250m/seed-2/population/bin-3/full">
            <a:extLst xmlns:a="http://schemas.openxmlformats.org/drawingml/2006/main">
              <a:ext uri="{FF2B5EF4-FFF2-40B4-BE49-F238E27FC236}">
                <a16:creationId xmlns:a16="http://schemas.microsoft.com/office/drawing/2014/main" id="{3EDA827B-A1D0-4C84-B36E-9BEBD8144D72}"/>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0" name="sues200_satellite_to_uav_250m/sues200_satellite_to_uav_250m/seed-2/population/bin-4/label">
            <a:extLst xmlns:a="http://schemas.openxmlformats.org/drawingml/2006/main">
              <a:ext uri="{FF2B5EF4-FFF2-40B4-BE49-F238E27FC236}">
                <a16:creationId xmlns:a16="http://schemas.microsoft.com/office/drawing/2014/main" id="{57193647-CEF7-4FA8-8C74-5C05C32242A5}"/>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1" name="sues200_satellite_to_uav_250m/sues200_satellite_to_uav_250m/seed-2/population/bin-4/visual">
            <a:extLst xmlns:a="http://schemas.openxmlformats.org/drawingml/2006/main">
              <a:ext uri="{FF2B5EF4-FFF2-40B4-BE49-F238E27FC236}">
                <a16:creationId xmlns:a16="http://schemas.microsoft.com/office/drawing/2014/main" id="{6F87AA2C-8F62-4011-8EAA-B9A4422F3E5B}"/>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2" name="sues200_satellite_to_uav_250m/sues200_satellite_to_uav_250m/seed-2/population/bin-4/full">
            <a:extLst xmlns:a="http://schemas.openxmlformats.org/drawingml/2006/main">
              <a:ext uri="{FF2B5EF4-FFF2-40B4-BE49-F238E27FC236}">
                <a16:creationId xmlns:a16="http://schemas.microsoft.com/office/drawing/2014/main" id="{72A84E6D-D78A-4A43-AD1D-AC3336ACF7C6}"/>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3" name="sues200_satellite_to_uav_250m/sues200_satellite_to_uav_250m/seed-2/population/bin-5/label">
            <a:extLst xmlns:a="http://schemas.openxmlformats.org/drawingml/2006/main">
              <a:ext uri="{FF2B5EF4-FFF2-40B4-BE49-F238E27FC236}">
                <a16:creationId xmlns:a16="http://schemas.microsoft.com/office/drawing/2014/main" id="{877F4D9C-406B-485E-A7EF-418AC0161A38}"/>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4" name="sues200_satellite_to_uav_250m/sues200_satellite_to_uav_250m/seed-2/population/bin-5/visual">
            <a:extLst xmlns:a="http://schemas.openxmlformats.org/drawingml/2006/main">
              <a:ext uri="{FF2B5EF4-FFF2-40B4-BE49-F238E27FC236}">
                <a16:creationId xmlns:a16="http://schemas.microsoft.com/office/drawing/2014/main" id="{503BBA29-9631-4174-B9FB-649961CED821}"/>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5" name="sues200_satellite_to_uav_250m/sues200_satellite_to_uav_250m/seed-2/population/bin-5/full">
            <a:extLst xmlns:a="http://schemas.openxmlformats.org/drawingml/2006/main">
              <a:ext uri="{FF2B5EF4-FFF2-40B4-BE49-F238E27FC236}">
                <a16:creationId xmlns:a16="http://schemas.microsoft.com/office/drawing/2014/main" id="{643893A4-4EC4-446D-B5E0-F7E768FFE1BE}"/>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6" name="sues200_satellite_to_uav_250m/sues200_satellite_to_uav_250m/seed-2/population/bin-6/label">
            <a:extLst xmlns:a="http://schemas.openxmlformats.org/drawingml/2006/main">
              <a:ext uri="{FF2B5EF4-FFF2-40B4-BE49-F238E27FC236}">
                <a16:creationId xmlns:a16="http://schemas.microsoft.com/office/drawing/2014/main" id="{850912DA-30C1-4712-BB5F-6A2FCB886906}"/>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37" name="sues200_satellite_to_uav_250m/sues200_satellite_to_uav_250m/seed-2/population/bin-6/visual">
            <a:extLst xmlns:a="http://schemas.openxmlformats.org/drawingml/2006/main">
              <a:ext uri="{FF2B5EF4-FFF2-40B4-BE49-F238E27FC236}">
                <a16:creationId xmlns:a16="http://schemas.microsoft.com/office/drawing/2014/main" id="{74189970-7541-4A5D-A6EB-7415E2437842}"/>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sues200_satellite_to_uav_250m/sues200_satellite_to_uav_250m/seed-2/population/bin-6/full">
            <a:extLst xmlns:a="http://schemas.openxmlformats.org/drawingml/2006/main">
              <a:ext uri="{FF2B5EF4-FFF2-40B4-BE49-F238E27FC236}">
                <a16:creationId xmlns:a16="http://schemas.microsoft.com/office/drawing/2014/main" id="{32494912-4712-44FE-8F1F-BC2D5DAD1147}"/>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9" name="sues200_satellite_to_uav_250m/sues200_satellite_to_uav_250m/seed-2/population/bin-7/label">
            <a:extLst xmlns:a="http://schemas.openxmlformats.org/drawingml/2006/main">
              <a:ext uri="{FF2B5EF4-FFF2-40B4-BE49-F238E27FC236}">
                <a16:creationId xmlns:a16="http://schemas.microsoft.com/office/drawing/2014/main" id="{5A809C48-FDEC-4B7F-AC29-C7AF880480BC}"/>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0" name="sues200_satellite_to_uav_250m/sues200_satellite_to_uav_250m/seed-2/population/bin-7/visual">
            <a:extLst xmlns:a="http://schemas.openxmlformats.org/drawingml/2006/main">
              <a:ext uri="{FF2B5EF4-FFF2-40B4-BE49-F238E27FC236}">
                <a16:creationId xmlns:a16="http://schemas.microsoft.com/office/drawing/2014/main" id="{13A14AF2-024E-42AE-AF19-7EEDC2BBE9FD}"/>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satellite_to_uav_250m/sues200_satellite_to_uav_250m/seed-2/population/bin-7/full">
            <a:extLst xmlns:a="http://schemas.openxmlformats.org/drawingml/2006/main">
              <a:ext uri="{FF2B5EF4-FFF2-40B4-BE49-F238E27FC236}">
                <a16:creationId xmlns:a16="http://schemas.microsoft.com/office/drawing/2014/main" id="{07E9DFC8-BC7A-437F-9567-CD79537CCBFB}"/>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satellite_to_uav_250m/sues200_satellite_to_uav_250m/seed-2/population/bin-8/label">
            <a:extLst xmlns:a="http://schemas.openxmlformats.org/drawingml/2006/main">
              <a:ext uri="{FF2B5EF4-FFF2-40B4-BE49-F238E27FC236}">
                <a16:creationId xmlns:a16="http://schemas.microsoft.com/office/drawing/2014/main" id="{48C8C5F4-3D30-4A24-8A96-D62C8E6F4CE9}"/>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3" name="sues200_satellite_to_uav_250m/sues200_satellite_to_uav_250m/seed-2/population/bin-8/visual">
            <a:extLst xmlns:a="http://schemas.openxmlformats.org/drawingml/2006/main">
              <a:ext uri="{FF2B5EF4-FFF2-40B4-BE49-F238E27FC236}">
                <a16:creationId xmlns:a16="http://schemas.microsoft.com/office/drawing/2014/main" id="{0A70090F-B14F-46F9-B616-11AA8997CA2D}"/>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satellite_to_uav_250m/sues200_satellite_to_uav_250m/seed-2/population/bin-8/full">
            <a:extLst xmlns:a="http://schemas.openxmlformats.org/drawingml/2006/main">
              <a:ext uri="{FF2B5EF4-FFF2-40B4-BE49-F238E27FC236}">
                <a16:creationId xmlns:a16="http://schemas.microsoft.com/office/drawing/2014/main" id="{2ECFB8EE-0D5C-40BE-A436-6ED280423E95}"/>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satellite_to_uav_250m/sues200_satellite_to_uav_250m/seed-2/population/bin-9/label">
            <a:extLst xmlns:a="http://schemas.openxmlformats.org/drawingml/2006/main">
              <a:ext uri="{FF2B5EF4-FFF2-40B4-BE49-F238E27FC236}">
                <a16:creationId xmlns:a16="http://schemas.microsoft.com/office/drawing/2014/main" id="{5D714C2A-DA57-447D-91FC-7071612EBCDE}"/>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46" name="sues200_satellite_to_uav_250m/sues200_satellite_to_uav_250m/seed-2/population/bin-9/visual">
            <a:extLst xmlns:a="http://schemas.openxmlformats.org/drawingml/2006/main">
              <a:ext uri="{FF2B5EF4-FFF2-40B4-BE49-F238E27FC236}">
                <a16:creationId xmlns:a16="http://schemas.microsoft.com/office/drawing/2014/main" id="{F36E7178-9977-4B61-94B8-F47CFD3559E3}"/>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satellite_to_uav_250m/sues200_satellite_to_uav_250m/seed-2/population/bin-9/full">
            <a:extLst xmlns:a="http://schemas.openxmlformats.org/drawingml/2006/main">
              <a:ext uri="{FF2B5EF4-FFF2-40B4-BE49-F238E27FC236}">
                <a16:creationId xmlns:a16="http://schemas.microsoft.com/office/drawing/2014/main" id="{ADD9908D-CFB4-4BBF-BDE2-2DE3DAD1B910}"/>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satellite_to_uav_250m/sues200_satellite_to_uav_250m/seed-2/population/bin-10/label">
            <a:extLst xmlns:a="http://schemas.openxmlformats.org/drawingml/2006/main">
              <a:ext uri="{FF2B5EF4-FFF2-40B4-BE49-F238E27FC236}">
                <a16:creationId xmlns:a16="http://schemas.microsoft.com/office/drawing/2014/main" id="{06F2F422-A6A2-44F4-ABFA-936BBF39BF46}"/>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49" name="sues200_satellite_to_uav_250m/sues200_satellite_to_uav_250m/seed-2/population/bin-10/visual">
            <a:extLst xmlns:a="http://schemas.openxmlformats.org/drawingml/2006/main">
              <a:ext uri="{FF2B5EF4-FFF2-40B4-BE49-F238E27FC236}">
                <a16:creationId xmlns:a16="http://schemas.microsoft.com/office/drawing/2014/main" id="{1E4A0B20-6B0F-45F1-9B97-CB6DE787FE80}"/>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satellite_to_uav_250m/sues200_satellite_to_uav_250m/seed-2/population/bin-10/full">
            <a:extLst xmlns:a="http://schemas.openxmlformats.org/drawingml/2006/main">
              <a:ext uri="{FF2B5EF4-FFF2-40B4-BE49-F238E27FC236}">
                <a16:creationId xmlns:a16="http://schemas.microsoft.com/office/drawing/2014/main" id="{0BB88FCD-F3E2-408F-AD10-19F22DD6B8BF}"/>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satellite_to_uav_250m/sues200_satellite_to_uav_250m/seed-2/population/bin-11/label">
            <a:extLst xmlns:a="http://schemas.openxmlformats.org/drawingml/2006/main">
              <a:ext uri="{FF2B5EF4-FFF2-40B4-BE49-F238E27FC236}">
                <a16:creationId xmlns:a16="http://schemas.microsoft.com/office/drawing/2014/main" id="{D1FE9349-6BB3-4394-9C53-F59816C2C131}"/>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2" name="sues200_satellite_to_uav_250m/sues200_satellite_to_uav_250m/seed-2/population/bin-11/visual">
            <a:extLst xmlns:a="http://schemas.openxmlformats.org/drawingml/2006/main">
              <a:ext uri="{FF2B5EF4-FFF2-40B4-BE49-F238E27FC236}">
                <a16:creationId xmlns:a16="http://schemas.microsoft.com/office/drawing/2014/main" id="{9BC4920D-8F1B-44FC-99D1-967A7CF97847}"/>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satellite_to_uav_250m/sues200_satellite_to_uav_250m/seed-2/population/bin-11/full">
            <a:extLst xmlns:a="http://schemas.openxmlformats.org/drawingml/2006/main">
              <a:ext uri="{FF2B5EF4-FFF2-40B4-BE49-F238E27FC236}">
                <a16:creationId xmlns:a16="http://schemas.microsoft.com/office/drawing/2014/main" id="{006A0A15-C83A-48E7-BA4F-BF25AC559BAB}"/>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satellite_to_uav_250m/sues200_satellite_to_uav_250m/seed-2/population/bin-12/label">
            <a:extLst xmlns:a="http://schemas.openxmlformats.org/drawingml/2006/main">
              <a:ext uri="{FF2B5EF4-FFF2-40B4-BE49-F238E27FC236}">
                <a16:creationId xmlns:a16="http://schemas.microsoft.com/office/drawing/2014/main" id="{21EAC956-E3B8-4285-8E19-BFAB2287E0E2}"/>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55" name="sues200_satellite_to_uav_250m/sues200_satellite_to_uav_250m/seed-2/population/bin-12/visual">
            <a:extLst xmlns:a="http://schemas.openxmlformats.org/drawingml/2006/main">
              <a:ext uri="{FF2B5EF4-FFF2-40B4-BE49-F238E27FC236}">
                <a16:creationId xmlns:a16="http://schemas.microsoft.com/office/drawing/2014/main" id="{CDB0C552-C000-406B-9AF6-723F47CE6A92}"/>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satellite_to_uav_250m/sues200_satellite_to_uav_250m/seed-2/population/bin-12/full">
            <a:extLst xmlns:a="http://schemas.openxmlformats.org/drawingml/2006/main">
              <a:ext uri="{FF2B5EF4-FFF2-40B4-BE49-F238E27FC236}">
                <a16:creationId xmlns:a16="http://schemas.microsoft.com/office/drawing/2014/main" id="{FDF4B4B2-B43D-4BB6-8695-F67C07CB622C}"/>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satellite_to_uav_250m/sues200_satellite_to_uav_250m/seed-2/population/bin-13/label">
            <a:extLst xmlns:a="http://schemas.openxmlformats.org/drawingml/2006/main">
              <a:ext uri="{FF2B5EF4-FFF2-40B4-BE49-F238E27FC236}">
                <a16:creationId xmlns:a16="http://schemas.microsoft.com/office/drawing/2014/main" id="{441B53AB-2301-41A3-A586-B21E019760EB}"/>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58" name="sues200_satellite_to_uav_250m/sues200_satellite_to_uav_250m/seed-2/population/bin-13/visual">
            <a:extLst xmlns:a="http://schemas.openxmlformats.org/drawingml/2006/main">
              <a:ext uri="{FF2B5EF4-FFF2-40B4-BE49-F238E27FC236}">
                <a16:creationId xmlns:a16="http://schemas.microsoft.com/office/drawing/2014/main" id="{0C7E4D28-3A65-4405-87F0-E52A9FBBE372}"/>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satellite_to_uav_250m/sues200_satellite_to_uav_250m/seed-2/population/bin-13/full">
            <a:extLst xmlns:a="http://schemas.openxmlformats.org/drawingml/2006/main">
              <a:ext uri="{FF2B5EF4-FFF2-40B4-BE49-F238E27FC236}">
                <a16:creationId xmlns:a16="http://schemas.microsoft.com/office/drawing/2014/main" id="{F8FF5AF7-D908-474E-B1DE-D08856CCCF26}"/>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satellite_to_uav_250m/sues200_satellite_to_uav_250m/seed-2/population/bin-14/label">
            <a:extLst xmlns:a="http://schemas.openxmlformats.org/drawingml/2006/main">
              <a:ext uri="{FF2B5EF4-FFF2-40B4-BE49-F238E27FC236}">
                <a16:creationId xmlns:a16="http://schemas.microsoft.com/office/drawing/2014/main" id="{2B3E9A58-54EB-4DFF-9101-F5CAB5D8C91F}"/>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1" name="sues200_satellite_to_uav_250m/sues200_satellite_to_uav_250m/seed-2/population/bin-14/visual">
            <a:extLst xmlns:a="http://schemas.openxmlformats.org/drawingml/2006/main">
              <a:ext uri="{FF2B5EF4-FFF2-40B4-BE49-F238E27FC236}">
                <a16:creationId xmlns:a16="http://schemas.microsoft.com/office/drawing/2014/main" id="{D4BBF64B-5C2A-4F32-AD0D-EB16B2E67F7D}"/>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satellite_to_uav_250m/sues200_satellite_to_uav_250m/seed-2/population/bin-14/full">
            <a:extLst xmlns:a="http://schemas.openxmlformats.org/drawingml/2006/main">
              <a:ext uri="{FF2B5EF4-FFF2-40B4-BE49-F238E27FC236}">
                <a16:creationId xmlns:a16="http://schemas.microsoft.com/office/drawing/2014/main" id="{9E0F157A-4C31-40E7-8236-D4DB94D7A505}"/>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satellite_to_uav_250m/sues200_satellite_to_uav_250m/seed-2/population/bin-15/label">
            <a:extLst xmlns:a="http://schemas.openxmlformats.org/drawingml/2006/main">
              <a:ext uri="{FF2B5EF4-FFF2-40B4-BE49-F238E27FC236}">
                <a16:creationId xmlns:a16="http://schemas.microsoft.com/office/drawing/2014/main" id="{9D1A02B3-E19C-4688-AA78-2FF5C4EB85B5}"/>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4" name="sues200_satellite_to_uav_250m/sues200_satellite_to_uav_250m/seed-2/population/bin-15/visual">
            <a:extLst xmlns:a="http://schemas.openxmlformats.org/drawingml/2006/main">
              <a:ext uri="{FF2B5EF4-FFF2-40B4-BE49-F238E27FC236}">
                <a16:creationId xmlns:a16="http://schemas.microsoft.com/office/drawing/2014/main" id="{3EDCB6B7-E6B5-4D4B-A2E4-38E883F30D65}"/>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satellite_to_uav_250m/sues200_satellite_to_uav_250m/seed-2/population/bin-15/full">
            <a:extLst xmlns:a="http://schemas.openxmlformats.org/drawingml/2006/main">
              <a:ext uri="{FF2B5EF4-FFF2-40B4-BE49-F238E27FC236}">
                <a16:creationId xmlns:a16="http://schemas.microsoft.com/office/drawing/2014/main" id="{48C92CE5-4944-4A10-932F-465B7E2AD25C}"/>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satellite_to_uav_250m/sues200_satellite_to_uav_250m/seed-3/seed-heading">
            <a:extLst xmlns:a="http://schemas.openxmlformats.org/drawingml/2006/main">
              <a:ext uri="{FF2B5EF4-FFF2-40B4-BE49-F238E27FC236}">
                <a16:creationId xmlns:a16="http://schemas.microsoft.com/office/drawing/2014/main" id="{8E312E61-5538-4CC5-AE1B-CC20FAEC31C9}"/>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67" name="sues200_satellite_to_uav_250m/sues200_satellite_to_uav_250m/seed-3/y-grid-0">
            <a:extLst xmlns:a="http://schemas.openxmlformats.org/drawingml/2006/main">
              <a:ext uri="{FF2B5EF4-FFF2-40B4-BE49-F238E27FC236}">
                <a16:creationId xmlns:a16="http://schemas.microsoft.com/office/drawing/2014/main" id="{635A0D5B-3565-4964-80E4-A5D198ED645F}"/>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8" name="sues200_satellite_to_uav_250m/sues200_satellite_to_uav_250m/seed-3/y-label-0">
            <a:extLst xmlns:a="http://schemas.openxmlformats.org/drawingml/2006/main">
              <a:ext uri="{FF2B5EF4-FFF2-40B4-BE49-F238E27FC236}">
                <a16:creationId xmlns:a16="http://schemas.microsoft.com/office/drawing/2014/main" id="{CD47C918-B1BF-4176-B76D-5EB512D18DEF}"/>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69" name="sues200_satellite_to_uav_250m/sues200_satellite_to_uav_250m/seed-3/x-tick-0">
            <a:extLst xmlns:a="http://schemas.openxmlformats.org/drawingml/2006/main">
              <a:ext uri="{FF2B5EF4-FFF2-40B4-BE49-F238E27FC236}">
                <a16:creationId xmlns:a16="http://schemas.microsoft.com/office/drawing/2014/main" id="{8AF5F6B6-92BD-4882-8A09-98D8C3D2AB01}"/>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0" name="sues200_satellite_to_uav_250m/sues200_satellite_to_uav_250m/seed-3/x-label-0">
            <a:extLst xmlns:a="http://schemas.openxmlformats.org/drawingml/2006/main">
              <a:ext uri="{FF2B5EF4-FFF2-40B4-BE49-F238E27FC236}">
                <a16:creationId xmlns:a16="http://schemas.microsoft.com/office/drawing/2014/main" id="{5DB4FC3A-9B1F-4D7D-A588-329A4E019ADB}"/>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sues200_satellite_to_uav_250m/sues200_satellite_to_uav_250m/seed-3/y-grid-0.25">
            <a:extLst xmlns:a="http://schemas.openxmlformats.org/drawingml/2006/main">
              <a:ext uri="{FF2B5EF4-FFF2-40B4-BE49-F238E27FC236}">
                <a16:creationId xmlns:a16="http://schemas.microsoft.com/office/drawing/2014/main" id="{7BF67844-4D17-4D5C-8BED-69F8DB1B02C7}"/>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2" name="sues200_satellite_to_uav_250m/sues200_satellite_to_uav_250m/seed-3/y-label-0.25">
            <a:extLst xmlns:a="http://schemas.openxmlformats.org/drawingml/2006/main">
              <a:ext uri="{FF2B5EF4-FFF2-40B4-BE49-F238E27FC236}">
                <a16:creationId xmlns:a16="http://schemas.microsoft.com/office/drawing/2014/main" id="{292E8D36-A43B-41AD-A22B-9D5BC838C22C}"/>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3" name="sues200_satellite_to_uav_250m/sues200_satellite_to_uav_250m/seed-3/x-tick-0.25">
            <a:extLst xmlns:a="http://schemas.openxmlformats.org/drawingml/2006/main">
              <a:ext uri="{FF2B5EF4-FFF2-40B4-BE49-F238E27FC236}">
                <a16:creationId xmlns:a16="http://schemas.microsoft.com/office/drawing/2014/main" id="{E804443C-A42D-4120-BE26-4A811E414950}"/>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4" name="sues200_satellite_to_uav_250m/sues200_satellite_to_uav_250m/seed-3/x-label-0.25">
            <a:extLst xmlns:a="http://schemas.openxmlformats.org/drawingml/2006/main">
              <a:ext uri="{FF2B5EF4-FFF2-40B4-BE49-F238E27FC236}">
                <a16:creationId xmlns:a16="http://schemas.microsoft.com/office/drawing/2014/main" id="{C7E5688E-681F-4E3D-8E08-27BED8B7B96D}"/>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5" name="sues200_satellite_to_uav_250m/sues200_satellite_to_uav_250m/seed-3/y-grid-0.5">
            <a:extLst xmlns:a="http://schemas.openxmlformats.org/drawingml/2006/main">
              <a:ext uri="{FF2B5EF4-FFF2-40B4-BE49-F238E27FC236}">
                <a16:creationId xmlns:a16="http://schemas.microsoft.com/office/drawing/2014/main" id="{AF4D123E-69B1-4AF4-B315-EA5B6D62932B}"/>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sues200_satellite_to_uav_250m/sues200_satellite_to_uav_250m/seed-3/y-label-0.5">
            <a:extLst xmlns:a="http://schemas.openxmlformats.org/drawingml/2006/main">
              <a:ext uri="{FF2B5EF4-FFF2-40B4-BE49-F238E27FC236}">
                <a16:creationId xmlns:a16="http://schemas.microsoft.com/office/drawing/2014/main" id="{4BB1CF8A-5938-4F45-8429-EE6190E616F7}"/>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7" name="sues200_satellite_to_uav_250m/sues200_satellite_to_uav_250m/seed-3/x-tick-0.5">
            <a:extLst xmlns:a="http://schemas.openxmlformats.org/drawingml/2006/main">
              <a:ext uri="{FF2B5EF4-FFF2-40B4-BE49-F238E27FC236}">
                <a16:creationId xmlns:a16="http://schemas.microsoft.com/office/drawing/2014/main" id="{7F98B4EF-E895-483A-B819-0581D0B126EF}"/>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sues200_satellite_to_uav_250m/sues200_satellite_to_uav_250m/seed-3/x-label-0.5">
            <a:extLst xmlns:a="http://schemas.openxmlformats.org/drawingml/2006/main">
              <a:ext uri="{FF2B5EF4-FFF2-40B4-BE49-F238E27FC236}">
                <a16:creationId xmlns:a16="http://schemas.microsoft.com/office/drawing/2014/main" id="{8F90C48E-4D69-4043-B516-26BA5ACC4A70}"/>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9" name="sues200_satellite_to_uav_250m/sues200_satellite_to_uav_250m/seed-3/y-grid-0.75">
            <a:extLst xmlns:a="http://schemas.openxmlformats.org/drawingml/2006/main">
              <a:ext uri="{FF2B5EF4-FFF2-40B4-BE49-F238E27FC236}">
                <a16:creationId xmlns:a16="http://schemas.microsoft.com/office/drawing/2014/main" id="{EDA3D8C7-A654-48E2-9A23-58AA8BCBA4EB}"/>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sues200_satellite_to_uav_250m/sues200_satellite_to_uav_250m/seed-3/y-label-0.75">
            <a:extLst xmlns:a="http://schemas.openxmlformats.org/drawingml/2006/main">
              <a:ext uri="{FF2B5EF4-FFF2-40B4-BE49-F238E27FC236}">
                <a16:creationId xmlns:a16="http://schemas.microsoft.com/office/drawing/2014/main" id="{EBE832D6-46E6-4CEF-A39E-335622AFF107}"/>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1" name="sues200_satellite_to_uav_250m/sues200_satellite_to_uav_250m/seed-3/x-tick-0.75">
            <a:extLst xmlns:a="http://schemas.openxmlformats.org/drawingml/2006/main">
              <a:ext uri="{FF2B5EF4-FFF2-40B4-BE49-F238E27FC236}">
                <a16:creationId xmlns:a16="http://schemas.microsoft.com/office/drawing/2014/main" id="{8D36A736-8A38-486F-8F1D-05627C21E9FF}"/>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sues200_satellite_to_uav_250m/sues200_satellite_to_uav_250m/seed-3/x-label-0.75">
            <a:extLst xmlns:a="http://schemas.openxmlformats.org/drawingml/2006/main">
              <a:ext uri="{FF2B5EF4-FFF2-40B4-BE49-F238E27FC236}">
                <a16:creationId xmlns:a16="http://schemas.microsoft.com/office/drawing/2014/main" id="{369B74F0-049E-44F8-BDFB-CDE791DEA693}"/>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3" name="sues200_satellite_to_uav_250m/sues200_satellite_to_uav_250m/seed-3/y-grid-1">
            <a:extLst xmlns:a="http://schemas.openxmlformats.org/drawingml/2006/main">
              <a:ext uri="{FF2B5EF4-FFF2-40B4-BE49-F238E27FC236}">
                <a16:creationId xmlns:a16="http://schemas.microsoft.com/office/drawing/2014/main" id="{70CC6504-3931-47D4-813A-A8D958E25ACF}"/>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sues200_satellite_to_uav_250m/sues200_satellite_to_uav_250m/seed-3/y-label-1">
            <a:extLst xmlns:a="http://schemas.openxmlformats.org/drawingml/2006/main">
              <a:ext uri="{FF2B5EF4-FFF2-40B4-BE49-F238E27FC236}">
                <a16:creationId xmlns:a16="http://schemas.microsoft.com/office/drawing/2014/main" id="{E52044FA-575D-43C4-ABC3-87D64038C6F5}"/>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5" name="sues200_satellite_to_uav_250m/sues200_satellite_to_uav_250m/seed-3/x-tick-1">
            <a:extLst xmlns:a="http://schemas.openxmlformats.org/drawingml/2006/main">
              <a:ext uri="{FF2B5EF4-FFF2-40B4-BE49-F238E27FC236}">
                <a16:creationId xmlns:a16="http://schemas.microsoft.com/office/drawing/2014/main" id="{A50AE8D9-92AD-4774-B970-B7C908DE932D}"/>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sues200_satellite_to_uav_250m/sues200_satellite_to_uav_250m/seed-3/x-label-1">
            <a:extLst xmlns:a="http://schemas.openxmlformats.org/drawingml/2006/main">
              <a:ext uri="{FF2B5EF4-FFF2-40B4-BE49-F238E27FC236}">
                <a16:creationId xmlns:a16="http://schemas.microsoft.com/office/drawing/2014/main" id="{1DB6331A-D328-45D8-BDA6-8D6E47B54B2C}"/>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7" name="sues200_satellite_to_uav_250m/sues200_satellite_to_uav_250m/seed-3/reference-equality">
            <a:extLst xmlns:a="http://schemas.openxmlformats.org/drawingml/2006/main">
              <a:ext uri="{FF2B5EF4-FFF2-40B4-BE49-F238E27FC236}">
                <a16:creationId xmlns:a16="http://schemas.microsoft.com/office/drawing/2014/main" id="{2E33C87D-7A15-4840-9F34-415F27A34744}"/>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88" name="sues200_satellite_to_uav_250m/sues200_satellite_to_uav_250m/seed-3/y-axis">
            <a:extLst xmlns:a="http://schemas.openxmlformats.org/drawingml/2006/main">
              <a:ext uri="{FF2B5EF4-FFF2-40B4-BE49-F238E27FC236}">
                <a16:creationId xmlns:a16="http://schemas.microsoft.com/office/drawing/2014/main" id="{0A9C608A-DA74-47CB-8F3F-CDC8117B14DD}"/>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9" name="sues200_satellite_to_uav_250m/sues200_satellite_to_uav_250m/seed-3/x-axis">
            <a:extLst xmlns:a="http://schemas.openxmlformats.org/drawingml/2006/main">
              <a:ext uri="{FF2B5EF4-FFF2-40B4-BE49-F238E27FC236}">
                <a16:creationId xmlns:a16="http://schemas.microsoft.com/office/drawing/2014/main" id="{15431680-0D76-4B19-879D-058E2C663D6E}"/>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sues200_satellite_to_uav_250m/sues200_satellite_to_uav_250m/seed-3/visual/bin-1/point">
            <a:extLst xmlns:a="http://schemas.openxmlformats.org/drawingml/2006/main">
              <a:ext uri="{FF2B5EF4-FFF2-40B4-BE49-F238E27FC236}">
                <a16:creationId xmlns:a16="http://schemas.microsoft.com/office/drawing/2014/main" id="{5017D2F8-F502-426E-886A-3511B0037383}"/>
              </a:ext>
            </a:extLst>
          </p:cNvPr>
          <p:cNvSpPr>
            <a:spLocks xmlns:a="http://schemas.openxmlformats.org/drawingml/2006/main" noGrp="1"/>
          </p:cNvSpPr>
          <p:nvPr/>
        </p:nvSpPr>
        <p:spPr>
          <a:xfrm xmlns:a="http://schemas.openxmlformats.org/drawingml/2006/main">
            <a:off x="4526598" y="158178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1" name="sues200_satellite_to_uav_250m/sues200_satellite_to_uav_250m/seed-3/visual/ECE">
            <a:extLst xmlns:a="http://schemas.openxmlformats.org/drawingml/2006/main">
              <a:ext uri="{FF2B5EF4-FFF2-40B4-BE49-F238E27FC236}">
                <a16:creationId xmlns:a16="http://schemas.microsoft.com/office/drawing/2014/main" id="{6119BF36-4B7D-4896-A907-93D63121C38F}"/>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0.7188</a:t>
            </a:r>
          </a:p>
        </p:txBody>
      </p:sp>
      <p:sp>
        <p:nvSpPr>
          <p:cNvPr id="192" name="sues200_satellite_to_uav_250m/sues200_satellite_to_uav_250m/seed-3/full/bin-1/point">
            <a:extLst xmlns:a="http://schemas.openxmlformats.org/drawingml/2006/main">
              <a:ext uri="{FF2B5EF4-FFF2-40B4-BE49-F238E27FC236}">
                <a16:creationId xmlns:a16="http://schemas.microsoft.com/office/drawing/2014/main" id="{1A91AE45-5305-40F7-A467-67D14CF5AFD5}"/>
              </a:ext>
            </a:extLst>
          </p:cNvPr>
          <p:cNvSpPr>
            <a:spLocks xmlns:a="http://schemas.openxmlformats.org/drawingml/2006/main" noGrp="1"/>
          </p:cNvSpPr>
          <p:nvPr/>
        </p:nvSpPr>
        <p:spPr>
          <a:xfrm xmlns:a="http://schemas.openxmlformats.org/drawingml/2006/main">
            <a:off x="4531160" y="188214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3" name="sues200_satellite_to_uav_250m/sues200_satellite_to_uav_250m/seed-3/full/ECE">
            <a:extLst xmlns:a="http://schemas.openxmlformats.org/drawingml/2006/main">
              <a:ext uri="{FF2B5EF4-FFF2-40B4-BE49-F238E27FC236}">
                <a16:creationId xmlns:a16="http://schemas.microsoft.com/office/drawing/2014/main" id="{590A64B7-1270-4CF2-B5CD-A7DF19DF120C}"/>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0.5196</a:t>
            </a:r>
          </a:p>
        </p:txBody>
      </p:sp>
      <p:sp>
        <p:nvSpPr>
          <p:cNvPr id="194" name="sues200_satellite_to_uav_250m/sues200_satellite_to_uav_250m/seed-3/population/N">
            <a:extLst xmlns:a="http://schemas.openxmlformats.org/drawingml/2006/main">
              <a:ext uri="{FF2B5EF4-FFF2-40B4-BE49-F238E27FC236}">
                <a16:creationId xmlns:a16="http://schemas.microsoft.com/office/drawing/2014/main" id="{3DD0DBA2-2B4B-49F3-A391-F8C0741BD611}"/>
              </a:ext>
            </a:extLst>
          </p:cNvPr>
          <p:cNvSpPr>
            <a:spLocks xmlns:a="http://schemas.openxmlformats.org/drawingml/2006/main" noGrp="1"/>
          </p:cNvSpPr>
          <p:nvPr/>
        </p:nvSpPr>
        <p:spPr>
          <a:xfrm xmlns:a="http://schemas.openxmlformats.org/drawingml/2006/main">
            <a:off x="47822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95" name="sues200_satellite_to_uav_250m/sues200_satellite_to_uav_250m/seed-3/population/header/bin">
            <a:extLst xmlns:a="http://schemas.openxmlformats.org/drawingml/2006/main">
              <a:ext uri="{FF2B5EF4-FFF2-40B4-BE49-F238E27FC236}">
                <a16:creationId xmlns:a16="http://schemas.microsoft.com/office/drawing/2014/main" id="{382EC473-0AEF-4A67-A2AB-39F3D97C6E74}"/>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96" name="sues200_satellite_to_uav_250m/sues200_satellite_to_uav_250m/seed-3/population/header/visual">
            <a:extLst xmlns:a="http://schemas.openxmlformats.org/drawingml/2006/main">
              <a:ext uri="{FF2B5EF4-FFF2-40B4-BE49-F238E27FC236}">
                <a16:creationId xmlns:a16="http://schemas.microsoft.com/office/drawing/2014/main" id="{AF466546-C481-4C41-850C-1213210BB3C7}"/>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97" name="sues200_satellite_to_uav_250m/sues200_satellite_to_uav_250m/seed-3/population/header/full">
            <a:extLst xmlns:a="http://schemas.openxmlformats.org/drawingml/2006/main">
              <a:ext uri="{FF2B5EF4-FFF2-40B4-BE49-F238E27FC236}">
                <a16:creationId xmlns:a16="http://schemas.microsoft.com/office/drawing/2014/main" id="{043DE745-04C2-4C47-8D44-7007B8710ECC}"/>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98" name="sues200_satellite_to_uav_250m/sues200_satellite_to_uav_250m/seed-3/population/header/rule">
            <a:extLst xmlns:a="http://schemas.openxmlformats.org/drawingml/2006/main">
              <a:ext uri="{FF2B5EF4-FFF2-40B4-BE49-F238E27FC236}">
                <a16:creationId xmlns:a16="http://schemas.microsoft.com/office/drawing/2014/main" id="{00BEC199-E6C8-427A-A549-E703CD6303DB}"/>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99" name="sues200_satellite_to_uav_250m/sues200_satellite_to_uav_250m/seed-3/population/bin-1/label">
            <a:extLst xmlns:a="http://schemas.openxmlformats.org/drawingml/2006/main">
              <a:ext uri="{FF2B5EF4-FFF2-40B4-BE49-F238E27FC236}">
                <a16:creationId xmlns:a16="http://schemas.microsoft.com/office/drawing/2014/main" id="{E65FC701-7C0F-4319-B17D-8586ACF4CB8A}"/>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0" name="sues200_satellite_to_uav_250m/sues200_satellite_to_uav_250m/seed-3/population/bin-1/visual">
            <a:extLst xmlns:a="http://schemas.openxmlformats.org/drawingml/2006/main">
              <a:ext uri="{FF2B5EF4-FFF2-40B4-BE49-F238E27FC236}">
                <a16:creationId xmlns:a16="http://schemas.microsoft.com/office/drawing/2014/main" id="{A03A1337-ACFF-45EB-98A8-BAF05CE6AA44}"/>
              </a:ext>
            </a:extLst>
          </p:cNvPr>
          <p:cNvSpPr>
            <a:spLocks xmlns:a="http://schemas.openxmlformats.org/drawingml/2006/main" noGrp="1"/>
          </p:cNvSpPr>
          <p:nvPr/>
        </p:nvSpPr>
        <p:spPr>
          <a:xfrm xmlns:a="http://schemas.openxmlformats.org/drawingml/2006/main">
            <a:off x="5222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201" name="sues200_satellite_to_uav_250m/sues200_satellite_to_uav_250m/seed-3/population/bin-1/full">
            <a:extLst xmlns:a="http://schemas.openxmlformats.org/drawingml/2006/main">
              <a:ext uri="{FF2B5EF4-FFF2-40B4-BE49-F238E27FC236}">
                <a16:creationId xmlns:a16="http://schemas.microsoft.com/office/drawing/2014/main" id="{DB459899-C113-4D34-98F6-0B64E3A3CA21}"/>
              </a:ext>
            </a:extLst>
          </p:cNvPr>
          <p:cNvSpPr>
            <a:spLocks xmlns:a="http://schemas.openxmlformats.org/drawingml/2006/main" noGrp="1"/>
          </p:cNvSpPr>
          <p:nvPr/>
        </p:nvSpPr>
        <p:spPr>
          <a:xfrm xmlns:a="http://schemas.openxmlformats.org/drawingml/2006/main">
            <a:off x="5857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202" name="sues200_satellite_to_uav_250m/sues200_satellite_to_uav_250m/seed-3/population/bin-2/label">
            <a:extLst xmlns:a="http://schemas.openxmlformats.org/drawingml/2006/main">
              <a:ext uri="{FF2B5EF4-FFF2-40B4-BE49-F238E27FC236}">
                <a16:creationId xmlns:a16="http://schemas.microsoft.com/office/drawing/2014/main" id="{D5775A90-0093-457C-A5B8-9BAF69C6060D}"/>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03" name="sues200_satellite_to_uav_250m/sues200_satellite_to_uav_250m/seed-3/population/bin-2/visual">
            <a:extLst xmlns:a="http://schemas.openxmlformats.org/drawingml/2006/main">
              <a:ext uri="{FF2B5EF4-FFF2-40B4-BE49-F238E27FC236}">
                <a16:creationId xmlns:a16="http://schemas.microsoft.com/office/drawing/2014/main" id="{EF68CB78-87A7-4232-9DD1-F7522DF7A3B2}"/>
              </a:ext>
            </a:extLst>
          </p:cNvPr>
          <p:cNvSpPr>
            <a:spLocks xmlns:a="http://schemas.openxmlformats.org/drawingml/2006/main" noGrp="1"/>
          </p:cNvSpPr>
          <p:nvPr/>
        </p:nvSpPr>
        <p:spPr>
          <a:xfrm xmlns:a="http://schemas.openxmlformats.org/drawingml/2006/main">
            <a:off x="5250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4" name="sues200_satellite_to_uav_250m/sues200_satellite_to_uav_250m/seed-3/population/bin-2/full">
            <a:extLst xmlns:a="http://schemas.openxmlformats.org/drawingml/2006/main">
              <a:ext uri="{FF2B5EF4-FFF2-40B4-BE49-F238E27FC236}">
                <a16:creationId xmlns:a16="http://schemas.microsoft.com/office/drawing/2014/main" id="{9B42631C-5BAD-4CF6-9B60-832ABC692A42}"/>
              </a:ext>
            </a:extLst>
          </p:cNvPr>
          <p:cNvSpPr>
            <a:spLocks xmlns:a="http://schemas.openxmlformats.org/drawingml/2006/main" noGrp="1"/>
          </p:cNvSpPr>
          <p:nvPr/>
        </p:nvSpPr>
        <p:spPr>
          <a:xfrm xmlns:a="http://schemas.openxmlformats.org/drawingml/2006/main">
            <a:off x="588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5" name="sues200_satellite_to_uav_250m/sues200_satellite_to_uav_250m/seed-3/population/bin-3/label">
            <a:extLst xmlns:a="http://schemas.openxmlformats.org/drawingml/2006/main">
              <a:ext uri="{FF2B5EF4-FFF2-40B4-BE49-F238E27FC236}">
                <a16:creationId xmlns:a16="http://schemas.microsoft.com/office/drawing/2014/main" id="{9E876403-174A-4B62-9579-8A762692301A}"/>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06" name="sues200_satellite_to_uav_250m/sues200_satellite_to_uav_250m/seed-3/population/bin-3/visual">
            <a:extLst xmlns:a="http://schemas.openxmlformats.org/drawingml/2006/main">
              <a:ext uri="{FF2B5EF4-FFF2-40B4-BE49-F238E27FC236}">
                <a16:creationId xmlns:a16="http://schemas.microsoft.com/office/drawing/2014/main" id="{6D5B4C21-DC56-46CE-933E-B7E654018E55}"/>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7" name="sues200_satellite_to_uav_250m/sues200_satellite_to_uav_250m/seed-3/population/bin-3/full">
            <a:extLst xmlns:a="http://schemas.openxmlformats.org/drawingml/2006/main">
              <a:ext uri="{FF2B5EF4-FFF2-40B4-BE49-F238E27FC236}">
                <a16:creationId xmlns:a16="http://schemas.microsoft.com/office/drawing/2014/main" id="{C380D62B-084A-4170-9DC9-28006F30617C}"/>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8" name="sues200_satellite_to_uav_250m/sues200_satellite_to_uav_250m/seed-3/population/bin-4/label">
            <a:extLst xmlns:a="http://schemas.openxmlformats.org/drawingml/2006/main">
              <a:ext uri="{FF2B5EF4-FFF2-40B4-BE49-F238E27FC236}">
                <a16:creationId xmlns:a16="http://schemas.microsoft.com/office/drawing/2014/main" id="{D4AC150F-8F09-4D88-AB76-28269C13149F}"/>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09" name="sues200_satellite_to_uav_250m/sues200_satellite_to_uav_250m/seed-3/population/bin-4/visual">
            <a:extLst xmlns:a="http://schemas.openxmlformats.org/drawingml/2006/main">
              <a:ext uri="{FF2B5EF4-FFF2-40B4-BE49-F238E27FC236}">
                <a16:creationId xmlns:a16="http://schemas.microsoft.com/office/drawing/2014/main" id="{0C350C6D-6F10-4D9C-9631-D9EE8B08B3A3}"/>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0" name="sues200_satellite_to_uav_250m/sues200_satellite_to_uav_250m/seed-3/population/bin-4/full">
            <a:extLst xmlns:a="http://schemas.openxmlformats.org/drawingml/2006/main">
              <a:ext uri="{FF2B5EF4-FFF2-40B4-BE49-F238E27FC236}">
                <a16:creationId xmlns:a16="http://schemas.microsoft.com/office/drawing/2014/main" id="{5A16912B-6CF7-44E1-9AC8-38CF565BB418}"/>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1" name="sues200_satellite_to_uav_250m/sues200_satellite_to_uav_250m/seed-3/population/bin-5/label">
            <a:extLst xmlns:a="http://schemas.openxmlformats.org/drawingml/2006/main">
              <a:ext uri="{FF2B5EF4-FFF2-40B4-BE49-F238E27FC236}">
                <a16:creationId xmlns:a16="http://schemas.microsoft.com/office/drawing/2014/main" id="{E7081435-756E-4888-9612-A256473AC1CB}"/>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2" name="sues200_satellite_to_uav_250m/sues200_satellite_to_uav_250m/seed-3/population/bin-5/visual">
            <a:extLst xmlns:a="http://schemas.openxmlformats.org/drawingml/2006/main">
              <a:ext uri="{FF2B5EF4-FFF2-40B4-BE49-F238E27FC236}">
                <a16:creationId xmlns:a16="http://schemas.microsoft.com/office/drawing/2014/main" id="{EDC4317D-0959-4881-AF63-BD01681C6326}"/>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3" name="sues200_satellite_to_uav_250m/sues200_satellite_to_uav_250m/seed-3/population/bin-5/full">
            <a:extLst xmlns:a="http://schemas.openxmlformats.org/drawingml/2006/main">
              <a:ext uri="{FF2B5EF4-FFF2-40B4-BE49-F238E27FC236}">
                <a16:creationId xmlns:a16="http://schemas.microsoft.com/office/drawing/2014/main" id="{35206936-0449-4E31-A311-B3ACC4F7BFA0}"/>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sues200_satellite_to_uav_250m/sues200_satellite_to_uav_250m/seed-3/population/bin-6/label">
            <a:extLst xmlns:a="http://schemas.openxmlformats.org/drawingml/2006/main">
              <a:ext uri="{FF2B5EF4-FFF2-40B4-BE49-F238E27FC236}">
                <a16:creationId xmlns:a16="http://schemas.microsoft.com/office/drawing/2014/main" id="{C91DFE22-A536-43E6-A610-37B6D319B806}"/>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15" name="sues200_satellite_to_uav_250m/sues200_satellite_to_uav_250m/seed-3/population/bin-6/visual">
            <a:extLst xmlns:a="http://schemas.openxmlformats.org/drawingml/2006/main">
              <a:ext uri="{FF2B5EF4-FFF2-40B4-BE49-F238E27FC236}">
                <a16:creationId xmlns:a16="http://schemas.microsoft.com/office/drawing/2014/main" id="{DACFED41-A2C2-46D4-896F-02A9E193D796}"/>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6" name="sues200_satellite_to_uav_250m/sues200_satellite_to_uav_250m/seed-3/population/bin-6/full">
            <a:extLst xmlns:a="http://schemas.openxmlformats.org/drawingml/2006/main">
              <a:ext uri="{FF2B5EF4-FFF2-40B4-BE49-F238E27FC236}">
                <a16:creationId xmlns:a16="http://schemas.microsoft.com/office/drawing/2014/main" id="{C06A4DD1-AD5F-4C55-BD60-EF46A0B92C60}"/>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sues200_satellite_to_uav_250m/sues200_satellite_to_uav_250m/seed-3/population/bin-7/label">
            <a:extLst xmlns:a="http://schemas.openxmlformats.org/drawingml/2006/main">
              <a:ext uri="{FF2B5EF4-FFF2-40B4-BE49-F238E27FC236}">
                <a16:creationId xmlns:a16="http://schemas.microsoft.com/office/drawing/2014/main" id="{FD2FFE26-1B44-429B-BE52-71703ED56C4B}"/>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18" name="sues200_satellite_to_uav_250m/sues200_satellite_to_uav_250m/seed-3/population/bin-7/visual">
            <a:extLst xmlns:a="http://schemas.openxmlformats.org/drawingml/2006/main">
              <a:ext uri="{FF2B5EF4-FFF2-40B4-BE49-F238E27FC236}">
                <a16:creationId xmlns:a16="http://schemas.microsoft.com/office/drawing/2014/main" id="{FC0A1452-6067-4FB2-88F6-694C6C38057C}"/>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9" name="sues200_satellite_to_uav_250m/sues200_satellite_to_uav_250m/seed-3/population/bin-7/full">
            <a:extLst xmlns:a="http://schemas.openxmlformats.org/drawingml/2006/main">
              <a:ext uri="{FF2B5EF4-FFF2-40B4-BE49-F238E27FC236}">
                <a16:creationId xmlns:a16="http://schemas.microsoft.com/office/drawing/2014/main" id="{9D71ADC1-BF97-458F-8B9D-44BEE7441CF2}"/>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sues200_satellite_to_uav_250m/sues200_satellite_to_uav_250m/seed-3/population/bin-8/label">
            <a:extLst xmlns:a="http://schemas.openxmlformats.org/drawingml/2006/main">
              <a:ext uri="{FF2B5EF4-FFF2-40B4-BE49-F238E27FC236}">
                <a16:creationId xmlns:a16="http://schemas.microsoft.com/office/drawing/2014/main" id="{08F6289F-F284-4322-9E0E-260E2AB5EFD9}"/>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1" name="sues200_satellite_to_uav_250m/sues200_satellite_to_uav_250m/seed-3/population/bin-8/visual">
            <a:extLst xmlns:a="http://schemas.openxmlformats.org/drawingml/2006/main">
              <a:ext uri="{FF2B5EF4-FFF2-40B4-BE49-F238E27FC236}">
                <a16:creationId xmlns:a16="http://schemas.microsoft.com/office/drawing/2014/main" id="{D39F8824-8C0D-4905-A97F-FC1D97BAFF97}"/>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sues200_satellite_to_uav_250m/sues200_satellite_to_uav_250m/seed-3/population/bin-8/full">
            <a:extLst xmlns:a="http://schemas.openxmlformats.org/drawingml/2006/main">
              <a:ext uri="{FF2B5EF4-FFF2-40B4-BE49-F238E27FC236}">
                <a16:creationId xmlns:a16="http://schemas.microsoft.com/office/drawing/2014/main" id="{65E06999-63F2-4839-9B9F-63A9BE9B33A4}"/>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satellite_to_uav_250m/sues200_satellite_to_uav_250m/seed-3/population/bin-9/label">
            <a:extLst xmlns:a="http://schemas.openxmlformats.org/drawingml/2006/main">
              <a:ext uri="{FF2B5EF4-FFF2-40B4-BE49-F238E27FC236}">
                <a16:creationId xmlns:a16="http://schemas.microsoft.com/office/drawing/2014/main" id="{F814BFA2-E23E-4FC6-8CC6-E728AD89D67C}"/>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24" name="sues200_satellite_to_uav_250m/sues200_satellite_to_uav_250m/seed-3/population/bin-9/visual">
            <a:extLst xmlns:a="http://schemas.openxmlformats.org/drawingml/2006/main">
              <a:ext uri="{FF2B5EF4-FFF2-40B4-BE49-F238E27FC236}">
                <a16:creationId xmlns:a16="http://schemas.microsoft.com/office/drawing/2014/main" id="{A0BAD105-8462-4304-8160-D887B756DB86}"/>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sues200_satellite_to_uav_250m/sues200_satellite_to_uav_250m/seed-3/population/bin-9/full">
            <a:extLst xmlns:a="http://schemas.openxmlformats.org/drawingml/2006/main">
              <a:ext uri="{FF2B5EF4-FFF2-40B4-BE49-F238E27FC236}">
                <a16:creationId xmlns:a16="http://schemas.microsoft.com/office/drawing/2014/main" id="{953D5DC7-848A-4A33-A752-653FCE6D6D95}"/>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satellite_to_uav_250m/sues200_satellite_to_uav_250m/seed-3/population/bin-10/label">
            <a:extLst xmlns:a="http://schemas.openxmlformats.org/drawingml/2006/main">
              <a:ext uri="{FF2B5EF4-FFF2-40B4-BE49-F238E27FC236}">
                <a16:creationId xmlns:a16="http://schemas.microsoft.com/office/drawing/2014/main" id="{D956326D-F602-44C3-A0CC-FA3F5208A6FD}"/>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27" name="sues200_satellite_to_uav_250m/sues200_satellite_to_uav_250m/seed-3/population/bin-10/visual">
            <a:extLst xmlns:a="http://schemas.openxmlformats.org/drawingml/2006/main">
              <a:ext uri="{FF2B5EF4-FFF2-40B4-BE49-F238E27FC236}">
                <a16:creationId xmlns:a16="http://schemas.microsoft.com/office/drawing/2014/main" id="{C0B6C594-D0F2-4DBC-96A6-371988CA2225}"/>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satellite_to_uav_250m/sues200_satellite_to_uav_250m/seed-3/population/bin-10/full">
            <a:extLst xmlns:a="http://schemas.openxmlformats.org/drawingml/2006/main">
              <a:ext uri="{FF2B5EF4-FFF2-40B4-BE49-F238E27FC236}">
                <a16:creationId xmlns:a16="http://schemas.microsoft.com/office/drawing/2014/main" id="{EC57453C-B7E8-4371-9EE9-F59F764B0D74}"/>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satellite_to_uav_250m/sues200_satellite_to_uav_250m/seed-3/population/bin-11/label">
            <a:extLst xmlns:a="http://schemas.openxmlformats.org/drawingml/2006/main">
              <a:ext uri="{FF2B5EF4-FFF2-40B4-BE49-F238E27FC236}">
                <a16:creationId xmlns:a16="http://schemas.microsoft.com/office/drawing/2014/main" id="{B47B5F76-718E-48B7-A930-6C118B6E7283}"/>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0" name="sues200_satellite_to_uav_250m/sues200_satellite_to_uav_250m/seed-3/population/bin-11/visual">
            <a:extLst xmlns:a="http://schemas.openxmlformats.org/drawingml/2006/main">
              <a:ext uri="{FF2B5EF4-FFF2-40B4-BE49-F238E27FC236}">
                <a16:creationId xmlns:a16="http://schemas.microsoft.com/office/drawing/2014/main" id="{8BF1636E-A6A4-4BAD-BA3E-43807A901B4B}"/>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satellite_to_uav_250m/sues200_satellite_to_uav_250m/seed-3/population/bin-11/full">
            <a:extLst xmlns:a="http://schemas.openxmlformats.org/drawingml/2006/main">
              <a:ext uri="{FF2B5EF4-FFF2-40B4-BE49-F238E27FC236}">
                <a16:creationId xmlns:a16="http://schemas.microsoft.com/office/drawing/2014/main" id="{77169417-FD92-41CF-A84F-8A5A80B65C06}"/>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satellite_to_uav_250m/sues200_satellite_to_uav_250m/seed-3/population/bin-12/label">
            <a:extLst xmlns:a="http://schemas.openxmlformats.org/drawingml/2006/main">
              <a:ext uri="{FF2B5EF4-FFF2-40B4-BE49-F238E27FC236}">
                <a16:creationId xmlns:a16="http://schemas.microsoft.com/office/drawing/2014/main" id="{06CF0543-54B6-4794-82B6-94271EAE0BC6}"/>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33" name="sues200_satellite_to_uav_250m/sues200_satellite_to_uav_250m/seed-3/population/bin-12/visual">
            <a:extLst xmlns:a="http://schemas.openxmlformats.org/drawingml/2006/main">
              <a:ext uri="{FF2B5EF4-FFF2-40B4-BE49-F238E27FC236}">
                <a16:creationId xmlns:a16="http://schemas.microsoft.com/office/drawing/2014/main" id="{9BCDBC20-6C07-45CF-B88A-E3220E20777B}"/>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satellite_to_uav_250m/sues200_satellite_to_uav_250m/seed-3/population/bin-12/full">
            <a:extLst xmlns:a="http://schemas.openxmlformats.org/drawingml/2006/main">
              <a:ext uri="{FF2B5EF4-FFF2-40B4-BE49-F238E27FC236}">
                <a16:creationId xmlns:a16="http://schemas.microsoft.com/office/drawing/2014/main" id="{14526453-35F9-4680-8B34-4E63F2019D1D}"/>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satellite_to_uav_250m/sues200_satellite_to_uav_250m/seed-3/population/bin-13/label">
            <a:extLst xmlns:a="http://schemas.openxmlformats.org/drawingml/2006/main">
              <a:ext uri="{FF2B5EF4-FFF2-40B4-BE49-F238E27FC236}">
                <a16:creationId xmlns:a16="http://schemas.microsoft.com/office/drawing/2014/main" id="{9358207B-F077-424A-B55D-814D7DD1B745}"/>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36" name="sues200_satellite_to_uav_250m/sues200_satellite_to_uav_250m/seed-3/population/bin-13/visual">
            <a:extLst xmlns:a="http://schemas.openxmlformats.org/drawingml/2006/main">
              <a:ext uri="{FF2B5EF4-FFF2-40B4-BE49-F238E27FC236}">
                <a16:creationId xmlns:a16="http://schemas.microsoft.com/office/drawing/2014/main" id="{41B933F4-7567-4EB4-A697-5CF74DFA177D}"/>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satellite_to_uav_250m/sues200_satellite_to_uav_250m/seed-3/population/bin-13/full">
            <a:extLst xmlns:a="http://schemas.openxmlformats.org/drawingml/2006/main">
              <a:ext uri="{FF2B5EF4-FFF2-40B4-BE49-F238E27FC236}">
                <a16:creationId xmlns:a16="http://schemas.microsoft.com/office/drawing/2014/main" id="{D8879912-E411-4BD8-B1F0-E49AA1A49BB7}"/>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satellite_to_uav_250m/sues200_satellite_to_uav_250m/seed-3/population/bin-14/label">
            <a:extLst xmlns:a="http://schemas.openxmlformats.org/drawingml/2006/main">
              <a:ext uri="{FF2B5EF4-FFF2-40B4-BE49-F238E27FC236}">
                <a16:creationId xmlns:a16="http://schemas.microsoft.com/office/drawing/2014/main" id="{461BD6EF-33EB-42AF-AB32-D212371524A6}"/>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39" name="sues200_satellite_to_uav_250m/sues200_satellite_to_uav_250m/seed-3/population/bin-14/visual">
            <a:extLst xmlns:a="http://schemas.openxmlformats.org/drawingml/2006/main">
              <a:ext uri="{FF2B5EF4-FFF2-40B4-BE49-F238E27FC236}">
                <a16:creationId xmlns:a16="http://schemas.microsoft.com/office/drawing/2014/main" id="{1F000D05-6C40-4486-82AF-6E0A432459C3}"/>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satellite_to_uav_250m/sues200_satellite_to_uav_250m/seed-3/population/bin-14/full">
            <a:extLst xmlns:a="http://schemas.openxmlformats.org/drawingml/2006/main">
              <a:ext uri="{FF2B5EF4-FFF2-40B4-BE49-F238E27FC236}">
                <a16:creationId xmlns:a16="http://schemas.microsoft.com/office/drawing/2014/main" id="{38A2455A-6897-45A1-B94D-E2FD781C833B}"/>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satellite_to_uav_250m/sues200_satellite_to_uav_250m/seed-3/population/bin-15/label">
            <a:extLst xmlns:a="http://schemas.openxmlformats.org/drawingml/2006/main">
              <a:ext uri="{FF2B5EF4-FFF2-40B4-BE49-F238E27FC236}">
                <a16:creationId xmlns:a16="http://schemas.microsoft.com/office/drawing/2014/main" id="{79FBE67E-481F-4D99-801D-F1AE8BDA1318}"/>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2" name="sues200_satellite_to_uav_250m/sues200_satellite_to_uav_250m/seed-3/population/bin-15/visual">
            <a:extLst xmlns:a="http://schemas.openxmlformats.org/drawingml/2006/main">
              <a:ext uri="{FF2B5EF4-FFF2-40B4-BE49-F238E27FC236}">
                <a16:creationId xmlns:a16="http://schemas.microsoft.com/office/drawing/2014/main" id="{AD199396-6067-4274-9854-7646D2ADBCDC}"/>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satellite_to_uav_250m/sues200_satellite_to_uav_250m/seed-3/population/bin-15/full">
            <a:extLst xmlns:a="http://schemas.openxmlformats.org/drawingml/2006/main">
              <a:ext uri="{FF2B5EF4-FFF2-40B4-BE49-F238E27FC236}">
                <a16:creationId xmlns:a16="http://schemas.microsoft.com/office/drawing/2014/main" id="{FC9969BD-9B03-4752-975B-089E77D8629A}"/>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satellite_to_uav_250m/x-axis-label">
            <a:extLst xmlns:a="http://schemas.openxmlformats.org/drawingml/2006/main">
              <a:ext uri="{FF2B5EF4-FFF2-40B4-BE49-F238E27FC236}">
                <a16:creationId xmlns:a16="http://schemas.microsoft.com/office/drawing/2014/main" id="{C710C7C9-B256-46D8-8C37-DAA2BBB8ED81}"/>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45" name="sues200_satellite_to_uav_250m/footnote-1">
            <a:extLst xmlns:a="http://schemas.openxmlformats.org/drawingml/2006/main">
              <a:ext uri="{FF2B5EF4-FFF2-40B4-BE49-F238E27FC236}">
                <a16:creationId xmlns:a16="http://schemas.microsoft.com/office/drawing/2014/main" id="{1AE048D5-F96D-40C2-BE7C-6B7377778236}"/>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46" name="sues200_satellite_to_uav_250m/footnote-2">
            <a:extLst xmlns:a="http://schemas.openxmlformats.org/drawingml/2006/main">
              <a:ext uri="{FF2B5EF4-FFF2-40B4-BE49-F238E27FC236}">
                <a16:creationId xmlns:a16="http://schemas.microsoft.com/office/drawing/2014/main" id="{071F4C6D-82CF-4CC3-9CA3-EABDA5E79C88}"/>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47" name="sues200_satellite_to_uav_250m/footnote-3">
            <a:extLst xmlns:a="http://schemas.openxmlformats.org/drawingml/2006/main">
              <a:ext uri="{FF2B5EF4-FFF2-40B4-BE49-F238E27FC236}">
                <a16:creationId xmlns:a16="http://schemas.microsoft.com/office/drawing/2014/main" id="{7B621154-4FB9-4BE1-BEC4-B75E9A85BE34}"/>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48" name="sues200_satellite_to_uav_250m/footnote-4">
            <a:extLst xmlns:a="http://schemas.openxmlformats.org/drawingml/2006/main">
              <a:ext uri="{FF2B5EF4-FFF2-40B4-BE49-F238E27FC236}">
                <a16:creationId xmlns:a16="http://schemas.microsoft.com/office/drawing/2014/main" id="{276C4929-C09B-4291-95EA-E1BB704B4AA7}"/>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49" name="sues200_satellite_to_uav_250m/footnote-5">
            <a:extLst xmlns:a="http://schemas.openxmlformats.org/drawingml/2006/main">
              <a:ext uri="{FF2B5EF4-FFF2-40B4-BE49-F238E27FC236}">
                <a16:creationId xmlns:a16="http://schemas.microsoft.com/office/drawing/2014/main" id="{CE1513EA-BD45-4414-8B8A-E63BF1C4E114}"/>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0" name="sues200_satellite_to_uav_250m/footnote-6">
            <a:extLst xmlns:a="http://schemas.openxmlformats.org/drawingml/2006/main">
              <a:ext uri="{FF2B5EF4-FFF2-40B4-BE49-F238E27FC236}">
                <a16:creationId xmlns:a16="http://schemas.microsoft.com/office/drawing/2014/main" id="{930F9B2C-46EE-4815-AECE-F5DC1846B8C9}"/>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21443515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 name="sues200_uav_300m_to_satellite/title">
            <a:extLst xmlns:a="http://schemas.openxmlformats.org/drawingml/2006/main">
              <a:ext uri="{FF2B5EF4-FFF2-40B4-BE49-F238E27FC236}">
                <a16:creationId xmlns:a16="http://schemas.microsoft.com/office/drawing/2014/main" id="{C59CC709-0A09-4A75-B788-BEFC3B137EAA}"/>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300 m → satellite</a:t>
            </a:r>
          </a:p>
        </p:txBody>
      </p:sp>
      <p:sp>
        <p:nvSpPr>
          <p:cNvPr id="2" name="sues200_uav_300m_to_satellite/subtitle">
            <a:extLst xmlns:a="http://schemas.openxmlformats.org/drawingml/2006/main">
              <a:ext uri="{FF2B5EF4-FFF2-40B4-BE49-F238E27FC236}">
                <a16:creationId xmlns:a16="http://schemas.microsoft.com/office/drawing/2014/main" id="{716DC2D7-0139-46C1-B32B-1BC9599E8C3D}"/>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uav_300m_to_satellite/legend/visual/marker">
            <a:extLst xmlns:a="http://schemas.openxmlformats.org/drawingml/2006/main">
              <a:ext uri="{FF2B5EF4-FFF2-40B4-BE49-F238E27FC236}">
                <a16:creationId xmlns:a16="http://schemas.microsoft.com/office/drawing/2014/main" id="{D7E61E14-1803-4788-ACFE-72E0D400A2C5}"/>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300m_to_satellite/legend/visual/text">
            <a:extLst xmlns:a="http://schemas.openxmlformats.org/drawingml/2006/main">
              <a:ext uri="{FF2B5EF4-FFF2-40B4-BE49-F238E27FC236}">
                <a16:creationId xmlns:a16="http://schemas.microsoft.com/office/drawing/2014/main" id="{99C05C33-F931-41F4-9E76-F7C25670EB82}"/>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300m_to_satellite/legend/full/marker">
            <a:extLst xmlns:a="http://schemas.openxmlformats.org/drawingml/2006/main">
              <a:ext uri="{FF2B5EF4-FFF2-40B4-BE49-F238E27FC236}">
                <a16:creationId xmlns:a16="http://schemas.microsoft.com/office/drawing/2014/main" id="{E2DBB84A-0A1B-46A8-BB52-AF3A77837C6E}"/>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300m_to_satellite/legend/full/text">
            <a:extLst xmlns:a="http://schemas.openxmlformats.org/drawingml/2006/main">
              <a:ext uri="{FF2B5EF4-FFF2-40B4-BE49-F238E27FC236}">
                <a16:creationId xmlns:a16="http://schemas.microsoft.com/office/drawing/2014/main" id="{2BB5035A-574C-406B-8CF2-223BB6854FC6}"/>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300m_to_satellite/legend/equality/line">
            <a:extLst xmlns:a="http://schemas.openxmlformats.org/drawingml/2006/main">
              <a:ext uri="{FF2B5EF4-FFF2-40B4-BE49-F238E27FC236}">
                <a16:creationId xmlns:a16="http://schemas.microsoft.com/office/drawing/2014/main" id="{C07D5F76-FF92-489D-B0AA-9AE365A540BB}"/>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uav_300m_to_satellite/legend/equality/text">
            <a:extLst xmlns:a="http://schemas.openxmlformats.org/drawingml/2006/main">
              <a:ext uri="{FF2B5EF4-FFF2-40B4-BE49-F238E27FC236}">
                <a16:creationId xmlns:a16="http://schemas.microsoft.com/office/drawing/2014/main" id="{A0D92026-B062-434C-90F9-F7065E782F21}"/>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uav_300m_to_satellite/y-axis-label">
            <a:extLst xmlns:a="http://schemas.openxmlformats.org/drawingml/2006/main">
              <a:ext uri="{FF2B5EF4-FFF2-40B4-BE49-F238E27FC236}">
                <a16:creationId xmlns:a16="http://schemas.microsoft.com/office/drawing/2014/main" id="{9B033438-4472-4392-ACA2-6B7D68FF9D94}"/>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uav_300m_to_satellite/sues200_uav_300m_to_satellite/seed-1/seed-heading">
            <a:extLst xmlns:a="http://schemas.openxmlformats.org/drawingml/2006/main">
              <a:ext uri="{FF2B5EF4-FFF2-40B4-BE49-F238E27FC236}">
                <a16:creationId xmlns:a16="http://schemas.microsoft.com/office/drawing/2014/main" id="{56C8B049-A0D6-47EA-AE01-0EDD9EFB5FE8}"/>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uav_300m_to_satellite/sues200_uav_300m_to_satellite/seed-1/y-grid-0">
            <a:extLst xmlns:a="http://schemas.openxmlformats.org/drawingml/2006/main">
              <a:ext uri="{FF2B5EF4-FFF2-40B4-BE49-F238E27FC236}">
                <a16:creationId xmlns:a16="http://schemas.microsoft.com/office/drawing/2014/main" id="{B6AA23F5-61DF-4DE5-A336-DFAAED1E927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uav_300m_to_satellite/sues200_uav_300m_to_satellite/seed-1/y-label-0">
            <a:extLst xmlns:a="http://schemas.openxmlformats.org/drawingml/2006/main">
              <a:ext uri="{FF2B5EF4-FFF2-40B4-BE49-F238E27FC236}">
                <a16:creationId xmlns:a16="http://schemas.microsoft.com/office/drawing/2014/main" id="{C9FB08AA-7D97-4AC0-91DD-CE5FA31D7C08}"/>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300m_to_satellite/sues200_uav_300m_to_satellite/seed-1/x-tick-0">
            <a:extLst xmlns:a="http://schemas.openxmlformats.org/drawingml/2006/main">
              <a:ext uri="{FF2B5EF4-FFF2-40B4-BE49-F238E27FC236}">
                <a16:creationId xmlns:a16="http://schemas.microsoft.com/office/drawing/2014/main" id="{2F1F42B0-3158-4BE8-902D-70F59E93233B}"/>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uav_300m_to_satellite/sues200_uav_300m_to_satellite/seed-1/x-label-0">
            <a:extLst xmlns:a="http://schemas.openxmlformats.org/drawingml/2006/main">
              <a:ext uri="{FF2B5EF4-FFF2-40B4-BE49-F238E27FC236}">
                <a16:creationId xmlns:a16="http://schemas.microsoft.com/office/drawing/2014/main" id="{C95FDB78-6935-46A4-8FA0-BCA6148F5C16}"/>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uav_300m_to_satellite/sues200_uav_300m_to_satellite/seed-1/y-grid-0.25">
            <a:extLst xmlns:a="http://schemas.openxmlformats.org/drawingml/2006/main">
              <a:ext uri="{FF2B5EF4-FFF2-40B4-BE49-F238E27FC236}">
                <a16:creationId xmlns:a16="http://schemas.microsoft.com/office/drawing/2014/main" id="{2CA2E2D8-9C4A-49D9-98CF-B1EBD333C9EA}"/>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uav_300m_to_satellite/sues200_uav_300m_to_satellite/seed-1/y-label-0.25">
            <a:extLst xmlns:a="http://schemas.openxmlformats.org/drawingml/2006/main">
              <a:ext uri="{FF2B5EF4-FFF2-40B4-BE49-F238E27FC236}">
                <a16:creationId xmlns:a16="http://schemas.microsoft.com/office/drawing/2014/main" id="{FE561381-513E-4911-9ED7-340E24EEC4F7}"/>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uav_300m_to_satellite/sues200_uav_300m_to_satellite/seed-1/x-tick-0.25">
            <a:extLst xmlns:a="http://schemas.openxmlformats.org/drawingml/2006/main">
              <a:ext uri="{FF2B5EF4-FFF2-40B4-BE49-F238E27FC236}">
                <a16:creationId xmlns:a16="http://schemas.microsoft.com/office/drawing/2014/main" id="{B6247DB1-D12C-48DF-9A69-61F8FDC0B72F}"/>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uav_300m_to_satellite/sues200_uav_300m_to_satellite/seed-1/x-label-0.25">
            <a:extLst xmlns:a="http://schemas.openxmlformats.org/drawingml/2006/main">
              <a:ext uri="{FF2B5EF4-FFF2-40B4-BE49-F238E27FC236}">
                <a16:creationId xmlns:a16="http://schemas.microsoft.com/office/drawing/2014/main" id="{169E5A97-7DE4-47A8-AD8E-9F492264668D}"/>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uav_300m_to_satellite/sues200_uav_300m_to_satellite/seed-1/y-grid-0.5">
            <a:extLst xmlns:a="http://schemas.openxmlformats.org/drawingml/2006/main">
              <a:ext uri="{FF2B5EF4-FFF2-40B4-BE49-F238E27FC236}">
                <a16:creationId xmlns:a16="http://schemas.microsoft.com/office/drawing/2014/main" id="{7DCC3018-9914-4E1B-8F7B-1A4651C30BF9}"/>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uav_300m_to_satellite/sues200_uav_300m_to_satellite/seed-1/y-label-0.5">
            <a:extLst xmlns:a="http://schemas.openxmlformats.org/drawingml/2006/main">
              <a:ext uri="{FF2B5EF4-FFF2-40B4-BE49-F238E27FC236}">
                <a16:creationId xmlns:a16="http://schemas.microsoft.com/office/drawing/2014/main" id="{AEC44932-08FA-4C49-84B3-E0924AD0AFA9}"/>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uav_300m_to_satellite/sues200_uav_300m_to_satellite/seed-1/x-tick-0.5">
            <a:extLst xmlns:a="http://schemas.openxmlformats.org/drawingml/2006/main">
              <a:ext uri="{FF2B5EF4-FFF2-40B4-BE49-F238E27FC236}">
                <a16:creationId xmlns:a16="http://schemas.microsoft.com/office/drawing/2014/main" id="{B88BF7C0-62BB-4BD5-A6E0-42ACF1BBF21D}"/>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uav_300m_to_satellite/sues200_uav_300m_to_satellite/seed-1/x-label-0.5">
            <a:extLst xmlns:a="http://schemas.openxmlformats.org/drawingml/2006/main">
              <a:ext uri="{FF2B5EF4-FFF2-40B4-BE49-F238E27FC236}">
                <a16:creationId xmlns:a16="http://schemas.microsoft.com/office/drawing/2014/main" id="{F52DF666-5690-432F-A2FC-26E7285C07FE}"/>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uav_300m_to_satellite/sues200_uav_300m_to_satellite/seed-1/y-grid-0.75">
            <a:extLst xmlns:a="http://schemas.openxmlformats.org/drawingml/2006/main">
              <a:ext uri="{FF2B5EF4-FFF2-40B4-BE49-F238E27FC236}">
                <a16:creationId xmlns:a16="http://schemas.microsoft.com/office/drawing/2014/main" id="{D2BA79CC-893F-4B85-8FC2-6AAB64E65602}"/>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uav_300m_to_satellite/sues200_uav_300m_to_satellite/seed-1/y-label-0.75">
            <a:extLst xmlns:a="http://schemas.openxmlformats.org/drawingml/2006/main">
              <a:ext uri="{FF2B5EF4-FFF2-40B4-BE49-F238E27FC236}">
                <a16:creationId xmlns:a16="http://schemas.microsoft.com/office/drawing/2014/main" id="{A57E8D50-3181-4B1A-9601-7EDDC5CEF952}"/>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uav_300m_to_satellite/sues200_uav_300m_to_satellite/seed-1/x-tick-0.75">
            <a:extLst xmlns:a="http://schemas.openxmlformats.org/drawingml/2006/main">
              <a:ext uri="{FF2B5EF4-FFF2-40B4-BE49-F238E27FC236}">
                <a16:creationId xmlns:a16="http://schemas.microsoft.com/office/drawing/2014/main" id="{5BAFDE73-CB02-403B-89CC-5CE0653BA468}"/>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uav_300m_to_satellite/sues200_uav_300m_to_satellite/seed-1/x-label-0.75">
            <a:extLst xmlns:a="http://schemas.openxmlformats.org/drawingml/2006/main">
              <a:ext uri="{FF2B5EF4-FFF2-40B4-BE49-F238E27FC236}">
                <a16:creationId xmlns:a16="http://schemas.microsoft.com/office/drawing/2014/main" id="{AF97FBA2-834B-40EA-BD6D-D7AFDBE19688}"/>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uav_300m_to_satellite/sues200_uav_300m_to_satellite/seed-1/y-grid-1">
            <a:extLst xmlns:a="http://schemas.openxmlformats.org/drawingml/2006/main">
              <a:ext uri="{FF2B5EF4-FFF2-40B4-BE49-F238E27FC236}">
                <a16:creationId xmlns:a16="http://schemas.microsoft.com/office/drawing/2014/main" id="{A0BE48B3-D6EB-4AFA-9FE8-51EBF0F1E616}"/>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uav_300m_to_satellite/sues200_uav_300m_to_satellite/seed-1/y-label-1">
            <a:extLst xmlns:a="http://schemas.openxmlformats.org/drawingml/2006/main">
              <a:ext uri="{FF2B5EF4-FFF2-40B4-BE49-F238E27FC236}">
                <a16:creationId xmlns:a16="http://schemas.microsoft.com/office/drawing/2014/main" id="{29F668E8-BEAE-4F2B-89F0-2950FFA389C9}"/>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uav_300m_to_satellite/sues200_uav_300m_to_satellite/seed-1/x-tick-1">
            <a:extLst xmlns:a="http://schemas.openxmlformats.org/drawingml/2006/main">
              <a:ext uri="{FF2B5EF4-FFF2-40B4-BE49-F238E27FC236}">
                <a16:creationId xmlns:a16="http://schemas.microsoft.com/office/drawing/2014/main" id="{65CCA7D0-2B5D-4121-82B5-2C6E7CD402A6}"/>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300m_to_satellite/sues200_uav_300m_to_satellite/seed-1/x-label-1">
            <a:extLst xmlns:a="http://schemas.openxmlformats.org/drawingml/2006/main">
              <a:ext uri="{FF2B5EF4-FFF2-40B4-BE49-F238E27FC236}">
                <a16:creationId xmlns:a16="http://schemas.microsoft.com/office/drawing/2014/main" id="{FBF1E064-ED72-4F75-B699-B47962CD3F55}"/>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uav_300m_to_satellite/sues200_uav_300m_to_satellite/seed-1/reference-equality">
            <a:extLst xmlns:a="http://schemas.openxmlformats.org/drawingml/2006/main">
              <a:ext uri="{FF2B5EF4-FFF2-40B4-BE49-F238E27FC236}">
                <a16:creationId xmlns:a16="http://schemas.microsoft.com/office/drawing/2014/main" id="{3F1F99A6-8D25-4890-83BC-6C49EE7E924B}"/>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uav_300m_to_satellite/sues200_uav_300m_to_satellite/seed-1/y-axis">
            <a:extLst xmlns:a="http://schemas.openxmlformats.org/drawingml/2006/main">
              <a:ext uri="{FF2B5EF4-FFF2-40B4-BE49-F238E27FC236}">
                <a16:creationId xmlns:a16="http://schemas.microsoft.com/office/drawing/2014/main" id="{5F2CD28A-A1AE-4F03-BDD3-6C4456D8E848}"/>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uav_300m_to_satellite/sues200_uav_300m_to_satellite/seed-1/x-axis">
            <a:extLst xmlns:a="http://schemas.openxmlformats.org/drawingml/2006/main">
              <a:ext uri="{FF2B5EF4-FFF2-40B4-BE49-F238E27FC236}">
                <a16:creationId xmlns:a16="http://schemas.microsoft.com/office/drawing/2014/main" id="{DE8A45C1-9D61-4C40-A1C0-726DF2926B0F}"/>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uav_300m_to_satellite/sues200_uav_300m_to_satellite/seed-1/visual/bin-1/point">
            <a:extLst xmlns:a="http://schemas.openxmlformats.org/drawingml/2006/main">
              <a:ext uri="{FF2B5EF4-FFF2-40B4-BE49-F238E27FC236}">
                <a16:creationId xmlns:a16="http://schemas.microsoft.com/office/drawing/2014/main" id="{D594E46D-1A5E-499A-891B-799BD0D0C73B}"/>
              </a:ext>
            </a:extLst>
          </p:cNvPr>
          <p:cNvSpPr>
            <a:spLocks xmlns:a="http://schemas.openxmlformats.org/drawingml/2006/main" noGrp="1"/>
          </p:cNvSpPr>
          <p:nvPr/>
        </p:nvSpPr>
        <p:spPr>
          <a:xfrm xmlns:a="http://schemas.openxmlformats.org/drawingml/2006/main">
            <a:off x="544402" y="201185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300m_to_satellite/sues200_uav_300m_to_satellite/seed-1/visual/bin-2/point">
            <a:extLst xmlns:a="http://schemas.openxmlformats.org/drawingml/2006/main">
              <a:ext uri="{FF2B5EF4-FFF2-40B4-BE49-F238E27FC236}">
                <a16:creationId xmlns:a16="http://schemas.microsoft.com/office/drawing/2014/main" id="{831A02EA-B0AA-4E5A-8A74-76B64485AED3}"/>
              </a:ext>
            </a:extLst>
          </p:cNvPr>
          <p:cNvSpPr>
            <a:spLocks xmlns:a="http://schemas.openxmlformats.org/drawingml/2006/main" noGrp="1"/>
          </p:cNvSpPr>
          <p:nvPr/>
        </p:nvSpPr>
        <p:spPr>
          <a:xfrm xmlns:a="http://schemas.openxmlformats.org/drawingml/2006/main">
            <a:off x="642851" y="14492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300m_to_satellite/sues200_uav_300m_to_satellite/seed-1/visual/bin-3/point">
            <a:extLst xmlns:a="http://schemas.openxmlformats.org/drawingml/2006/main">
              <a:ext uri="{FF2B5EF4-FFF2-40B4-BE49-F238E27FC236}">
                <a16:creationId xmlns:a16="http://schemas.microsoft.com/office/drawing/2014/main" id="{B12708B2-5025-486F-9941-70D96346B599}"/>
              </a:ext>
            </a:extLst>
          </p:cNvPr>
          <p:cNvSpPr>
            <a:spLocks xmlns:a="http://schemas.openxmlformats.org/drawingml/2006/main" noGrp="1"/>
          </p:cNvSpPr>
          <p:nvPr/>
        </p:nvSpPr>
        <p:spPr>
          <a:xfrm xmlns:a="http://schemas.openxmlformats.org/drawingml/2006/main">
            <a:off x="746464" y="149234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300m_to_satellite/sues200_uav_300m_to_satellite/seed-1/visual/ECE">
            <a:extLst xmlns:a="http://schemas.openxmlformats.org/drawingml/2006/main">
              <a:ext uri="{FF2B5EF4-FFF2-40B4-BE49-F238E27FC236}">
                <a16:creationId xmlns:a16="http://schemas.microsoft.com/office/drawing/2014/main" id="{76EA6EE8-BB91-430F-90F7-01648BBB274D}"/>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0.4607</a:t>
            </a:r>
          </a:p>
        </p:txBody>
      </p:sp>
      <p:sp>
        <p:nvSpPr>
          <p:cNvPr id="38" name="sues200_uav_300m_to_satellite/sues200_uav_300m_to_satellite/seed-1/full/bin-1/point">
            <a:extLst xmlns:a="http://schemas.openxmlformats.org/drawingml/2006/main">
              <a:ext uri="{FF2B5EF4-FFF2-40B4-BE49-F238E27FC236}">
                <a16:creationId xmlns:a16="http://schemas.microsoft.com/office/drawing/2014/main" id="{B54484CB-30CC-4DAC-81BA-C7F237B6663E}"/>
              </a:ext>
            </a:extLst>
          </p:cNvPr>
          <p:cNvSpPr>
            <a:spLocks xmlns:a="http://schemas.openxmlformats.org/drawingml/2006/main" noGrp="1"/>
          </p:cNvSpPr>
          <p:nvPr/>
        </p:nvSpPr>
        <p:spPr>
          <a:xfrm xmlns:a="http://schemas.openxmlformats.org/drawingml/2006/main">
            <a:off x="547749" y="212508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9" name="sues200_uav_300m_to_satellite/sues200_uav_300m_to_satellite/seed-1/full/bin-2/point">
            <a:extLst xmlns:a="http://schemas.openxmlformats.org/drawingml/2006/main">
              <a:ext uri="{FF2B5EF4-FFF2-40B4-BE49-F238E27FC236}">
                <a16:creationId xmlns:a16="http://schemas.microsoft.com/office/drawing/2014/main" id="{13032C96-7453-4F48-B5D7-ECE6C6EC01F3}"/>
              </a:ext>
            </a:extLst>
          </p:cNvPr>
          <p:cNvSpPr>
            <a:spLocks xmlns:a="http://schemas.openxmlformats.org/drawingml/2006/main" noGrp="1"/>
          </p:cNvSpPr>
          <p:nvPr/>
        </p:nvSpPr>
        <p:spPr>
          <a:xfrm xmlns:a="http://schemas.openxmlformats.org/drawingml/2006/main">
            <a:off x="644699" y="17927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0" name="sues200_uav_300m_to_satellite/sues200_uav_300m_to_satellite/seed-1/full/bin-3/point">
            <a:extLst xmlns:a="http://schemas.openxmlformats.org/drawingml/2006/main">
              <a:ext uri="{FF2B5EF4-FFF2-40B4-BE49-F238E27FC236}">
                <a16:creationId xmlns:a16="http://schemas.microsoft.com/office/drawing/2014/main" id="{14FFD025-801B-4107-97C9-E56C7FBE05B3}"/>
              </a:ext>
            </a:extLst>
          </p:cNvPr>
          <p:cNvSpPr>
            <a:spLocks xmlns:a="http://schemas.openxmlformats.org/drawingml/2006/main" noGrp="1"/>
          </p:cNvSpPr>
          <p:nvPr/>
        </p:nvSpPr>
        <p:spPr>
          <a:xfrm xmlns:a="http://schemas.openxmlformats.org/drawingml/2006/main">
            <a:off x="752261" y="25082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1" name="sues200_uav_300m_to_satellite/sues200_uav_300m_to_satellite/seed-1/full/ECE">
            <a:extLst xmlns:a="http://schemas.openxmlformats.org/drawingml/2006/main">
              <a:ext uri="{FF2B5EF4-FFF2-40B4-BE49-F238E27FC236}">
                <a16:creationId xmlns:a16="http://schemas.microsoft.com/office/drawing/2014/main" id="{996D58AA-B1D3-4ED6-8D03-4EEC7403BE1F}"/>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0.3560</a:t>
            </a:r>
          </a:p>
        </p:txBody>
      </p:sp>
      <p:sp>
        <p:nvSpPr>
          <p:cNvPr id="42" name="sues200_uav_300m_to_satellite/sues200_uav_300m_to_satellite/seed-1/population/N">
            <a:extLst xmlns:a="http://schemas.openxmlformats.org/drawingml/2006/main">
              <a:ext uri="{FF2B5EF4-FFF2-40B4-BE49-F238E27FC236}">
                <a16:creationId xmlns:a16="http://schemas.microsoft.com/office/drawing/2014/main" id="{42E4F40A-99CF-48F0-8398-F57943669AD3}"/>
              </a:ext>
            </a:extLst>
          </p:cNvPr>
          <p:cNvSpPr>
            <a:spLocks xmlns:a="http://schemas.openxmlformats.org/drawingml/2006/main" noGrp="1"/>
          </p:cNvSpPr>
          <p:nvPr/>
        </p:nvSpPr>
        <p:spPr>
          <a:xfrm xmlns:a="http://schemas.openxmlformats.org/drawingml/2006/main">
            <a:off x="6985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43" name="sues200_uav_300m_to_satellite/sues200_uav_300m_to_satellite/seed-1/population/header/bin">
            <a:extLst xmlns:a="http://schemas.openxmlformats.org/drawingml/2006/main">
              <a:ext uri="{FF2B5EF4-FFF2-40B4-BE49-F238E27FC236}">
                <a16:creationId xmlns:a16="http://schemas.microsoft.com/office/drawing/2014/main" id="{5B07ACE3-E19E-4D15-A7AD-560E8E789178}"/>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4" name="sues200_uav_300m_to_satellite/sues200_uav_300m_to_satellite/seed-1/population/header/visual">
            <a:extLst xmlns:a="http://schemas.openxmlformats.org/drawingml/2006/main">
              <a:ext uri="{FF2B5EF4-FFF2-40B4-BE49-F238E27FC236}">
                <a16:creationId xmlns:a16="http://schemas.microsoft.com/office/drawing/2014/main" id="{A4FEA929-5895-41EB-98D3-E0B78AFE2483}"/>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5" name="sues200_uav_300m_to_satellite/sues200_uav_300m_to_satellite/seed-1/population/header/full">
            <a:extLst xmlns:a="http://schemas.openxmlformats.org/drawingml/2006/main">
              <a:ext uri="{FF2B5EF4-FFF2-40B4-BE49-F238E27FC236}">
                <a16:creationId xmlns:a16="http://schemas.microsoft.com/office/drawing/2014/main" id="{7F7BA8B3-79A6-4B43-93D5-AFEA891AD893}"/>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6" name="sues200_uav_300m_to_satellite/sues200_uav_300m_to_satellite/seed-1/population/header/rule">
            <a:extLst xmlns:a="http://schemas.openxmlformats.org/drawingml/2006/main">
              <a:ext uri="{FF2B5EF4-FFF2-40B4-BE49-F238E27FC236}">
                <a16:creationId xmlns:a16="http://schemas.microsoft.com/office/drawing/2014/main" id="{26E41B74-2200-4F7F-AE87-3C22E5584BC4}"/>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7" name="sues200_uav_300m_to_satellite/sues200_uav_300m_to_satellite/seed-1/population/bin-1/label">
            <a:extLst xmlns:a="http://schemas.openxmlformats.org/drawingml/2006/main">
              <a:ext uri="{FF2B5EF4-FFF2-40B4-BE49-F238E27FC236}">
                <a16:creationId xmlns:a16="http://schemas.microsoft.com/office/drawing/2014/main" id="{1AF3943B-EAC3-4484-AEBB-E3A9016B4B3C}"/>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8" name="sues200_uav_300m_to_satellite/sues200_uav_300m_to_satellite/seed-1/population/bin-1/visual">
            <a:extLst xmlns:a="http://schemas.openxmlformats.org/drawingml/2006/main">
              <a:ext uri="{FF2B5EF4-FFF2-40B4-BE49-F238E27FC236}">
                <a16:creationId xmlns:a16="http://schemas.microsoft.com/office/drawing/2014/main" id="{F99F8F73-3162-433F-8FF8-EBE12F6BBF79}"/>
              </a:ext>
            </a:extLst>
          </p:cNvPr>
          <p:cNvSpPr>
            <a:spLocks xmlns:a="http://schemas.openxmlformats.org/drawingml/2006/main" noGrp="1"/>
          </p:cNvSpPr>
          <p:nvPr/>
        </p:nvSpPr>
        <p:spPr>
          <a:xfrm xmlns:a="http://schemas.openxmlformats.org/drawingml/2006/main">
            <a:off x="1152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3332</a:t>
            </a:r>
          </a:p>
        </p:txBody>
      </p:sp>
      <p:sp>
        <p:nvSpPr>
          <p:cNvPr id="49" name="sues200_uav_300m_to_satellite/sues200_uav_300m_to_satellite/seed-1/population/bin-1/full">
            <a:extLst xmlns:a="http://schemas.openxmlformats.org/drawingml/2006/main">
              <a:ext uri="{FF2B5EF4-FFF2-40B4-BE49-F238E27FC236}">
                <a16:creationId xmlns:a16="http://schemas.microsoft.com/office/drawing/2014/main" id="{587A2369-AB1E-44D8-8331-CCEA23A55D45}"/>
              </a:ext>
            </a:extLst>
          </p:cNvPr>
          <p:cNvSpPr>
            <a:spLocks xmlns:a="http://schemas.openxmlformats.org/drawingml/2006/main" noGrp="1"/>
          </p:cNvSpPr>
          <p:nvPr/>
        </p:nvSpPr>
        <p:spPr>
          <a:xfrm xmlns:a="http://schemas.openxmlformats.org/drawingml/2006/main">
            <a:off x="17873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3488</a:t>
            </a:r>
          </a:p>
        </p:txBody>
      </p:sp>
      <p:sp>
        <p:nvSpPr>
          <p:cNvPr id="50" name="sues200_uav_300m_to_satellite/sues200_uav_300m_to_satellite/seed-1/population/bin-2/label">
            <a:extLst xmlns:a="http://schemas.openxmlformats.org/drawingml/2006/main">
              <a:ext uri="{FF2B5EF4-FFF2-40B4-BE49-F238E27FC236}">
                <a16:creationId xmlns:a16="http://schemas.microsoft.com/office/drawing/2014/main" id="{F172262C-5775-4BC4-ADE9-77474141BC91}"/>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51" name="sues200_uav_300m_to_satellite/sues200_uav_300m_to_satellite/seed-1/population/bin-2/visual">
            <a:extLst xmlns:a="http://schemas.openxmlformats.org/drawingml/2006/main">
              <a:ext uri="{FF2B5EF4-FFF2-40B4-BE49-F238E27FC236}">
                <a16:creationId xmlns:a16="http://schemas.microsoft.com/office/drawing/2014/main" id="{67FB880E-8183-4603-AA40-7F747E4445EF}"/>
              </a:ext>
            </a:extLst>
          </p:cNvPr>
          <p:cNvSpPr>
            <a:spLocks xmlns:a="http://schemas.openxmlformats.org/drawingml/2006/main" noGrp="1"/>
          </p:cNvSpPr>
          <p:nvPr/>
        </p:nvSpPr>
        <p:spPr>
          <a:xfrm xmlns:a="http://schemas.openxmlformats.org/drawingml/2006/main">
            <a:off x="1180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654</a:t>
            </a:r>
          </a:p>
        </p:txBody>
      </p:sp>
      <p:sp>
        <p:nvSpPr>
          <p:cNvPr id="52" name="sues200_uav_300m_to_satellite/sues200_uav_300m_to_satellite/seed-1/population/bin-2/full">
            <a:extLst xmlns:a="http://schemas.openxmlformats.org/drawingml/2006/main">
              <a:ext uri="{FF2B5EF4-FFF2-40B4-BE49-F238E27FC236}">
                <a16:creationId xmlns:a16="http://schemas.microsoft.com/office/drawing/2014/main" id="{BDC83367-BA40-468E-A1C8-DAF77B33F2F2}"/>
              </a:ext>
            </a:extLst>
          </p:cNvPr>
          <p:cNvSpPr>
            <a:spLocks xmlns:a="http://schemas.openxmlformats.org/drawingml/2006/main" noGrp="1"/>
          </p:cNvSpPr>
          <p:nvPr/>
        </p:nvSpPr>
        <p:spPr>
          <a:xfrm xmlns:a="http://schemas.openxmlformats.org/drawingml/2006/main">
            <a:off x="18155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502</a:t>
            </a:r>
          </a:p>
        </p:txBody>
      </p:sp>
      <p:sp>
        <p:nvSpPr>
          <p:cNvPr id="53" name="sues200_uav_300m_to_satellite/sues200_uav_300m_to_satellite/seed-1/population/bin-3/label">
            <a:extLst xmlns:a="http://schemas.openxmlformats.org/drawingml/2006/main">
              <a:ext uri="{FF2B5EF4-FFF2-40B4-BE49-F238E27FC236}">
                <a16:creationId xmlns:a16="http://schemas.microsoft.com/office/drawing/2014/main" id="{B366CE82-3654-4816-9E40-AEB8178BEEB7}"/>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4" name="sues200_uav_300m_to_satellite/sues200_uav_300m_to_satellite/seed-1/population/bin-3/visual">
            <a:extLst xmlns:a="http://schemas.openxmlformats.org/drawingml/2006/main">
              <a:ext uri="{FF2B5EF4-FFF2-40B4-BE49-F238E27FC236}">
                <a16:creationId xmlns:a16="http://schemas.microsoft.com/office/drawing/2014/main" id="{4B75FE4A-6977-4DD5-8A6D-29F63A226B93}"/>
              </a:ext>
            </a:extLst>
          </p:cNvPr>
          <p:cNvSpPr>
            <a:spLocks xmlns:a="http://schemas.openxmlformats.org/drawingml/2006/main" noGrp="1"/>
          </p:cNvSpPr>
          <p:nvPr/>
        </p:nvSpPr>
        <p:spPr>
          <a:xfrm xmlns:a="http://schemas.openxmlformats.org/drawingml/2006/main">
            <a:off x="1208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14</a:t>
            </a:r>
          </a:p>
        </p:txBody>
      </p:sp>
      <p:sp>
        <p:nvSpPr>
          <p:cNvPr id="55" name="sues200_uav_300m_to_satellite/sues200_uav_300m_to_satellite/seed-1/population/bin-3/full">
            <a:extLst xmlns:a="http://schemas.openxmlformats.org/drawingml/2006/main">
              <a:ext uri="{FF2B5EF4-FFF2-40B4-BE49-F238E27FC236}">
                <a16:creationId xmlns:a16="http://schemas.microsoft.com/office/drawing/2014/main" id="{BCB9F35F-9883-448E-9E90-AB5BDB00E3C5}"/>
              </a:ext>
            </a:extLst>
          </p:cNvPr>
          <p:cNvSpPr>
            <a:spLocks xmlns:a="http://schemas.openxmlformats.org/drawingml/2006/main" noGrp="1"/>
          </p:cNvSpPr>
          <p:nvPr/>
        </p:nvSpPr>
        <p:spPr>
          <a:xfrm xmlns:a="http://schemas.openxmlformats.org/drawingml/2006/main">
            <a:off x="18438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10</a:t>
            </a:r>
          </a:p>
        </p:txBody>
      </p:sp>
      <p:sp>
        <p:nvSpPr>
          <p:cNvPr id="56" name="sues200_uav_300m_to_satellite/sues200_uav_300m_to_satellite/seed-1/population/bin-4/label">
            <a:extLst xmlns:a="http://schemas.openxmlformats.org/drawingml/2006/main">
              <a:ext uri="{FF2B5EF4-FFF2-40B4-BE49-F238E27FC236}">
                <a16:creationId xmlns:a16="http://schemas.microsoft.com/office/drawing/2014/main" id="{FF8FAC90-E502-4DF3-874E-825613A9C02A}"/>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7" name="sues200_uav_300m_to_satellite/sues200_uav_300m_to_satellite/seed-1/population/bin-4/visual">
            <a:extLst xmlns:a="http://schemas.openxmlformats.org/drawingml/2006/main">
              <a:ext uri="{FF2B5EF4-FFF2-40B4-BE49-F238E27FC236}">
                <a16:creationId xmlns:a16="http://schemas.microsoft.com/office/drawing/2014/main" id="{5CDD3795-A3DF-4FC1-8B84-51FA9BF9B8A0}"/>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uav_300m_to_satellite/sues200_uav_300m_to_satellite/seed-1/population/bin-4/full">
            <a:extLst xmlns:a="http://schemas.openxmlformats.org/drawingml/2006/main">
              <a:ext uri="{FF2B5EF4-FFF2-40B4-BE49-F238E27FC236}">
                <a16:creationId xmlns:a16="http://schemas.microsoft.com/office/drawing/2014/main" id="{F18E7BFA-75DD-4B4D-ADD1-D301ADA223ED}"/>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9" name="sues200_uav_300m_to_satellite/sues200_uav_300m_to_satellite/seed-1/population/bin-5/label">
            <a:extLst xmlns:a="http://schemas.openxmlformats.org/drawingml/2006/main">
              <a:ext uri="{FF2B5EF4-FFF2-40B4-BE49-F238E27FC236}">
                <a16:creationId xmlns:a16="http://schemas.microsoft.com/office/drawing/2014/main" id="{9B9A8CD1-E82B-49B4-A347-D8D2993BBD03}"/>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60" name="sues200_uav_300m_to_satellite/sues200_uav_300m_to_satellite/seed-1/population/bin-5/visual">
            <a:extLst xmlns:a="http://schemas.openxmlformats.org/drawingml/2006/main">
              <a:ext uri="{FF2B5EF4-FFF2-40B4-BE49-F238E27FC236}">
                <a16:creationId xmlns:a16="http://schemas.microsoft.com/office/drawing/2014/main" id="{D9ED2C66-2251-4B73-8E3F-2BB1D59A0EC3}"/>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uav_300m_to_satellite/sues200_uav_300m_to_satellite/seed-1/population/bin-5/full">
            <a:extLst xmlns:a="http://schemas.openxmlformats.org/drawingml/2006/main">
              <a:ext uri="{FF2B5EF4-FFF2-40B4-BE49-F238E27FC236}">
                <a16:creationId xmlns:a16="http://schemas.microsoft.com/office/drawing/2014/main" id="{4A66D14A-D1FD-46A1-B752-8F48687F20E6}"/>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2" name="sues200_uav_300m_to_satellite/sues200_uav_300m_to_satellite/seed-1/population/bin-6/label">
            <a:extLst xmlns:a="http://schemas.openxmlformats.org/drawingml/2006/main">
              <a:ext uri="{FF2B5EF4-FFF2-40B4-BE49-F238E27FC236}">
                <a16:creationId xmlns:a16="http://schemas.microsoft.com/office/drawing/2014/main" id="{63E45CCB-8610-47AB-ACDB-971B1CF14E34}"/>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63" name="sues200_uav_300m_to_satellite/sues200_uav_300m_to_satellite/seed-1/population/bin-6/visual">
            <a:extLst xmlns:a="http://schemas.openxmlformats.org/drawingml/2006/main">
              <a:ext uri="{FF2B5EF4-FFF2-40B4-BE49-F238E27FC236}">
                <a16:creationId xmlns:a16="http://schemas.microsoft.com/office/drawing/2014/main" id="{55204E49-36F7-4498-A634-1D34F5F69317}"/>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uav_300m_to_satellite/sues200_uav_300m_to_satellite/seed-1/population/bin-6/full">
            <a:extLst xmlns:a="http://schemas.openxmlformats.org/drawingml/2006/main">
              <a:ext uri="{FF2B5EF4-FFF2-40B4-BE49-F238E27FC236}">
                <a16:creationId xmlns:a16="http://schemas.microsoft.com/office/drawing/2014/main" id="{7DA2BC56-3425-4D78-AB46-126658806A65}"/>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5" name="sues200_uav_300m_to_satellite/sues200_uav_300m_to_satellite/seed-1/population/bin-7/label">
            <a:extLst xmlns:a="http://schemas.openxmlformats.org/drawingml/2006/main">
              <a:ext uri="{FF2B5EF4-FFF2-40B4-BE49-F238E27FC236}">
                <a16:creationId xmlns:a16="http://schemas.microsoft.com/office/drawing/2014/main" id="{2D3E8B57-79FE-4A1E-AD1E-443EE8210231}"/>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6" name="sues200_uav_300m_to_satellite/sues200_uav_300m_to_satellite/seed-1/population/bin-7/visual">
            <a:extLst xmlns:a="http://schemas.openxmlformats.org/drawingml/2006/main">
              <a:ext uri="{FF2B5EF4-FFF2-40B4-BE49-F238E27FC236}">
                <a16:creationId xmlns:a16="http://schemas.microsoft.com/office/drawing/2014/main" id="{7449CF27-A3C2-40C5-8E76-AC36CBD04CB1}"/>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uav_300m_to_satellite/sues200_uav_300m_to_satellite/seed-1/population/bin-7/full">
            <a:extLst xmlns:a="http://schemas.openxmlformats.org/drawingml/2006/main">
              <a:ext uri="{FF2B5EF4-FFF2-40B4-BE49-F238E27FC236}">
                <a16:creationId xmlns:a16="http://schemas.microsoft.com/office/drawing/2014/main" id="{EA09B82C-3D01-4E11-8570-CDF393CC2324}"/>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8" name="sues200_uav_300m_to_satellite/sues200_uav_300m_to_satellite/seed-1/population/bin-8/label">
            <a:extLst xmlns:a="http://schemas.openxmlformats.org/drawingml/2006/main">
              <a:ext uri="{FF2B5EF4-FFF2-40B4-BE49-F238E27FC236}">
                <a16:creationId xmlns:a16="http://schemas.microsoft.com/office/drawing/2014/main" id="{B3DB984E-87AE-45CC-AF12-764830176C91}"/>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9" name="sues200_uav_300m_to_satellite/sues200_uav_300m_to_satellite/seed-1/population/bin-8/visual">
            <a:extLst xmlns:a="http://schemas.openxmlformats.org/drawingml/2006/main">
              <a:ext uri="{FF2B5EF4-FFF2-40B4-BE49-F238E27FC236}">
                <a16:creationId xmlns:a16="http://schemas.microsoft.com/office/drawing/2014/main" id="{7E3706B5-33DC-4EC6-BE48-3A5ED0F1D65D}"/>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uav_300m_to_satellite/sues200_uav_300m_to_satellite/seed-1/population/bin-8/full">
            <a:extLst xmlns:a="http://schemas.openxmlformats.org/drawingml/2006/main">
              <a:ext uri="{FF2B5EF4-FFF2-40B4-BE49-F238E27FC236}">
                <a16:creationId xmlns:a16="http://schemas.microsoft.com/office/drawing/2014/main" id="{25E9B826-D00A-4BFC-BD0F-80E6D197016B}"/>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1" name="sues200_uav_300m_to_satellite/sues200_uav_300m_to_satellite/seed-1/population/bin-9/label">
            <a:extLst xmlns:a="http://schemas.openxmlformats.org/drawingml/2006/main">
              <a:ext uri="{FF2B5EF4-FFF2-40B4-BE49-F238E27FC236}">
                <a16:creationId xmlns:a16="http://schemas.microsoft.com/office/drawing/2014/main" id="{269F54EE-61D6-4EFD-AB9B-58E13BBD062E}"/>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72" name="sues200_uav_300m_to_satellite/sues200_uav_300m_to_satellite/seed-1/population/bin-9/visual">
            <a:extLst xmlns:a="http://schemas.openxmlformats.org/drawingml/2006/main">
              <a:ext uri="{FF2B5EF4-FFF2-40B4-BE49-F238E27FC236}">
                <a16:creationId xmlns:a16="http://schemas.microsoft.com/office/drawing/2014/main" id="{952F88D9-D5BB-4201-9301-037CD65B7946}"/>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uav_300m_to_satellite/sues200_uav_300m_to_satellite/seed-1/population/bin-9/full">
            <a:extLst xmlns:a="http://schemas.openxmlformats.org/drawingml/2006/main">
              <a:ext uri="{FF2B5EF4-FFF2-40B4-BE49-F238E27FC236}">
                <a16:creationId xmlns:a16="http://schemas.microsoft.com/office/drawing/2014/main" id="{D84B6414-07F8-48B9-BE52-299D32E3D868}"/>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4" name="sues200_uav_300m_to_satellite/sues200_uav_300m_to_satellite/seed-1/population/bin-10/label">
            <a:extLst xmlns:a="http://schemas.openxmlformats.org/drawingml/2006/main">
              <a:ext uri="{FF2B5EF4-FFF2-40B4-BE49-F238E27FC236}">
                <a16:creationId xmlns:a16="http://schemas.microsoft.com/office/drawing/2014/main" id="{AC7F6F19-3FD1-4D6C-8FCE-C9DE5E2888A7}"/>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5" name="sues200_uav_300m_to_satellite/sues200_uav_300m_to_satellite/seed-1/population/bin-10/visual">
            <a:extLst xmlns:a="http://schemas.openxmlformats.org/drawingml/2006/main">
              <a:ext uri="{FF2B5EF4-FFF2-40B4-BE49-F238E27FC236}">
                <a16:creationId xmlns:a16="http://schemas.microsoft.com/office/drawing/2014/main" id="{2C17F188-E133-4378-82EB-91E6D9AF56C0}"/>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uav_300m_to_satellite/sues200_uav_300m_to_satellite/seed-1/population/bin-10/full">
            <a:extLst xmlns:a="http://schemas.openxmlformats.org/drawingml/2006/main">
              <a:ext uri="{FF2B5EF4-FFF2-40B4-BE49-F238E27FC236}">
                <a16:creationId xmlns:a16="http://schemas.microsoft.com/office/drawing/2014/main" id="{55323BB4-E239-4B82-98EB-3FCE52598D55}"/>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7" name="sues200_uav_300m_to_satellite/sues200_uav_300m_to_satellite/seed-1/population/bin-11/label">
            <a:extLst xmlns:a="http://schemas.openxmlformats.org/drawingml/2006/main">
              <a:ext uri="{FF2B5EF4-FFF2-40B4-BE49-F238E27FC236}">
                <a16:creationId xmlns:a16="http://schemas.microsoft.com/office/drawing/2014/main" id="{F3393FF3-FEBE-45E0-A2B7-750460434885}"/>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8" name="sues200_uav_300m_to_satellite/sues200_uav_300m_to_satellite/seed-1/population/bin-11/visual">
            <a:extLst xmlns:a="http://schemas.openxmlformats.org/drawingml/2006/main">
              <a:ext uri="{FF2B5EF4-FFF2-40B4-BE49-F238E27FC236}">
                <a16:creationId xmlns:a16="http://schemas.microsoft.com/office/drawing/2014/main" id="{61B2638B-1321-4851-971E-C67D1A24676A}"/>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uav_300m_to_satellite/sues200_uav_300m_to_satellite/seed-1/population/bin-11/full">
            <a:extLst xmlns:a="http://schemas.openxmlformats.org/drawingml/2006/main">
              <a:ext uri="{FF2B5EF4-FFF2-40B4-BE49-F238E27FC236}">
                <a16:creationId xmlns:a16="http://schemas.microsoft.com/office/drawing/2014/main" id="{7A6360A1-2A20-4E8A-9906-77B5A6592874}"/>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0" name="sues200_uav_300m_to_satellite/sues200_uav_300m_to_satellite/seed-1/population/bin-12/label">
            <a:extLst xmlns:a="http://schemas.openxmlformats.org/drawingml/2006/main">
              <a:ext uri="{FF2B5EF4-FFF2-40B4-BE49-F238E27FC236}">
                <a16:creationId xmlns:a16="http://schemas.microsoft.com/office/drawing/2014/main" id="{AE267155-3F15-4553-BD51-F77CC606BF83}"/>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81" name="sues200_uav_300m_to_satellite/sues200_uav_300m_to_satellite/seed-1/population/bin-12/visual">
            <a:extLst xmlns:a="http://schemas.openxmlformats.org/drawingml/2006/main">
              <a:ext uri="{FF2B5EF4-FFF2-40B4-BE49-F238E27FC236}">
                <a16:creationId xmlns:a16="http://schemas.microsoft.com/office/drawing/2014/main" id="{5D50CF08-9FE7-48C0-81D5-53624762151A}"/>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uav_300m_to_satellite/sues200_uav_300m_to_satellite/seed-1/population/bin-12/full">
            <a:extLst xmlns:a="http://schemas.openxmlformats.org/drawingml/2006/main">
              <a:ext uri="{FF2B5EF4-FFF2-40B4-BE49-F238E27FC236}">
                <a16:creationId xmlns:a16="http://schemas.microsoft.com/office/drawing/2014/main" id="{095F4B12-BA5F-444A-AED6-CF5A05C84ABE}"/>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3" name="sues200_uav_300m_to_satellite/sues200_uav_300m_to_satellite/seed-1/population/bin-13/label">
            <a:extLst xmlns:a="http://schemas.openxmlformats.org/drawingml/2006/main">
              <a:ext uri="{FF2B5EF4-FFF2-40B4-BE49-F238E27FC236}">
                <a16:creationId xmlns:a16="http://schemas.microsoft.com/office/drawing/2014/main" id="{CF05C797-26F3-47BA-8A7D-A6E8FB2E222A}"/>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4" name="sues200_uav_300m_to_satellite/sues200_uav_300m_to_satellite/seed-1/population/bin-13/visual">
            <a:extLst xmlns:a="http://schemas.openxmlformats.org/drawingml/2006/main">
              <a:ext uri="{FF2B5EF4-FFF2-40B4-BE49-F238E27FC236}">
                <a16:creationId xmlns:a16="http://schemas.microsoft.com/office/drawing/2014/main" id="{2F7F44A7-2ECF-40D8-ACF6-115A982FBBEA}"/>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uav_300m_to_satellite/sues200_uav_300m_to_satellite/seed-1/population/bin-13/full">
            <a:extLst xmlns:a="http://schemas.openxmlformats.org/drawingml/2006/main">
              <a:ext uri="{FF2B5EF4-FFF2-40B4-BE49-F238E27FC236}">
                <a16:creationId xmlns:a16="http://schemas.microsoft.com/office/drawing/2014/main" id="{40730B64-D4BB-40C6-834C-C6B65364B463}"/>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6" name="sues200_uav_300m_to_satellite/sues200_uav_300m_to_satellite/seed-1/population/bin-14/label">
            <a:extLst xmlns:a="http://schemas.openxmlformats.org/drawingml/2006/main">
              <a:ext uri="{FF2B5EF4-FFF2-40B4-BE49-F238E27FC236}">
                <a16:creationId xmlns:a16="http://schemas.microsoft.com/office/drawing/2014/main" id="{3AA8E0BC-D4B9-45A0-BB96-B4DD390C5563}"/>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7" name="sues200_uav_300m_to_satellite/sues200_uav_300m_to_satellite/seed-1/population/bin-14/visual">
            <a:extLst xmlns:a="http://schemas.openxmlformats.org/drawingml/2006/main">
              <a:ext uri="{FF2B5EF4-FFF2-40B4-BE49-F238E27FC236}">
                <a16:creationId xmlns:a16="http://schemas.microsoft.com/office/drawing/2014/main" id="{7ED3D1A6-7391-484D-A1F7-DADC633B9B78}"/>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uav_300m_to_satellite/sues200_uav_300m_to_satellite/seed-1/population/bin-14/full">
            <a:extLst xmlns:a="http://schemas.openxmlformats.org/drawingml/2006/main">
              <a:ext uri="{FF2B5EF4-FFF2-40B4-BE49-F238E27FC236}">
                <a16:creationId xmlns:a16="http://schemas.microsoft.com/office/drawing/2014/main" id="{B69D6904-1010-4718-B99C-B6D86AC8C02A}"/>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9" name="sues200_uav_300m_to_satellite/sues200_uav_300m_to_satellite/seed-1/population/bin-15/label">
            <a:extLst xmlns:a="http://schemas.openxmlformats.org/drawingml/2006/main">
              <a:ext uri="{FF2B5EF4-FFF2-40B4-BE49-F238E27FC236}">
                <a16:creationId xmlns:a16="http://schemas.microsoft.com/office/drawing/2014/main" id="{3C4F4EA7-0535-4814-8FDE-DD0989CEB206}"/>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90" name="sues200_uav_300m_to_satellite/sues200_uav_300m_to_satellite/seed-1/population/bin-15/visual">
            <a:extLst xmlns:a="http://schemas.openxmlformats.org/drawingml/2006/main">
              <a:ext uri="{FF2B5EF4-FFF2-40B4-BE49-F238E27FC236}">
                <a16:creationId xmlns:a16="http://schemas.microsoft.com/office/drawing/2014/main" id="{A527C90D-D426-4DE9-87AF-9BC00A136DB6}"/>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1" name="sues200_uav_300m_to_satellite/sues200_uav_300m_to_satellite/seed-1/population/bin-15/full">
            <a:extLst xmlns:a="http://schemas.openxmlformats.org/drawingml/2006/main">
              <a:ext uri="{FF2B5EF4-FFF2-40B4-BE49-F238E27FC236}">
                <a16:creationId xmlns:a16="http://schemas.microsoft.com/office/drawing/2014/main" id="{9FF32D0A-AAAD-4F5D-9D2F-5B0703439D9A}"/>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92" name="sues200_uav_300m_to_satellite/sues200_uav_300m_to_satellite/seed-2/seed-heading">
            <a:extLst xmlns:a="http://schemas.openxmlformats.org/drawingml/2006/main">
              <a:ext uri="{FF2B5EF4-FFF2-40B4-BE49-F238E27FC236}">
                <a16:creationId xmlns:a16="http://schemas.microsoft.com/office/drawing/2014/main" id="{18699569-0094-4F91-87BE-5797490402C1}"/>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93" name="sues200_uav_300m_to_satellite/sues200_uav_300m_to_satellite/seed-2/y-grid-0">
            <a:extLst xmlns:a="http://schemas.openxmlformats.org/drawingml/2006/main">
              <a:ext uri="{FF2B5EF4-FFF2-40B4-BE49-F238E27FC236}">
                <a16:creationId xmlns:a16="http://schemas.microsoft.com/office/drawing/2014/main" id="{2EE0B467-EAFB-4E1E-9F99-F12F368A8F25}"/>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uav_300m_to_satellite/sues200_uav_300m_to_satellite/seed-2/y-label-0">
            <a:extLst xmlns:a="http://schemas.openxmlformats.org/drawingml/2006/main">
              <a:ext uri="{FF2B5EF4-FFF2-40B4-BE49-F238E27FC236}">
                <a16:creationId xmlns:a16="http://schemas.microsoft.com/office/drawing/2014/main" id="{EE80C1BD-407F-44D8-9AE8-E63986A931C9}"/>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5" name="sues200_uav_300m_to_satellite/sues200_uav_300m_to_satellite/seed-2/x-tick-0">
            <a:extLst xmlns:a="http://schemas.openxmlformats.org/drawingml/2006/main">
              <a:ext uri="{FF2B5EF4-FFF2-40B4-BE49-F238E27FC236}">
                <a16:creationId xmlns:a16="http://schemas.microsoft.com/office/drawing/2014/main" id="{497EC7A6-4D6D-4B11-9155-C7327B963A34}"/>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uav_300m_to_satellite/sues200_uav_300m_to_satellite/seed-2/x-label-0">
            <a:extLst xmlns:a="http://schemas.openxmlformats.org/drawingml/2006/main">
              <a:ext uri="{FF2B5EF4-FFF2-40B4-BE49-F238E27FC236}">
                <a16:creationId xmlns:a16="http://schemas.microsoft.com/office/drawing/2014/main" id="{5F839607-7078-4D03-A4AC-BA0F478686CF}"/>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7" name="sues200_uav_300m_to_satellite/sues200_uav_300m_to_satellite/seed-2/y-grid-0.25">
            <a:extLst xmlns:a="http://schemas.openxmlformats.org/drawingml/2006/main">
              <a:ext uri="{FF2B5EF4-FFF2-40B4-BE49-F238E27FC236}">
                <a16:creationId xmlns:a16="http://schemas.microsoft.com/office/drawing/2014/main" id="{C832D97E-4D8D-4AA4-8A1D-698FB904D7BF}"/>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uav_300m_to_satellite/sues200_uav_300m_to_satellite/seed-2/y-label-0.25">
            <a:extLst xmlns:a="http://schemas.openxmlformats.org/drawingml/2006/main">
              <a:ext uri="{FF2B5EF4-FFF2-40B4-BE49-F238E27FC236}">
                <a16:creationId xmlns:a16="http://schemas.microsoft.com/office/drawing/2014/main" id="{57590ACD-655F-4E17-BD52-3255EC18CFC3}"/>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9" name="sues200_uav_300m_to_satellite/sues200_uav_300m_to_satellite/seed-2/x-tick-0.25">
            <a:extLst xmlns:a="http://schemas.openxmlformats.org/drawingml/2006/main">
              <a:ext uri="{FF2B5EF4-FFF2-40B4-BE49-F238E27FC236}">
                <a16:creationId xmlns:a16="http://schemas.microsoft.com/office/drawing/2014/main" id="{3446613C-7204-4630-9FFC-5011F8EF01E2}"/>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300m_to_satellite/sues200_uav_300m_to_satellite/seed-2/x-label-0.25">
            <a:extLst xmlns:a="http://schemas.openxmlformats.org/drawingml/2006/main">
              <a:ext uri="{FF2B5EF4-FFF2-40B4-BE49-F238E27FC236}">
                <a16:creationId xmlns:a16="http://schemas.microsoft.com/office/drawing/2014/main" id="{8E5DF6F4-C32A-41B5-9A75-AD46E47E5DAD}"/>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01" name="sues200_uav_300m_to_satellite/sues200_uav_300m_to_satellite/seed-2/y-grid-0.5">
            <a:extLst xmlns:a="http://schemas.openxmlformats.org/drawingml/2006/main">
              <a:ext uri="{FF2B5EF4-FFF2-40B4-BE49-F238E27FC236}">
                <a16:creationId xmlns:a16="http://schemas.microsoft.com/office/drawing/2014/main" id="{71DED992-474A-4F9A-8EA6-8B64AA67C29C}"/>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uav_300m_to_satellite/sues200_uav_300m_to_satellite/seed-2/y-label-0.5">
            <a:extLst xmlns:a="http://schemas.openxmlformats.org/drawingml/2006/main">
              <a:ext uri="{FF2B5EF4-FFF2-40B4-BE49-F238E27FC236}">
                <a16:creationId xmlns:a16="http://schemas.microsoft.com/office/drawing/2014/main" id="{8A6D700C-81BF-4F2A-B1B9-5DB3BAD2288A}"/>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3" name="sues200_uav_300m_to_satellite/sues200_uav_300m_to_satellite/seed-2/x-tick-0.5">
            <a:extLst xmlns:a="http://schemas.openxmlformats.org/drawingml/2006/main">
              <a:ext uri="{FF2B5EF4-FFF2-40B4-BE49-F238E27FC236}">
                <a16:creationId xmlns:a16="http://schemas.microsoft.com/office/drawing/2014/main" id="{00330968-9C39-4674-BEF1-43E537A3E495}"/>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uav_300m_to_satellite/sues200_uav_300m_to_satellite/seed-2/x-label-0.5">
            <a:extLst xmlns:a="http://schemas.openxmlformats.org/drawingml/2006/main">
              <a:ext uri="{FF2B5EF4-FFF2-40B4-BE49-F238E27FC236}">
                <a16:creationId xmlns:a16="http://schemas.microsoft.com/office/drawing/2014/main" id="{9E6A7428-BC07-4C33-AE80-962318ACE1CF}"/>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5" name="sues200_uav_300m_to_satellite/sues200_uav_300m_to_satellite/seed-2/y-grid-0.75">
            <a:extLst xmlns:a="http://schemas.openxmlformats.org/drawingml/2006/main">
              <a:ext uri="{FF2B5EF4-FFF2-40B4-BE49-F238E27FC236}">
                <a16:creationId xmlns:a16="http://schemas.microsoft.com/office/drawing/2014/main" id="{A71C8F84-9143-4818-8A05-6515150E7510}"/>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uav_300m_to_satellite/sues200_uav_300m_to_satellite/seed-2/y-label-0.75">
            <a:extLst xmlns:a="http://schemas.openxmlformats.org/drawingml/2006/main">
              <a:ext uri="{FF2B5EF4-FFF2-40B4-BE49-F238E27FC236}">
                <a16:creationId xmlns:a16="http://schemas.microsoft.com/office/drawing/2014/main" id="{19B48ACB-CDC8-4966-951B-1C5FDCD29E2C}"/>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7" name="sues200_uav_300m_to_satellite/sues200_uav_300m_to_satellite/seed-2/x-tick-0.75">
            <a:extLst xmlns:a="http://schemas.openxmlformats.org/drawingml/2006/main">
              <a:ext uri="{FF2B5EF4-FFF2-40B4-BE49-F238E27FC236}">
                <a16:creationId xmlns:a16="http://schemas.microsoft.com/office/drawing/2014/main" id="{F16980E4-4407-4380-8E4D-FB501B2B3F3B}"/>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uav_300m_to_satellite/sues200_uav_300m_to_satellite/seed-2/x-label-0.75">
            <a:extLst xmlns:a="http://schemas.openxmlformats.org/drawingml/2006/main">
              <a:ext uri="{FF2B5EF4-FFF2-40B4-BE49-F238E27FC236}">
                <a16:creationId xmlns:a16="http://schemas.microsoft.com/office/drawing/2014/main" id="{BF529F47-30B4-4BBB-A801-90A664F1884D}"/>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9" name="sues200_uav_300m_to_satellite/sues200_uav_300m_to_satellite/seed-2/y-grid-1">
            <a:extLst xmlns:a="http://schemas.openxmlformats.org/drawingml/2006/main">
              <a:ext uri="{FF2B5EF4-FFF2-40B4-BE49-F238E27FC236}">
                <a16:creationId xmlns:a16="http://schemas.microsoft.com/office/drawing/2014/main" id="{FE3C322C-6E39-434F-A1E8-667D2D9BAD65}"/>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10" name="sues200_uav_300m_to_satellite/sues200_uav_300m_to_satellite/seed-2/y-label-1">
            <a:extLst xmlns:a="http://schemas.openxmlformats.org/drawingml/2006/main">
              <a:ext uri="{FF2B5EF4-FFF2-40B4-BE49-F238E27FC236}">
                <a16:creationId xmlns:a16="http://schemas.microsoft.com/office/drawing/2014/main" id="{06C3EFF5-C33C-46C6-9574-00FB0BF76C5A}"/>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1" name="sues200_uav_300m_to_satellite/sues200_uav_300m_to_satellite/seed-2/x-tick-1">
            <a:extLst xmlns:a="http://schemas.openxmlformats.org/drawingml/2006/main">
              <a:ext uri="{FF2B5EF4-FFF2-40B4-BE49-F238E27FC236}">
                <a16:creationId xmlns:a16="http://schemas.microsoft.com/office/drawing/2014/main" id="{92549F94-3D12-45CE-B799-1F248C365D43}"/>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uav_300m_to_satellite/sues200_uav_300m_to_satellite/seed-2/x-label-1">
            <a:extLst xmlns:a="http://schemas.openxmlformats.org/drawingml/2006/main">
              <a:ext uri="{FF2B5EF4-FFF2-40B4-BE49-F238E27FC236}">
                <a16:creationId xmlns:a16="http://schemas.microsoft.com/office/drawing/2014/main" id="{DFAA9863-38AE-4A36-8BE0-1CE2B8EB6BE1}"/>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13" name="sues200_uav_300m_to_satellite/sues200_uav_300m_to_satellite/seed-2/reference-equality">
            <a:extLst xmlns:a="http://schemas.openxmlformats.org/drawingml/2006/main">
              <a:ext uri="{FF2B5EF4-FFF2-40B4-BE49-F238E27FC236}">
                <a16:creationId xmlns:a16="http://schemas.microsoft.com/office/drawing/2014/main" id="{57739E01-A547-4E56-A4A6-CA0A7C6157DA}"/>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4" name="sues200_uav_300m_to_satellite/sues200_uav_300m_to_satellite/seed-2/y-axis">
            <a:extLst xmlns:a="http://schemas.openxmlformats.org/drawingml/2006/main">
              <a:ext uri="{FF2B5EF4-FFF2-40B4-BE49-F238E27FC236}">
                <a16:creationId xmlns:a16="http://schemas.microsoft.com/office/drawing/2014/main" id="{65FDFC37-0325-47E1-AF79-6FB1EEDC4B2E}"/>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5" name="sues200_uav_300m_to_satellite/sues200_uav_300m_to_satellite/seed-2/x-axis">
            <a:extLst xmlns:a="http://schemas.openxmlformats.org/drawingml/2006/main">
              <a:ext uri="{FF2B5EF4-FFF2-40B4-BE49-F238E27FC236}">
                <a16:creationId xmlns:a16="http://schemas.microsoft.com/office/drawing/2014/main" id="{924C58D4-529D-4C7A-B2BE-4D8AC5DDAAAD}"/>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6" name="sues200_uav_300m_to_satellite/sues200_uav_300m_to_satellite/seed-2/visual/bin-1/point">
            <a:extLst xmlns:a="http://schemas.openxmlformats.org/drawingml/2006/main">
              <a:ext uri="{FF2B5EF4-FFF2-40B4-BE49-F238E27FC236}">
                <a16:creationId xmlns:a16="http://schemas.microsoft.com/office/drawing/2014/main" id="{22229E01-B403-453C-BFFF-E25698FB34DC}"/>
              </a:ext>
            </a:extLst>
          </p:cNvPr>
          <p:cNvSpPr>
            <a:spLocks xmlns:a="http://schemas.openxmlformats.org/drawingml/2006/main" noGrp="1"/>
          </p:cNvSpPr>
          <p:nvPr/>
        </p:nvSpPr>
        <p:spPr>
          <a:xfrm xmlns:a="http://schemas.openxmlformats.org/drawingml/2006/main">
            <a:off x="2552766" y="200865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7" name="sues200_uav_300m_to_satellite/sues200_uav_300m_to_satellite/seed-2/visual/bin-2/point">
            <a:extLst xmlns:a="http://schemas.openxmlformats.org/drawingml/2006/main">
              <a:ext uri="{FF2B5EF4-FFF2-40B4-BE49-F238E27FC236}">
                <a16:creationId xmlns:a16="http://schemas.microsoft.com/office/drawing/2014/main" id="{C2BE5E8C-B1AF-44CD-80FB-19804F6E69B5}"/>
              </a:ext>
            </a:extLst>
          </p:cNvPr>
          <p:cNvSpPr>
            <a:spLocks xmlns:a="http://schemas.openxmlformats.org/drawingml/2006/main" noGrp="1"/>
          </p:cNvSpPr>
          <p:nvPr/>
        </p:nvSpPr>
        <p:spPr>
          <a:xfrm xmlns:a="http://schemas.openxmlformats.org/drawingml/2006/main">
            <a:off x="2649593" y="149378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8" name="sues200_uav_300m_to_satellite/sues200_uav_300m_to_satellite/seed-2/visual/bin-3/point">
            <a:extLst xmlns:a="http://schemas.openxmlformats.org/drawingml/2006/main">
              <a:ext uri="{FF2B5EF4-FFF2-40B4-BE49-F238E27FC236}">
                <a16:creationId xmlns:a16="http://schemas.microsoft.com/office/drawing/2014/main" id="{2896FAAA-C21C-4C2D-8CBD-E6509F80D562}"/>
              </a:ext>
            </a:extLst>
          </p:cNvPr>
          <p:cNvSpPr>
            <a:spLocks xmlns:a="http://schemas.openxmlformats.org/drawingml/2006/main" noGrp="1"/>
          </p:cNvSpPr>
          <p:nvPr/>
        </p:nvSpPr>
        <p:spPr>
          <a:xfrm xmlns:a="http://schemas.openxmlformats.org/drawingml/2006/main">
            <a:off x="2739355" y="164807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9" name="sues200_uav_300m_to_satellite/sues200_uav_300m_to_satellite/seed-2/visual/ECE">
            <a:extLst xmlns:a="http://schemas.openxmlformats.org/drawingml/2006/main">
              <a:ext uri="{FF2B5EF4-FFF2-40B4-BE49-F238E27FC236}">
                <a16:creationId xmlns:a16="http://schemas.microsoft.com/office/drawing/2014/main" id="{BF97FDB1-73F0-4B77-A643-9C0FE666D297}"/>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0.4567</a:t>
            </a:r>
          </a:p>
        </p:txBody>
      </p:sp>
      <p:sp>
        <p:nvSpPr>
          <p:cNvPr id="120" name="sues200_uav_300m_to_satellite/sues200_uav_300m_to_satellite/seed-2/full/bin-1/point">
            <a:extLst xmlns:a="http://schemas.openxmlformats.org/drawingml/2006/main">
              <a:ext uri="{FF2B5EF4-FFF2-40B4-BE49-F238E27FC236}">
                <a16:creationId xmlns:a16="http://schemas.microsoft.com/office/drawing/2014/main" id="{BC3E824A-0D8F-47E2-A3BE-A1689FF599C8}"/>
              </a:ext>
            </a:extLst>
          </p:cNvPr>
          <p:cNvSpPr>
            <a:spLocks xmlns:a="http://schemas.openxmlformats.org/drawingml/2006/main" noGrp="1"/>
          </p:cNvSpPr>
          <p:nvPr/>
        </p:nvSpPr>
        <p:spPr>
          <a:xfrm xmlns:a="http://schemas.openxmlformats.org/drawingml/2006/main">
            <a:off x="2557198" y="212980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1" name="sues200_uav_300m_to_satellite/sues200_uav_300m_to_satellite/seed-2/full/bin-2/point">
            <a:extLst xmlns:a="http://schemas.openxmlformats.org/drawingml/2006/main">
              <a:ext uri="{FF2B5EF4-FFF2-40B4-BE49-F238E27FC236}">
                <a16:creationId xmlns:a16="http://schemas.microsoft.com/office/drawing/2014/main" id="{01CD9D0D-A146-4FB0-A13C-2F6E3947F958}"/>
              </a:ext>
            </a:extLst>
          </p:cNvPr>
          <p:cNvSpPr>
            <a:spLocks xmlns:a="http://schemas.openxmlformats.org/drawingml/2006/main" noGrp="1"/>
          </p:cNvSpPr>
          <p:nvPr/>
        </p:nvSpPr>
        <p:spPr>
          <a:xfrm xmlns:a="http://schemas.openxmlformats.org/drawingml/2006/main">
            <a:off x="2658118" y="181476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2" name="sues200_uav_300m_to_satellite/sues200_uav_300m_to_satellite/seed-2/full/bin-3/point">
            <a:extLst xmlns:a="http://schemas.openxmlformats.org/drawingml/2006/main">
              <a:ext uri="{FF2B5EF4-FFF2-40B4-BE49-F238E27FC236}">
                <a16:creationId xmlns:a16="http://schemas.microsoft.com/office/drawing/2014/main" id="{17437FBF-88D8-400B-8F2F-C10EF9972A02}"/>
              </a:ext>
            </a:extLst>
          </p:cNvPr>
          <p:cNvSpPr>
            <a:spLocks xmlns:a="http://schemas.openxmlformats.org/drawingml/2006/main" noGrp="1"/>
          </p:cNvSpPr>
          <p:nvPr/>
        </p:nvSpPr>
        <p:spPr>
          <a:xfrm xmlns:a="http://schemas.openxmlformats.org/drawingml/2006/main">
            <a:off x="2751064" y="201718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3" name="sues200_uav_300m_to_satellite/sues200_uav_300m_to_satellite/seed-2/full/bin-4/point">
            <a:extLst xmlns:a="http://schemas.openxmlformats.org/drawingml/2006/main">
              <a:ext uri="{FF2B5EF4-FFF2-40B4-BE49-F238E27FC236}">
                <a16:creationId xmlns:a16="http://schemas.microsoft.com/office/drawing/2014/main" id="{B222DA33-6D06-4D28-A35C-4891221D9071}"/>
              </a:ext>
            </a:extLst>
          </p:cNvPr>
          <p:cNvSpPr>
            <a:spLocks xmlns:a="http://schemas.openxmlformats.org/drawingml/2006/main" noGrp="1"/>
          </p:cNvSpPr>
          <p:nvPr/>
        </p:nvSpPr>
        <p:spPr>
          <a:xfrm xmlns:a="http://schemas.openxmlformats.org/drawingml/2006/main">
            <a:off x="2846432"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24" name="sues200_uav_300m_to_satellite/sues200_uav_300m_to_satellite/seed-2/full/ECE">
            <a:extLst xmlns:a="http://schemas.openxmlformats.org/drawingml/2006/main">
              <a:ext uri="{FF2B5EF4-FFF2-40B4-BE49-F238E27FC236}">
                <a16:creationId xmlns:a16="http://schemas.microsoft.com/office/drawing/2014/main" id="{6C0437A5-42EC-4D5D-82DF-D602E2B5ABFF}"/>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0.3539</a:t>
            </a:r>
          </a:p>
        </p:txBody>
      </p:sp>
      <p:sp>
        <p:nvSpPr>
          <p:cNvPr id="125" name="sues200_uav_300m_to_satellite/sues200_uav_300m_to_satellite/seed-2/population/N">
            <a:extLst xmlns:a="http://schemas.openxmlformats.org/drawingml/2006/main">
              <a:ext uri="{FF2B5EF4-FFF2-40B4-BE49-F238E27FC236}">
                <a16:creationId xmlns:a16="http://schemas.microsoft.com/office/drawing/2014/main" id="{9FB83A29-EEA4-4A29-A4D7-C74D3C290B2E}"/>
              </a:ext>
            </a:extLst>
          </p:cNvPr>
          <p:cNvSpPr>
            <a:spLocks xmlns:a="http://schemas.openxmlformats.org/drawingml/2006/main" noGrp="1"/>
          </p:cNvSpPr>
          <p:nvPr/>
        </p:nvSpPr>
        <p:spPr>
          <a:xfrm xmlns:a="http://schemas.openxmlformats.org/drawingml/2006/main">
            <a:off x="27051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126" name="sues200_uav_300m_to_satellite/sues200_uav_300m_to_satellite/seed-2/population/header/bin">
            <a:extLst xmlns:a="http://schemas.openxmlformats.org/drawingml/2006/main">
              <a:ext uri="{FF2B5EF4-FFF2-40B4-BE49-F238E27FC236}">
                <a16:creationId xmlns:a16="http://schemas.microsoft.com/office/drawing/2014/main" id="{C8A3AE4C-0D84-4455-A3BE-16D0579C5F77}"/>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27" name="sues200_uav_300m_to_satellite/sues200_uav_300m_to_satellite/seed-2/population/header/visual">
            <a:extLst xmlns:a="http://schemas.openxmlformats.org/drawingml/2006/main">
              <a:ext uri="{FF2B5EF4-FFF2-40B4-BE49-F238E27FC236}">
                <a16:creationId xmlns:a16="http://schemas.microsoft.com/office/drawing/2014/main" id="{13FD52B9-BE1A-480C-911C-C2013EB392E8}"/>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28" name="sues200_uav_300m_to_satellite/sues200_uav_300m_to_satellite/seed-2/population/header/full">
            <a:extLst xmlns:a="http://schemas.openxmlformats.org/drawingml/2006/main">
              <a:ext uri="{FF2B5EF4-FFF2-40B4-BE49-F238E27FC236}">
                <a16:creationId xmlns:a16="http://schemas.microsoft.com/office/drawing/2014/main" id="{EB311550-634D-4A32-BD44-2C69B7DBDD80}"/>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9" name="sues200_uav_300m_to_satellite/sues200_uav_300m_to_satellite/seed-2/population/header/rule">
            <a:extLst xmlns:a="http://schemas.openxmlformats.org/drawingml/2006/main">
              <a:ext uri="{FF2B5EF4-FFF2-40B4-BE49-F238E27FC236}">
                <a16:creationId xmlns:a16="http://schemas.microsoft.com/office/drawing/2014/main" id="{25D6C643-4DEF-4B7D-8BE6-F12DA3F3E1A7}"/>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30" name="sues200_uav_300m_to_satellite/sues200_uav_300m_to_satellite/seed-2/population/bin-1/label">
            <a:extLst xmlns:a="http://schemas.openxmlformats.org/drawingml/2006/main">
              <a:ext uri="{FF2B5EF4-FFF2-40B4-BE49-F238E27FC236}">
                <a16:creationId xmlns:a16="http://schemas.microsoft.com/office/drawing/2014/main" id="{19AC5284-6CA1-4BC8-87A4-B176D807B3ED}"/>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31" name="sues200_uav_300m_to_satellite/sues200_uav_300m_to_satellite/seed-2/population/bin-1/visual">
            <a:extLst xmlns:a="http://schemas.openxmlformats.org/drawingml/2006/main">
              <a:ext uri="{FF2B5EF4-FFF2-40B4-BE49-F238E27FC236}">
                <a16:creationId xmlns:a16="http://schemas.microsoft.com/office/drawing/2014/main" id="{2485CAEA-0FE0-47DB-9D7A-D0D1D2F4B71B}"/>
              </a:ext>
            </a:extLst>
          </p:cNvPr>
          <p:cNvSpPr>
            <a:spLocks xmlns:a="http://schemas.openxmlformats.org/drawingml/2006/main" noGrp="1"/>
          </p:cNvSpPr>
          <p:nvPr/>
        </p:nvSpPr>
        <p:spPr>
          <a:xfrm xmlns:a="http://schemas.openxmlformats.org/drawingml/2006/main">
            <a:off x="3158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3320</a:t>
            </a:r>
          </a:p>
        </p:txBody>
      </p:sp>
      <p:sp>
        <p:nvSpPr>
          <p:cNvPr id="132" name="sues200_uav_300m_to_satellite/sues200_uav_300m_to_satellite/seed-2/population/bin-1/full">
            <a:extLst xmlns:a="http://schemas.openxmlformats.org/drawingml/2006/main">
              <a:ext uri="{FF2B5EF4-FFF2-40B4-BE49-F238E27FC236}">
                <a16:creationId xmlns:a16="http://schemas.microsoft.com/office/drawing/2014/main" id="{34221213-520B-450D-983C-BB62FF01E004}"/>
              </a:ext>
            </a:extLst>
          </p:cNvPr>
          <p:cNvSpPr>
            <a:spLocks xmlns:a="http://schemas.openxmlformats.org/drawingml/2006/main" noGrp="1"/>
          </p:cNvSpPr>
          <p:nvPr/>
        </p:nvSpPr>
        <p:spPr>
          <a:xfrm xmlns:a="http://schemas.openxmlformats.org/drawingml/2006/main">
            <a:off x="37939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3354</a:t>
            </a:r>
          </a:p>
        </p:txBody>
      </p:sp>
      <p:sp>
        <p:nvSpPr>
          <p:cNvPr id="133" name="sues200_uav_300m_to_satellite/sues200_uav_300m_to_satellite/seed-2/population/bin-2/label">
            <a:extLst xmlns:a="http://schemas.openxmlformats.org/drawingml/2006/main">
              <a:ext uri="{FF2B5EF4-FFF2-40B4-BE49-F238E27FC236}">
                <a16:creationId xmlns:a16="http://schemas.microsoft.com/office/drawing/2014/main" id="{023167A7-D22D-4016-B808-4F4D1B72890F}"/>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34" name="sues200_uav_300m_to_satellite/sues200_uav_300m_to_satellite/seed-2/population/bin-2/visual">
            <a:extLst xmlns:a="http://schemas.openxmlformats.org/drawingml/2006/main">
              <a:ext uri="{FF2B5EF4-FFF2-40B4-BE49-F238E27FC236}">
                <a16:creationId xmlns:a16="http://schemas.microsoft.com/office/drawing/2014/main" id="{69B8EEE3-E703-4C45-BC3B-A95E6F1421D9}"/>
              </a:ext>
            </a:extLst>
          </p:cNvPr>
          <p:cNvSpPr>
            <a:spLocks xmlns:a="http://schemas.openxmlformats.org/drawingml/2006/main" noGrp="1"/>
          </p:cNvSpPr>
          <p:nvPr/>
        </p:nvSpPr>
        <p:spPr>
          <a:xfrm xmlns:a="http://schemas.openxmlformats.org/drawingml/2006/main">
            <a:off x="3187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655</a:t>
            </a:r>
          </a:p>
        </p:txBody>
      </p:sp>
      <p:sp>
        <p:nvSpPr>
          <p:cNvPr id="135" name="sues200_uav_300m_to_satellite/sues200_uav_300m_to_satellite/seed-2/population/bin-2/full">
            <a:extLst xmlns:a="http://schemas.openxmlformats.org/drawingml/2006/main">
              <a:ext uri="{FF2B5EF4-FFF2-40B4-BE49-F238E27FC236}">
                <a16:creationId xmlns:a16="http://schemas.microsoft.com/office/drawing/2014/main" id="{D34DAD53-D559-4584-99B9-2A7C071E669B}"/>
              </a:ext>
            </a:extLst>
          </p:cNvPr>
          <p:cNvSpPr>
            <a:spLocks xmlns:a="http://schemas.openxmlformats.org/drawingml/2006/main" noGrp="1"/>
          </p:cNvSpPr>
          <p:nvPr/>
        </p:nvSpPr>
        <p:spPr>
          <a:xfrm xmlns:a="http://schemas.openxmlformats.org/drawingml/2006/main">
            <a:off x="38221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615</a:t>
            </a:r>
          </a:p>
        </p:txBody>
      </p:sp>
      <p:sp>
        <p:nvSpPr>
          <p:cNvPr id="136" name="sues200_uav_300m_to_satellite/sues200_uav_300m_to_satellite/seed-2/population/bin-3/label">
            <a:extLst xmlns:a="http://schemas.openxmlformats.org/drawingml/2006/main">
              <a:ext uri="{FF2B5EF4-FFF2-40B4-BE49-F238E27FC236}">
                <a16:creationId xmlns:a16="http://schemas.microsoft.com/office/drawing/2014/main" id="{02C0CDFB-C4E9-445F-A8D6-B0F283510B17}"/>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37" name="sues200_uav_300m_to_satellite/sues200_uav_300m_to_satellite/seed-2/population/bin-3/visual">
            <a:extLst xmlns:a="http://schemas.openxmlformats.org/drawingml/2006/main">
              <a:ext uri="{FF2B5EF4-FFF2-40B4-BE49-F238E27FC236}">
                <a16:creationId xmlns:a16="http://schemas.microsoft.com/office/drawing/2014/main" id="{E8A63E08-B361-429A-80D3-898D17C78DEF}"/>
              </a:ext>
            </a:extLst>
          </p:cNvPr>
          <p:cNvSpPr>
            <a:spLocks xmlns:a="http://schemas.openxmlformats.org/drawingml/2006/main" noGrp="1"/>
          </p:cNvSpPr>
          <p:nvPr/>
        </p:nvSpPr>
        <p:spPr>
          <a:xfrm xmlns:a="http://schemas.openxmlformats.org/drawingml/2006/main">
            <a:off x="3215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a:t>
            </a:r>
          </a:p>
        </p:txBody>
      </p:sp>
      <p:sp>
        <p:nvSpPr>
          <p:cNvPr id="138" name="sues200_uav_300m_to_satellite/sues200_uav_300m_to_satellite/seed-2/population/bin-3/full">
            <a:extLst xmlns:a="http://schemas.openxmlformats.org/drawingml/2006/main">
              <a:ext uri="{FF2B5EF4-FFF2-40B4-BE49-F238E27FC236}">
                <a16:creationId xmlns:a16="http://schemas.microsoft.com/office/drawing/2014/main" id="{DE9F1E2E-AD3E-45C9-BC2F-9168511DE6FB}"/>
              </a:ext>
            </a:extLst>
          </p:cNvPr>
          <p:cNvSpPr>
            <a:spLocks xmlns:a="http://schemas.openxmlformats.org/drawingml/2006/main" noGrp="1"/>
          </p:cNvSpPr>
          <p:nvPr/>
        </p:nvSpPr>
        <p:spPr>
          <a:xfrm xmlns:a="http://schemas.openxmlformats.org/drawingml/2006/main">
            <a:off x="38504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a:t>
            </a:r>
          </a:p>
        </p:txBody>
      </p:sp>
      <p:sp>
        <p:nvSpPr>
          <p:cNvPr id="139" name="sues200_uav_300m_to_satellite/sues200_uav_300m_to_satellite/seed-2/population/bin-4/label">
            <a:extLst xmlns:a="http://schemas.openxmlformats.org/drawingml/2006/main">
              <a:ext uri="{FF2B5EF4-FFF2-40B4-BE49-F238E27FC236}">
                <a16:creationId xmlns:a16="http://schemas.microsoft.com/office/drawing/2014/main" id="{0BB63588-BE55-4090-A15A-C0989B9AB6DD}"/>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40" name="sues200_uav_300m_to_satellite/sues200_uav_300m_to_satellite/seed-2/population/bin-4/visual">
            <a:extLst xmlns:a="http://schemas.openxmlformats.org/drawingml/2006/main">
              <a:ext uri="{FF2B5EF4-FFF2-40B4-BE49-F238E27FC236}">
                <a16:creationId xmlns:a16="http://schemas.microsoft.com/office/drawing/2014/main" id="{AEABE11D-11D8-4741-8D4C-3F3B02F860E1}"/>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uav_300m_to_satellite/sues200_uav_300m_to_satellite/seed-2/population/bin-4/full">
            <a:extLst xmlns:a="http://schemas.openxmlformats.org/drawingml/2006/main">
              <a:ext uri="{FF2B5EF4-FFF2-40B4-BE49-F238E27FC236}">
                <a16:creationId xmlns:a16="http://schemas.microsoft.com/office/drawing/2014/main" id="{284B289D-F0B8-451D-BC07-2D63448704DD}"/>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a:t>
            </a:r>
          </a:p>
        </p:txBody>
      </p:sp>
      <p:sp>
        <p:nvSpPr>
          <p:cNvPr id="142" name="sues200_uav_300m_to_satellite/sues200_uav_300m_to_satellite/seed-2/population/bin-5/label">
            <a:extLst xmlns:a="http://schemas.openxmlformats.org/drawingml/2006/main">
              <a:ext uri="{FF2B5EF4-FFF2-40B4-BE49-F238E27FC236}">
                <a16:creationId xmlns:a16="http://schemas.microsoft.com/office/drawing/2014/main" id="{5622CF47-B727-45FA-8879-36D3597F299D}"/>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43" name="sues200_uav_300m_to_satellite/sues200_uav_300m_to_satellite/seed-2/population/bin-5/visual">
            <a:extLst xmlns:a="http://schemas.openxmlformats.org/drawingml/2006/main">
              <a:ext uri="{FF2B5EF4-FFF2-40B4-BE49-F238E27FC236}">
                <a16:creationId xmlns:a16="http://schemas.microsoft.com/office/drawing/2014/main" id="{1B086CF9-09DF-43AD-9D4A-BC46186DA22C}"/>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uav_300m_to_satellite/sues200_uav_300m_to_satellite/seed-2/population/bin-5/full">
            <a:extLst xmlns:a="http://schemas.openxmlformats.org/drawingml/2006/main">
              <a:ext uri="{FF2B5EF4-FFF2-40B4-BE49-F238E27FC236}">
                <a16:creationId xmlns:a16="http://schemas.microsoft.com/office/drawing/2014/main" id="{B2C93C12-9DA2-4D59-9B17-7AFEC36C5873}"/>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uav_300m_to_satellite/sues200_uav_300m_to_satellite/seed-2/population/bin-6/label">
            <a:extLst xmlns:a="http://schemas.openxmlformats.org/drawingml/2006/main">
              <a:ext uri="{FF2B5EF4-FFF2-40B4-BE49-F238E27FC236}">
                <a16:creationId xmlns:a16="http://schemas.microsoft.com/office/drawing/2014/main" id="{925E8469-7241-4C1B-A454-C681D1C39F5F}"/>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46" name="sues200_uav_300m_to_satellite/sues200_uav_300m_to_satellite/seed-2/population/bin-6/visual">
            <a:extLst xmlns:a="http://schemas.openxmlformats.org/drawingml/2006/main">
              <a:ext uri="{FF2B5EF4-FFF2-40B4-BE49-F238E27FC236}">
                <a16:creationId xmlns:a16="http://schemas.microsoft.com/office/drawing/2014/main" id="{ECF2AC24-324C-4BF4-A2A0-884AA38859AA}"/>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uav_300m_to_satellite/sues200_uav_300m_to_satellite/seed-2/population/bin-6/full">
            <a:extLst xmlns:a="http://schemas.openxmlformats.org/drawingml/2006/main">
              <a:ext uri="{FF2B5EF4-FFF2-40B4-BE49-F238E27FC236}">
                <a16:creationId xmlns:a16="http://schemas.microsoft.com/office/drawing/2014/main" id="{E9FEE07E-9E27-492D-B223-2E3CA0701068}"/>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uav_300m_to_satellite/sues200_uav_300m_to_satellite/seed-2/population/bin-7/label">
            <a:extLst xmlns:a="http://schemas.openxmlformats.org/drawingml/2006/main">
              <a:ext uri="{FF2B5EF4-FFF2-40B4-BE49-F238E27FC236}">
                <a16:creationId xmlns:a16="http://schemas.microsoft.com/office/drawing/2014/main" id="{1F2B4BE0-F92E-4A9B-91E8-58B4CEED98EF}"/>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9" name="sues200_uav_300m_to_satellite/sues200_uav_300m_to_satellite/seed-2/population/bin-7/visual">
            <a:extLst xmlns:a="http://schemas.openxmlformats.org/drawingml/2006/main">
              <a:ext uri="{FF2B5EF4-FFF2-40B4-BE49-F238E27FC236}">
                <a16:creationId xmlns:a16="http://schemas.microsoft.com/office/drawing/2014/main" id="{B93F5CC1-4924-4A85-9CAA-808C0B9BBFB8}"/>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uav_300m_to_satellite/sues200_uav_300m_to_satellite/seed-2/population/bin-7/full">
            <a:extLst xmlns:a="http://schemas.openxmlformats.org/drawingml/2006/main">
              <a:ext uri="{FF2B5EF4-FFF2-40B4-BE49-F238E27FC236}">
                <a16:creationId xmlns:a16="http://schemas.microsoft.com/office/drawing/2014/main" id="{2F2F6ACC-7C4D-4EF3-AF5A-09D8FD4B0826}"/>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uav_300m_to_satellite/sues200_uav_300m_to_satellite/seed-2/population/bin-8/label">
            <a:extLst xmlns:a="http://schemas.openxmlformats.org/drawingml/2006/main">
              <a:ext uri="{FF2B5EF4-FFF2-40B4-BE49-F238E27FC236}">
                <a16:creationId xmlns:a16="http://schemas.microsoft.com/office/drawing/2014/main" id="{BFEB0061-3247-4F71-BD76-D661E2B3FA1C}"/>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52" name="sues200_uav_300m_to_satellite/sues200_uav_300m_to_satellite/seed-2/population/bin-8/visual">
            <a:extLst xmlns:a="http://schemas.openxmlformats.org/drawingml/2006/main">
              <a:ext uri="{FF2B5EF4-FFF2-40B4-BE49-F238E27FC236}">
                <a16:creationId xmlns:a16="http://schemas.microsoft.com/office/drawing/2014/main" id="{09ABB040-F25A-423F-8FAD-870CD476520D}"/>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uav_300m_to_satellite/sues200_uav_300m_to_satellite/seed-2/population/bin-8/full">
            <a:extLst xmlns:a="http://schemas.openxmlformats.org/drawingml/2006/main">
              <a:ext uri="{FF2B5EF4-FFF2-40B4-BE49-F238E27FC236}">
                <a16:creationId xmlns:a16="http://schemas.microsoft.com/office/drawing/2014/main" id="{64EEF119-BEC0-4813-A77E-B1A5FE2C006A}"/>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uav_300m_to_satellite/sues200_uav_300m_to_satellite/seed-2/population/bin-9/label">
            <a:extLst xmlns:a="http://schemas.openxmlformats.org/drawingml/2006/main">
              <a:ext uri="{FF2B5EF4-FFF2-40B4-BE49-F238E27FC236}">
                <a16:creationId xmlns:a16="http://schemas.microsoft.com/office/drawing/2014/main" id="{46CE1D69-39ED-42FB-B461-F75AEB7C5EBA}"/>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55" name="sues200_uav_300m_to_satellite/sues200_uav_300m_to_satellite/seed-2/population/bin-9/visual">
            <a:extLst xmlns:a="http://schemas.openxmlformats.org/drawingml/2006/main">
              <a:ext uri="{FF2B5EF4-FFF2-40B4-BE49-F238E27FC236}">
                <a16:creationId xmlns:a16="http://schemas.microsoft.com/office/drawing/2014/main" id="{6757D10C-7218-45DC-B56C-3F57CABE9FEA}"/>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uav_300m_to_satellite/sues200_uav_300m_to_satellite/seed-2/population/bin-9/full">
            <a:extLst xmlns:a="http://schemas.openxmlformats.org/drawingml/2006/main">
              <a:ext uri="{FF2B5EF4-FFF2-40B4-BE49-F238E27FC236}">
                <a16:creationId xmlns:a16="http://schemas.microsoft.com/office/drawing/2014/main" id="{AC42C11B-B089-4D77-A2A6-6FB3FF404511}"/>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uav_300m_to_satellite/sues200_uav_300m_to_satellite/seed-2/population/bin-10/label">
            <a:extLst xmlns:a="http://schemas.openxmlformats.org/drawingml/2006/main">
              <a:ext uri="{FF2B5EF4-FFF2-40B4-BE49-F238E27FC236}">
                <a16:creationId xmlns:a16="http://schemas.microsoft.com/office/drawing/2014/main" id="{C4A9CF5D-4EFF-48D4-AB38-29938DD79B36}"/>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58" name="sues200_uav_300m_to_satellite/sues200_uav_300m_to_satellite/seed-2/population/bin-10/visual">
            <a:extLst xmlns:a="http://schemas.openxmlformats.org/drawingml/2006/main">
              <a:ext uri="{FF2B5EF4-FFF2-40B4-BE49-F238E27FC236}">
                <a16:creationId xmlns:a16="http://schemas.microsoft.com/office/drawing/2014/main" id="{85F575EB-6139-4B72-84B2-4D99150832AB}"/>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uav_300m_to_satellite/sues200_uav_300m_to_satellite/seed-2/population/bin-10/full">
            <a:extLst xmlns:a="http://schemas.openxmlformats.org/drawingml/2006/main">
              <a:ext uri="{FF2B5EF4-FFF2-40B4-BE49-F238E27FC236}">
                <a16:creationId xmlns:a16="http://schemas.microsoft.com/office/drawing/2014/main" id="{E22383AC-4509-4859-9ABE-3B8E56AD3F6F}"/>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uav_300m_to_satellite/sues200_uav_300m_to_satellite/seed-2/population/bin-11/label">
            <a:extLst xmlns:a="http://schemas.openxmlformats.org/drawingml/2006/main">
              <a:ext uri="{FF2B5EF4-FFF2-40B4-BE49-F238E27FC236}">
                <a16:creationId xmlns:a16="http://schemas.microsoft.com/office/drawing/2014/main" id="{A2974A15-AD51-40F5-8350-4B0990416E00}"/>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61" name="sues200_uav_300m_to_satellite/sues200_uav_300m_to_satellite/seed-2/population/bin-11/visual">
            <a:extLst xmlns:a="http://schemas.openxmlformats.org/drawingml/2006/main">
              <a:ext uri="{FF2B5EF4-FFF2-40B4-BE49-F238E27FC236}">
                <a16:creationId xmlns:a16="http://schemas.microsoft.com/office/drawing/2014/main" id="{180C730D-1679-4778-B22A-41D5308C33C8}"/>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uav_300m_to_satellite/sues200_uav_300m_to_satellite/seed-2/population/bin-11/full">
            <a:extLst xmlns:a="http://schemas.openxmlformats.org/drawingml/2006/main">
              <a:ext uri="{FF2B5EF4-FFF2-40B4-BE49-F238E27FC236}">
                <a16:creationId xmlns:a16="http://schemas.microsoft.com/office/drawing/2014/main" id="{92E19D78-7BD2-4F9C-8A2A-A4DD53796342}"/>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uav_300m_to_satellite/sues200_uav_300m_to_satellite/seed-2/population/bin-12/label">
            <a:extLst xmlns:a="http://schemas.openxmlformats.org/drawingml/2006/main">
              <a:ext uri="{FF2B5EF4-FFF2-40B4-BE49-F238E27FC236}">
                <a16:creationId xmlns:a16="http://schemas.microsoft.com/office/drawing/2014/main" id="{14C6E947-B346-4DA1-A904-1EE39B8FAAD4}"/>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64" name="sues200_uav_300m_to_satellite/sues200_uav_300m_to_satellite/seed-2/population/bin-12/visual">
            <a:extLst xmlns:a="http://schemas.openxmlformats.org/drawingml/2006/main">
              <a:ext uri="{FF2B5EF4-FFF2-40B4-BE49-F238E27FC236}">
                <a16:creationId xmlns:a16="http://schemas.microsoft.com/office/drawing/2014/main" id="{E5EDF247-1E28-4434-AA8B-614BBAECC3D8}"/>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uav_300m_to_satellite/sues200_uav_300m_to_satellite/seed-2/population/bin-12/full">
            <a:extLst xmlns:a="http://schemas.openxmlformats.org/drawingml/2006/main">
              <a:ext uri="{FF2B5EF4-FFF2-40B4-BE49-F238E27FC236}">
                <a16:creationId xmlns:a16="http://schemas.microsoft.com/office/drawing/2014/main" id="{00E2ED59-71DA-4F58-86C9-813B09A6F829}"/>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uav_300m_to_satellite/sues200_uav_300m_to_satellite/seed-2/population/bin-13/label">
            <a:extLst xmlns:a="http://schemas.openxmlformats.org/drawingml/2006/main">
              <a:ext uri="{FF2B5EF4-FFF2-40B4-BE49-F238E27FC236}">
                <a16:creationId xmlns:a16="http://schemas.microsoft.com/office/drawing/2014/main" id="{5DEA999A-3DF8-492C-9CA1-DEBC278861DF}"/>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67" name="sues200_uav_300m_to_satellite/sues200_uav_300m_to_satellite/seed-2/population/bin-13/visual">
            <a:extLst xmlns:a="http://schemas.openxmlformats.org/drawingml/2006/main">
              <a:ext uri="{FF2B5EF4-FFF2-40B4-BE49-F238E27FC236}">
                <a16:creationId xmlns:a16="http://schemas.microsoft.com/office/drawing/2014/main" id="{78EE8654-BB5D-46D0-9D4B-3D3E193B1268}"/>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8" name="sues200_uav_300m_to_satellite/sues200_uav_300m_to_satellite/seed-2/population/bin-13/full">
            <a:extLst xmlns:a="http://schemas.openxmlformats.org/drawingml/2006/main">
              <a:ext uri="{FF2B5EF4-FFF2-40B4-BE49-F238E27FC236}">
                <a16:creationId xmlns:a16="http://schemas.microsoft.com/office/drawing/2014/main" id="{F6C3585D-FCDB-40AB-B175-AE78844AB722}"/>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9" name="sues200_uav_300m_to_satellite/sues200_uav_300m_to_satellite/seed-2/population/bin-14/label">
            <a:extLst xmlns:a="http://schemas.openxmlformats.org/drawingml/2006/main">
              <a:ext uri="{FF2B5EF4-FFF2-40B4-BE49-F238E27FC236}">
                <a16:creationId xmlns:a16="http://schemas.microsoft.com/office/drawing/2014/main" id="{E164D3CC-D66F-41D5-9055-1845C4B03581}"/>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70" name="sues200_uav_300m_to_satellite/sues200_uav_300m_to_satellite/seed-2/population/bin-14/visual">
            <a:extLst xmlns:a="http://schemas.openxmlformats.org/drawingml/2006/main">
              <a:ext uri="{FF2B5EF4-FFF2-40B4-BE49-F238E27FC236}">
                <a16:creationId xmlns:a16="http://schemas.microsoft.com/office/drawing/2014/main" id="{7F5966FC-14C9-4D46-9849-3C326BB29441}"/>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1" name="sues200_uav_300m_to_satellite/sues200_uav_300m_to_satellite/seed-2/population/bin-14/full">
            <a:extLst xmlns:a="http://schemas.openxmlformats.org/drawingml/2006/main">
              <a:ext uri="{FF2B5EF4-FFF2-40B4-BE49-F238E27FC236}">
                <a16:creationId xmlns:a16="http://schemas.microsoft.com/office/drawing/2014/main" id="{BFD07A42-3F23-491F-8E4D-624962EE58C2}"/>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2" name="sues200_uav_300m_to_satellite/sues200_uav_300m_to_satellite/seed-2/population/bin-15/label">
            <a:extLst xmlns:a="http://schemas.openxmlformats.org/drawingml/2006/main">
              <a:ext uri="{FF2B5EF4-FFF2-40B4-BE49-F238E27FC236}">
                <a16:creationId xmlns:a16="http://schemas.microsoft.com/office/drawing/2014/main" id="{1E117398-F01D-4F06-9CDA-26F7D9FE3C31}"/>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73" name="sues200_uav_300m_to_satellite/sues200_uav_300m_to_satellite/seed-2/population/bin-15/visual">
            <a:extLst xmlns:a="http://schemas.openxmlformats.org/drawingml/2006/main">
              <a:ext uri="{FF2B5EF4-FFF2-40B4-BE49-F238E27FC236}">
                <a16:creationId xmlns:a16="http://schemas.microsoft.com/office/drawing/2014/main" id="{1E2CAE73-11DF-4C7B-A890-E2B1C4CDFEFD}"/>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4" name="sues200_uav_300m_to_satellite/sues200_uav_300m_to_satellite/seed-2/population/bin-15/full">
            <a:extLst xmlns:a="http://schemas.openxmlformats.org/drawingml/2006/main">
              <a:ext uri="{FF2B5EF4-FFF2-40B4-BE49-F238E27FC236}">
                <a16:creationId xmlns:a16="http://schemas.microsoft.com/office/drawing/2014/main" id="{50B8FEB0-A8D9-4E9A-A212-D34BD6165106}"/>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75" name="sues200_uav_300m_to_satellite/sues200_uav_300m_to_satellite/seed-3/seed-heading">
            <a:extLst xmlns:a="http://schemas.openxmlformats.org/drawingml/2006/main">
              <a:ext uri="{FF2B5EF4-FFF2-40B4-BE49-F238E27FC236}">
                <a16:creationId xmlns:a16="http://schemas.microsoft.com/office/drawing/2014/main" id="{CF115C36-955A-4FEE-AFDC-DD3780887FDD}"/>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76" name="sues200_uav_300m_to_satellite/sues200_uav_300m_to_satellite/seed-3/y-grid-0">
            <a:extLst xmlns:a="http://schemas.openxmlformats.org/drawingml/2006/main">
              <a:ext uri="{FF2B5EF4-FFF2-40B4-BE49-F238E27FC236}">
                <a16:creationId xmlns:a16="http://schemas.microsoft.com/office/drawing/2014/main" id="{0CB0FA47-5164-49B9-BC4E-AD9ECEE2807A}"/>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7" name="sues200_uav_300m_to_satellite/sues200_uav_300m_to_satellite/seed-3/y-label-0">
            <a:extLst xmlns:a="http://schemas.openxmlformats.org/drawingml/2006/main">
              <a:ext uri="{FF2B5EF4-FFF2-40B4-BE49-F238E27FC236}">
                <a16:creationId xmlns:a16="http://schemas.microsoft.com/office/drawing/2014/main" id="{3A14B73D-95FA-48A0-A227-09F505DE6CB2}"/>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8" name="sues200_uav_300m_to_satellite/sues200_uav_300m_to_satellite/seed-3/x-tick-0">
            <a:extLst xmlns:a="http://schemas.openxmlformats.org/drawingml/2006/main">
              <a:ext uri="{FF2B5EF4-FFF2-40B4-BE49-F238E27FC236}">
                <a16:creationId xmlns:a16="http://schemas.microsoft.com/office/drawing/2014/main" id="{E13F02A7-080A-412A-AE22-548CDEE0EE60}"/>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9" name="sues200_uav_300m_to_satellite/sues200_uav_300m_to_satellite/seed-3/x-label-0">
            <a:extLst xmlns:a="http://schemas.openxmlformats.org/drawingml/2006/main">
              <a:ext uri="{FF2B5EF4-FFF2-40B4-BE49-F238E27FC236}">
                <a16:creationId xmlns:a16="http://schemas.microsoft.com/office/drawing/2014/main" id="{A812FA3A-46C1-45C4-ACE4-DBEDFD3FF723}"/>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80" name="sues200_uav_300m_to_satellite/sues200_uav_300m_to_satellite/seed-3/y-grid-0.25">
            <a:extLst xmlns:a="http://schemas.openxmlformats.org/drawingml/2006/main">
              <a:ext uri="{FF2B5EF4-FFF2-40B4-BE49-F238E27FC236}">
                <a16:creationId xmlns:a16="http://schemas.microsoft.com/office/drawing/2014/main" id="{B8C147BC-B38B-444E-A214-DD5A799C6282}"/>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1" name="sues200_uav_300m_to_satellite/sues200_uav_300m_to_satellite/seed-3/y-label-0.25">
            <a:extLst xmlns:a="http://schemas.openxmlformats.org/drawingml/2006/main">
              <a:ext uri="{FF2B5EF4-FFF2-40B4-BE49-F238E27FC236}">
                <a16:creationId xmlns:a16="http://schemas.microsoft.com/office/drawing/2014/main" id="{D16E493D-BBB3-43AB-A9B4-BC27B0123B7E}"/>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2" name="sues200_uav_300m_to_satellite/sues200_uav_300m_to_satellite/seed-3/x-tick-0.25">
            <a:extLst xmlns:a="http://schemas.openxmlformats.org/drawingml/2006/main">
              <a:ext uri="{FF2B5EF4-FFF2-40B4-BE49-F238E27FC236}">
                <a16:creationId xmlns:a16="http://schemas.microsoft.com/office/drawing/2014/main" id="{F9AFAAB7-E316-4D89-8238-66B42C3B23DD}"/>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3" name="sues200_uav_300m_to_satellite/sues200_uav_300m_to_satellite/seed-3/x-label-0.25">
            <a:extLst xmlns:a="http://schemas.openxmlformats.org/drawingml/2006/main">
              <a:ext uri="{FF2B5EF4-FFF2-40B4-BE49-F238E27FC236}">
                <a16:creationId xmlns:a16="http://schemas.microsoft.com/office/drawing/2014/main" id="{2E789880-BE98-4DB5-B5F3-9C46C5BB7B3F}"/>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84" name="sues200_uav_300m_to_satellite/sues200_uav_300m_to_satellite/seed-3/y-grid-0.5">
            <a:extLst xmlns:a="http://schemas.openxmlformats.org/drawingml/2006/main">
              <a:ext uri="{FF2B5EF4-FFF2-40B4-BE49-F238E27FC236}">
                <a16:creationId xmlns:a16="http://schemas.microsoft.com/office/drawing/2014/main" id="{27C7A98A-1A4E-4F37-9F17-B65EAA4D44B1}"/>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5" name="sues200_uav_300m_to_satellite/sues200_uav_300m_to_satellite/seed-3/y-label-0.5">
            <a:extLst xmlns:a="http://schemas.openxmlformats.org/drawingml/2006/main">
              <a:ext uri="{FF2B5EF4-FFF2-40B4-BE49-F238E27FC236}">
                <a16:creationId xmlns:a16="http://schemas.microsoft.com/office/drawing/2014/main" id="{1C473537-817C-4149-B15E-3B47CB5BCAAD}"/>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6" name="sues200_uav_300m_to_satellite/sues200_uav_300m_to_satellite/seed-3/x-tick-0.5">
            <a:extLst xmlns:a="http://schemas.openxmlformats.org/drawingml/2006/main">
              <a:ext uri="{FF2B5EF4-FFF2-40B4-BE49-F238E27FC236}">
                <a16:creationId xmlns:a16="http://schemas.microsoft.com/office/drawing/2014/main" id="{30F5A682-647B-4A68-B714-19CE1EB38297}"/>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7" name="sues200_uav_300m_to_satellite/sues200_uav_300m_to_satellite/seed-3/x-label-0.5">
            <a:extLst xmlns:a="http://schemas.openxmlformats.org/drawingml/2006/main">
              <a:ext uri="{FF2B5EF4-FFF2-40B4-BE49-F238E27FC236}">
                <a16:creationId xmlns:a16="http://schemas.microsoft.com/office/drawing/2014/main" id="{F77CCB52-0337-4A1A-86E1-4A56DFBC45A5}"/>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88" name="sues200_uav_300m_to_satellite/sues200_uav_300m_to_satellite/seed-3/y-grid-0.75">
            <a:extLst xmlns:a="http://schemas.openxmlformats.org/drawingml/2006/main">
              <a:ext uri="{FF2B5EF4-FFF2-40B4-BE49-F238E27FC236}">
                <a16:creationId xmlns:a16="http://schemas.microsoft.com/office/drawing/2014/main" id="{F11348BE-70CD-437F-BC3E-B2F51D2B854F}"/>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9" name="sues200_uav_300m_to_satellite/sues200_uav_300m_to_satellite/seed-3/y-label-0.75">
            <a:extLst xmlns:a="http://schemas.openxmlformats.org/drawingml/2006/main">
              <a:ext uri="{FF2B5EF4-FFF2-40B4-BE49-F238E27FC236}">
                <a16:creationId xmlns:a16="http://schemas.microsoft.com/office/drawing/2014/main" id="{2156EC6F-E2DD-4ACF-BE69-D25B2BDCB749}"/>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0" name="sues200_uav_300m_to_satellite/sues200_uav_300m_to_satellite/seed-3/x-tick-0.75">
            <a:extLst xmlns:a="http://schemas.openxmlformats.org/drawingml/2006/main">
              <a:ext uri="{FF2B5EF4-FFF2-40B4-BE49-F238E27FC236}">
                <a16:creationId xmlns:a16="http://schemas.microsoft.com/office/drawing/2014/main" id="{6FC5DAFF-6375-40B5-80A2-D3B019B5EB92}"/>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1" name="sues200_uav_300m_to_satellite/sues200_uav_300m_to_satellite/seed-3/x-label-0.75">
            <a:extLst xmlns:a="http://schemas.openxmlformats.org/drawingml/2006/main">
              <a:ext uri="{FF2B5EF4-FFF2-40B4-BE49-F238E27FC236}">
                <a16:creationId xmlns:a16="http://schemas.microsoft.com/office/drawing/2014/main" id="{80C16CEB-63C1-4089-9549-ABE4BD6575E3}"/>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92" name="sues200_uav_300m_to_satellite/sues200_uav_300m_to_satellite/seed-3/y-grid-1">
            <a:extLst xmlns:a="http://schemas.openxmlformats.org/drawingml/2006/main">
              <a:ext uri="{FF2B5EF4-FFF2-40B4-BE49-F238E27FC236}">
                <a16:creationId xmlns:a16="http://schemas.microsoft.com/office/drawing/2014/main" id="{B12ADF86-A371-440B-B6FD-B5624FD8D42E}"/>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93" name="sues200_uav_300m_to_satellite/sues200_uav_300m_to_satellite/seed-3/y-label-1">
            <a:extLst xmlns:a="http://schemas.openxmlformats.org/drawingml/2006/main">
              <a:ext uri="{FF2B5EF4-FFF2-40B4-BE49-F238E27FC236}">
                <a16:creationId xmlns:a16="http://schemas.microsoft.com/office/drawing/2014/main" id="{55B7CB39-0534-41C9-9DAC-7CB5274A7122}"/>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4" name="sues200_uav_300m_to_satellite/sues200_uav_300m_to_satellite/seed-3/x-tick-1">
            <a:extLst xmlns:a="http://schemas.openxmlformats.org/drawingml/2006/main">
              <a:ext uri="{FF2B5EF4-FFF2-40B4-BE49-F238E27FC236}">
                <a16:creationId xmlns:a16="http://schemas.microsoft.com/office/drawing/2014/main" id="{12A99643-791F-404D-8AB5-CC5F383C2695}"/>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5" name="sues200_uav_300m_to_satellite/sues200_uav_300m_to_satellite/seed-3/x-label-1">
            <a:extLst xmlns:a="http://schemas.openxmlformats.org/drawingml/2006/main">
              <a:ext uri="{FF2B5EF4-FFF2-40B4-BE49-F238E27FC236}">
                <a16:creationId xmlns:a16="http://schemas.microsoft.com/office/drawing/2014/main" id="{98B5DEC7-0ECC-44AD-9E59-0743896EBEAE}"/>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96" name="sues200_uav_300m_to_satellite/sues200_uav_300m_to_satellite/seed-3/reference-equality">
            <a:extLst xmlns:a="http://schemas.openxmlformats.org/drawingml/2006/main">
              <a:ext uri="{FF2B5EF4-FFF2-40B4-BE49-F238E27FC236}">
                <a16:creationId xmlns:a16="http://schemas.microsoft.com/office/drawing/2014/main" id="{BD447CC8-72EC-4323-B9B6-8F2D4B11CCCE}"/>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97" name="sues200_uav_300m_to_satellite/sues200_uav_300m_to_satellite/seed-3/y-axis">
            <a:extLst xmlns:a="http://schemas.openxmlformats.org/drawingml/2006/main">
              <a:ext uri="{FF2B5EF4-FFF2-40B4-BE49-F238E27FC236}">
                <a16:creationId xmlns:a16="http://schemas.microsoft.com/office/drawing/2014/main" id="{3EB5E70E-AB3B-4002-B77F-953035158681}"/>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8" name="sues200_uav_300m_to_satellite/sues200_uav_300m_to_satellite/seed-3/x-axis">
            <a:extLst xmlns:a="http://schemas.openxmlformats.org/drawingml/2006/main">
              <a:ext uri="{FF2B5EF4-FFF2-40B4-BE49-F238E27FC236}">
                <a16:creationId xmlns:a16="http://schemas.microsoft.com/office/drawing/2014/main" id="{9209240B-1493-4F0C-ABDC-871D86BA918E}"/>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9" name="sues200_uav_300m_to_satellite/sues200_uav_300m_to_satellite/seed-3/visual/bin-1/point">
            <a:extLst xmlns:a="http://schemas.openxmlformats.org/drawingml/2006/main">
              <a:ext uri="{FF2B5EF4-FFF2-40B4-BE49-F238E27FC236}">
                <a16:creationId xmlns:a16="http://schemas.microsoft.com/office/drawing/2014/main" id="{5783F184-ED0D-4756-806F-54CB3F780104}"/>
              </a:ext>
            </a:extLst>
          </p:cNvPr>
          <p:cNvSpPr>
            <a:spLocks xmlns:a="http://schemas.openxmlformats.org/drawingml/2006/main" noGrp="1"/>
          </p:cNvSpPr>
          <p:nvPr/>
        </p:nvSpPr>
        <p:spPr>
          <a:xfrm xmlns:a="http://schemas.openxmlformats.org/drawingml/2006/main">
            <a:off x="4557022" y="202097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0" name="sues200_uav_300m_to_satellite/sues200_uav_300m_to_satellite/seed-3/visual/bin-2/point">
            <a:extLst xmlns:a="http://schemas.openxmlformats.org/drawingml/2006/main">
              <a:ext uri="{FF2B5EF4-FFF2-40B4-BE49-F238E27FC236}">
                <a16:creationId xmlns:a16="http://schemas.microsoft.com/office/drawing/2014/main" id="{9A841343-F370-4D9F-89A9-55A624FC618F}"/>
              </a:ext>
            </a:extLst>
          </p:cNvPr>
          <p:cNvSpPr>
            <a:spLocks xmlns:a="http://schemas.openxmlformats.org/drawingml/2006/main" noGrp="1"/>
          </p:cNvSpPr>
          <p:nvPr/>
        </p:nvSpPr>
        <p:spPr>
          <a:xfrm xmlns:a="http://schemas.openxmlformats.org/drawingml/2006/main">
            <a:off x="4661446" y="148198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1" name="sues200_uav_300m_to_satellite/sues200_uav_300m_to_satellite/seed-3/visual/bin-3/point">
            <a:extLst xmlns:a="http://schemas.openxmlformats.org/drawingml/2006/main">
              <a:ext uri="{FF2B5EF4-FFF2-40B4-BE49-F238E27FC236}">
                <a16:creationId xmlns:a16="http://schemas.microsoft.com/office/drawing/2014/main" id="{9CE932E0-A6F9-4DA0-BD9D-1EF464F05968}"/>
              </a:ext>
            </a:extLst>
          </p:cNvPr>
          <p:cNvSpPr>
            <a:spLocks xmlns:a="http://schemas.openxmlformats.org/drawingml/2006/main" noGrp="1"/>
          </p:cNvSpPr>
          <p:nvPr/>
        </p:nvSpPr>
        <p:spPr>
          <a:xfrm xmlns:a="http://schemas.openxmlformats.org/drawingml/2006/main">
            <a:off x="4744374" y="1176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202" name="sues200_uav_300m_to_satellite/sues200_uav_300m_to_satellite/seed-3/visual/ECE">
            <a:extLst xmlns:a="http://schemas.openxmlformats.org/drawingml/2006/main">
              <a:ext uri="{FF2B5EF4-FFF2-40B4-BE49-F238E27FC236}">
                <a16:creationId xmlns:a16="http://schemas.microsoft.com/office/drawing/2014/main" id="{864580A3-1296-4598-B218-5DCCA1A24080}"/>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0.4621</a:t>
            </a:r>
          </a:p>
        </p:txBody>
      </p:sp>
      <p:sp>
        <p:nvSpPr>
          <p:cNvPr id="203" name="sues200_uav_300m_to_satellite/sues200_uav_300m_to_satellite/seed-3/full/bin-1/point">
            <a:extLst xmlns:a="http://schemas.openxmlformats.org/drawingml/2006/main">
              <a:ext uri="{FF2B5EF4-FFF2-40B4-BE49-F238E27FC236}">
                <a16:creationId xmlns:a16="http://schemas.microsoft.com/office/drawing/2014/main" id="{6A0D10C1-0DA1-4410-840E-08738A1D163F}"/>
              </a:ext>
            </a:extLst>
          </p:cNvPr>
          <p:cNvSpPr>
            <a:spLocks xmlns:a="http://schemas.openxmlformats.org/drawingml/2006/main" noGrp="1"/>
          </p:cNvSpPr>
          <p:nvPr/>
        </p:nvSpPr>
        <p:spPr>
          <a:xfrm xmlns:a="http://schemas.openxmlformats.org/drawingml/2006/main">
            <a:off x="4561370" y="220206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4" name="sues200_uav_300m_to_satellite/sues200_uav_300m_to_satellite/seed-3/full/bin-2/point">
            <a:extLst xmlns:a="http://schemas.openxmlformats.org/drawingml/2006/main">
              <a:ext uri="{FF2B5EF4-FFF2-40B4-BE49-F238E27FC236}">
                <a16:creationId xmlns:a16="http://schemas.microsoft.com/office/drawing/2014/main" id="{C451E70A-9F75-4ADC-844C-88212917BD6D}"/>
              </a:ext>
            </a:extLst>
          </p:cNvPr>
          <p:cNvSpPr>
            <a:spLocks xmlns:a="http://schemas.openxmlformats.org/drawingml/2006/main" noGrp="1"/>
          </p:cNvSpPr>
          <p:nvPr/>
        </p:nvSpPr>
        <p:spPr>
          <a:xfrm xmlns:a="http://schemas.openxmlformats.org/drawingml/2006/main">
            <a:off x="4669322" y="165502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5" name="sues200_uav_300m_to_satellite/sues200_uav_300m_to_satellite/seed-3/full/bin-3/point">
            <a:extLst xmlns:a="http://schemas.openxmlformats.org/drawingml/2006/main">
              <a:ext uri="{FF2B5EF4-FFF2-40B4-BE49-F238E27FC236}">
                <a16:creationId xmlns:a16="http://schemas.microsoft.com/office/drawing/2014/main" id="{F8DA3ADA-BFEB-426F-BA5C-6B7008CFCF9A}"/>
              </a:ext>
            </a:extLst>
          </p:cNvPr>
          <p:cNvSpPr>
            <a:spLocks xmlns:a="http://schemas.openxmlformats.org/drawingml/2006/main" noGrp="1"/>
          </p:cNvSpPr>
          <p:nvPr/>
        </p:nvSpPr>
        <p:spPr>
          <a:xfrm xmlns:a="http://schemas.openxmlformats.org/drawingml/2006/main">
            <a:off x="4764412" y="215468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6" name="sues200_uav_300m_to_satellite/sues200_uav_300m_to_satellite/seed-3/full/bin-4/point">
            <a:extLst xmlns:a="http://schemas.openxmlformats.org/drawingml/2006/main">
              <a:ext uri="{FF2B5EF4-FFF2-40B4-BE49-F238E27FC236}">
                <a16:creationId xmlns:a16="http://schemas.microsoft.com/office/drawing/2014/main" id="{16B811F0-E76A-43E0-83A9-4480CE0C78E4}"/>
              </a:ext>
            </a:extLst>
          </p:cNvPr>
          <p:cNvSpPr>
            <a:spLocks xmlns:a="http://schemas.openxmlformats.org/drawingml/2006/main" noGrp="1"/>
          </p:cNvSpPr>
          <p:nvPr/>
        </p:nvSpPr>
        <p:spPr>
          <a:xfrm xmlns:a="http://schemas.openxmlformats.org/drawingml/2006/main">
            <a:off x="4858288" y="2655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207" name="sues200_uav_300m_to_satellite/sues200_uav_300m_to_satellite/seed-3/full/ECE">
            <a:extLst xmlns:a="http://schemas.openxmlformats.org/drawingml/2006/main">
              <a:ext uri="{FF2B5EF4-FFF2-40B4-BE49-F238E27FC236}">
                <a16:creationId xmlns:a16="http://schemas.microsoft.com/office/drawing/2014/main" id="{26F8883D-4BFB-4EF1-989B-D47B224A7F65}"/>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0.3370</a:t>
            </a:r>
          </a:p>
        </p:txBody>
      </p:sp>
      <p:sp>
        <p:nvSpPr>
          <p:cNvPr id="208" name="sues200_uav_300m_to_satellite/sues200_uav_300m_to_satellite/seed-3/population/N">
            <a:extLst xmlns:a="http://schemas.openxmlformats.org/drawingml/2006/main">
              <a:ext uri="{FF2B5EF4-FFF2-40B4-BE49-F238E27FC236}">
                <a16:creationId xmlns:a16="http://schemas.microsoft.com/office/drawing/2014/main" id="{8275715B-173D-4618-A4DB-5965688DD826}"/>
              </a:ext>
            </a:extLst>
          </p:cNvPr>
          <p:cNvSpPr>
            <a:spLocks xmlns:a="http://schemas.openxmlformats.org/drawingml/2006/main" noGrp="1"/>
          </p:cNvSpPr>
          <p:nvPr/>
        </p:nvSpPr>
        <p:spPr>
          <a:xfrm xmlns:a="http://schemas.openxmlformats.org/drawingml/2006/main">
            <a:off x="4711716" y="3716528"/>
            <a:ext cx="12699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4,000; bin populations</a:t>
            </a:r>
          </a:p>
        </p:txBody>
      </p:sp>
      <p:sp>
        <p:nvSpPr>
          <p:cNvPr id="209" name="sues200_uav_300m_to_satellite/sues200_uav_300m_to_satellite/seed-3/population/header/bin">
            <a:extLst xmlns:a="http://schemas.openxmlformats.org/drawingml/2006/main">
              <a:ext uri="{FF2B5EF4-FFF2-40B4-BE49-F238E27FC236}">
                <a16:creationId xmlns:a16="http://schemas.microsoft.com/office/drawing/2014/main" id="{6A860F9E-E2F9-4283-A42A-6C2335727A9B}"/>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210" name="sues200_uav_300m_to_satellite/sues200_uav_300m_to_satellite/seed-3/population/header/visual">
            <a:extLst xmlns:a="http://schemas.openxmlformats.org/drawingml/2006/main">
              <a:ext uri="{FF2B5EF4-FFF2-40B4-BE49-F238E27FC236}">
                <a16:creationId xmlns:a16="http://schemas.microsoft.com/office/drawing/2014/main" id="{86FB541B-32BC-4F0A-8766-4E2A583A1C4C}"/>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211" name="sues200_uav_300m_to_satellite/sues200_uav_300m_to_satellite/seed-3/population/header/full">
            <a:extLst xmlns:a="http://schemas.openxmlformats.org/drawingml/2006/main">
              <a:ext uri="{FF2B5EF4-FFF2-40B4-BE49-F238E27FC236}">
                <a16:creationId xmlns:a16="http://schemas.microsoft.com/office/drawing/2014/main" id="{FCD0EE2E-2E70-4A05-8FD4-FAEDFCCB3861}"/>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212" name="sues200_uav_300m_to_satellite/sues200_uav_300m_to_satellite/seed-3/population/header/rule">
            <a:extLst xmlns:a="http://schemas.openxmlformats.org/drawingml/2006/main">
              <a:ext uri="{FF2B5EF4-FFF2-40B4-BE49-F238E27FC236}">
                <a16:creationId xmlns:a16="http://schemas.microsoft.com/office/drawing/2014/main" id="{FDFF7A01-0B51-4E2E-AC7D-6940D6794DE9}"/>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213" name="sues200_uav_300m_to_satellite/sues200_uav_300m_to_satellite/seed-3/population/bin-1/label">
            <a:extLst xmlns:a="http://schemas.openxmlformats.org/drawingml/2006/main">
              <a:ext uri="{FF2B5EF4-FFF2-40B4-BE49-F238E27FC236}">
                <a16:creationId xmlns:a16="http://schemas.microsoft.com/office/drawing/2014/main" id="{4ED9B9A2-065D-4C17-AEC8-A5B2599AC243}"/>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14" name="sues200_uav_300m_to_satellite/sues200_uav_300m_to_satellite/seed-3/population/bin-1/visual">
            <a:extLst xmlns:a="http://schemas.openxmlformats.org/drawingml/2006/main">
              <a:ext uri="{FF2B5EF4-FFF2-40B4-BE49-F238E27FC236}">
                <a16:creationId xmlns:a16="http://schemas.microsoft.com/office/drawing/2014/main" id="{DBD75517-1B7C-44B7-9C38-8D331F8CA318}"/>
              </a:ext>
            </a:extLst>
          </p:cNvPr>
          <p:cNvSpPr>
            <a:spLocks xmlns:a="http://schemas.openxmlformats.org/drawingml/2006/main" noGrp="1"/>
          </p:cNvSpPr>
          <p:nvPr/>
        </p:nvSpPr>
        <p:spPr>
          <a:xfrm xmlns:a="http://schemas.openxmlformats.org/drawingml/2006/main">
            <a:off x="5165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3207</a:t>
            </a:r>
          </a:p>
        </p:txBody>
      </p:sp>
      <p:sp>
        <p:nvSpPr>
          <p:cNvPr id="215" name="sues200_uav_300m_to_satellite/sues200_uav_300m_to_satellite/seed-3/population/bin-1/full">
            <a:extLst xmlns:a="http://schemas.openxmlformats.org/drawingml/2006/main">
              <a:ext uri="{FF2B5EF4-FFF2-40B4-BE49-F238E27FC236}">
                <a16:creationId xmlns:a16="http://schemas.microsoft.com/office/drawing/2014/main" id="{871CB099-40C0-4403-8EFF-DFDCF04DA66C}"/>
              </a:ext>
            </a:extLst>
          </p:cNvPr>
          <p:cNvSpPr>
            <a:spLocks xmlns:a="http://schemas.openxmlformats.org/drawingml/2006/main" noGrp="1"/>
          </p:cNvSpPr>
          <p:nvPr/>
        </p:nvSpPr>
        <p:spPr>
          <a:xfrm xmlns:a="http://schemas.openxmlformats.org/drawingml/2006/main">
            <a:off x="5800519" y="41356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3229</a:t>
            </a:r>
          </a:p>
        </p:txBody>
      </p:sp>
      <p:sp>
        <p:nvSpPr>
          <p:cNvPr id="216" name="sues200_uav_300m_to_satellite/sues200_uav_300m_to_satellite/seed-3/population/bin-2/label">
            <a:extLst xmlns:a="http://schemas.openxmlformats.org/drawingml/2006/main">
              <a:ext uri="{FF2B5EF4-FFF2-40B4-BE49-F238E27FC236}">
                <a16:creationId xmlns:a16="http://schemas.microsoft.com/office/drawing/2014/main" id="{E58D5E83-37C5-4587-8247-FA422082B6A3}"/>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17" name="sues200_uav_300m_to_satellite/sues200_uav_300m_to_satellite/seed-3/population/bin-2/visual">
            <a:extLst xmlns:a="http://schemas.openxmlformats.org/drawingml/2006/main">
              <a:ext uri="{FF2B5EF4-FFF2-40B4-BE49-F238E27FC236}">
                <a16:creationId xmlns:a16="http://schemas.microsoft.com/office/drawing/2014/main" id="{0B039175-1533-425A-A738-F090F5C7EC28}"/>
              </a:ext>
            </a:extLst>
          </p:cNvPr>
          <p:cNvSpPr>
            <a:spLocks xmlns:a="http://schemas.openxmlformats.org/drawingml/2006/main" noGrp="1"/>
          </p:cNvSpPr>
          <p:nvPr/>
        </p:nvSpPr>
        <p:spPr>
          <a:xfrm xmlns:a="http://schemas.openxmlformats.org/drawingml/2006/main">
            <a:off x="5193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772</a:t>
            </a:r>
          </a:p>
        </p:txBody>
      </p:sp>
      <p:sp>
        <p:nvSpPr>
          <p:cNvPr id="218" name="sues200_uav_300m_to_satellite/sues200_uav_300m_to_satellite/seed-3/population/bin-2/full">
            <a:extLst xmlns:a="http://schemas.openxmlformats.org/drawingml/2006/main">
              <a:ext uri="{FF2B5EF4-FFF2-40B4-BE49-F238E27FC236}">
                <a16:creationId xmlns:a16="http://schemas.microsoft.com/office/drawing/2014/main" id="{3E668801-7EC0-4A89-AD3D-1E51F5FC6D9D}"/>
              </a:ext>
            </a:extLst>
          </p:cNvPr>
          <p:cNvSpPr>
            <a:spLocks xmlns:a="http://schemas.openxmlformats.org/drawingml/2006/main" noGrp="1"/>
          </p:cNvSpPr>
          <p:nvPr/>
        </p:nvSpPr>
        <p:spPr>
          <a:xfrm xmlns:a="http://schemas.openxmlformats.org/drawingml/2006/main">
            <a:off x="58287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720</a:t>
            </a:r>
          </a:p>
        </p:txBody>
      </p:sp>
      <p:sp>
        <p:nvSpPr>
          <p:cNvPr id="219" name="sues200_uav_300m_to_satellite/sues200_uav_300m_to_satellite/seed-3/population/bin-3/label">
            <a:extLst xmlns:a="http://schemas.openxmlformats.org/drawingml/2006/main">
              <a:ext uri="{FF2B5EF4-FFF2-40B4-BE49-F238E27FC236}">
                <a16:creationId xmlns:a16="http://schemas.microsoft.com/office/drawing/2014/main" id="{8E4653EA-3E09-4D78-B872-3933C7C5847C}"/>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20" name="sues200_uav_300m_to_satellite/sues200_uav_300m_to_satellite/seed-3/population/bin-3/visual">
            <a:extLst xmlns:a="http://schemas.openxmlformats.org/drawingml/2006/main">
              <a:ext uri="{FF2B5EF4-FFF2-40B4-BE49-F238E27FC236}">
                <a16:creationId xmlns:a16="http://schemas.microsoft.com/office/drawing/2014/main" id="{DA38A69A-1BB4-4317-9EF3-582821464CD2}"/>
              </a:ext>
            </a:extLst>
          </p:cNvPr>
          <p:cNvSpPr>
            <a:spLocks xmlns:a="http://schemas.openxmlformats.org/drawingml/2006/main" noGrp="1"/>
          </p:cNvSpPr>
          <p:nvPr/>
        </p:nvSpPr>
        <p:spPr>
          <a:xfrm xmlns:a="http://schemas.openxmlformats.org/drawingml/2006/main">
            <a:off x="5222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21</a:t>
            </a:r>
          </a:p>
        </p:txBody>
      </p:sp>
      <p:sp>
        <p:nvSpPr>
          <p:cNvPr id="221" name="sues200_uav_300m_to_satellite/sues200_uav_300m_to_satellite/seed-3/population/bin-3/full">
            <a:extLst xmlns:a="http://schemas.openxmlformats.org/drawingml/2006/main">
              <a:ext uri="{FF2B5EF4-FFF2-40B4-BE49-F238E27FC236}">
                <a16:creationId xmlns:a16="http://schemas.microsoft.com/office/drawing/2014/main" id="{7840F7DE-23DF-4843-A7DE-8F5B83DCC6F6}"/>
              </a:ext>
            </a:extLst>
          </p:cNvPr>
          <p:cNvSpPr>
            <a:spLocks xmlns:a="http://schemas.openxmlformats.org/drawingml/2006/main" noGrp="1"/>
          </p:cNvSpPr>
          <p:nvPr/>
        </p:nvSpPr>
        <p:spPr>
          <a:xfrm xmlns:a="http://schemas.openxmlformats.org/drawingml/2006/main">
            <a:off x="5857002" y="4415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50</a:t>
            </a:r>
          </a:p>
        </p:txBody>
      </p:sp>
      <p:sp>
        <p:nvSpPr>
          <p:cNvPr id="222" name="sues200_uav_300m_to_satellite/sues200_uav_300m_to_satellite/seed-3/population/bin-4/label">
            <a:extLst xmlns:a="http://schemas.openxmlformats.org/drawingml/2006/main">
              <a:ext uri="{FF2B5EF4-FFF2-40B4-BE49-F238E27FC236}">
                <a16:creationId xmlns:a16="http://schemas.microsoft.com/office/drawing/2014/main" id="{2B44B2AE-8C42-4A18-AA3F-8ADC1FD297BC}"/>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23" name="sues200_uav_300m_to_satellite/sues200_uav_300m_to_satellite/seed-3/population/bin-4/visual">
            <a:extLst xmlns:a="http://schemas.openxmlformats.org/drawingml/2006/main">
              <a:ext uri="{FF2B5EF4-FFF2-40B4-BE49-F238E27FC236}">
                <a16:creationId xmlns:a16="http://schemas.microsoft.com/office/drawing/2014/main" id="{0694144F-7585-4586-962E-3B21B6C52EEE}"/>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4" name="sues200_uav_300m_to_satellite/sues200_uav_300m_to_satellite/seed-3/population/bin-4/full">
            <a:extLst xmlns:a="http://schemas.openxmlformats.org/drawingml/2006/main">
              <a:ext uri="{FF2B5EF4-FFF2-40B4-BE49-F238E27FC236}">
                <a16:creationId xmlns:a16="http://schemas.microsoft.com/office/drawing/2014/main" id="{C6950877-E7D6-4807-B06E-9499C076C17F}"/>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a:t>
            </a:r>
          </a:p>
        </p:txBody>
      </p:sp>
      <p:sp>
        <p:nvSpPr>
          <p:cNvPr id="225" name="sues200_uav_300m_to_satellite/sues200_uav_300m_to_satellite/seed-3/population/bin-5/label">
            <a:extLst xmlns:a="http://schemas.openxmlformats.org/drawingml/2006/main">
              <a:ext uri="{FF2B5EF4-FFF2-40B4-BE49-F238E27FC236}">
                <a16:creationId xmlns:a16="http://schemas.microsoft.com/office/drawing/2014/main" id="{6BA0F88B-E284-4014-B189-50BD4758CBD3}"/>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26" name="sues200_uav_300m_to_satellite/sues200_uav_300m_to_satellite/seed-3/population/bin-5/visual">
            <a:extLst xmlns:a="http://schemas.openxmlformats.org/drawingml/2006/main">
              <a:ext uri="{FF2B5EF4-FFF2-40B4-BE49-F238E27FC236}">
                <a16:creationId xmlns:a16="http://schemas.microsoft.com/office/drawing/2014/main" id="{BE2EE5AD-B1CB-4167-A985-E118AC3FB4CC}"/>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7" name="sues200_uav_300m_to_satellite/sues200_uav_300m_to_satellite/seed-3/population/bin-5/full">
            <a:extLst xmlns:a="http://schemas.openxmlformats.org/drawingml/2006/main">
              <a:ext uri="{FF2B5EF4-FFF2-40B4-BE49-F238E27FC236}">
                <a16:creationId xmlns:a16="http://schemas.microsoft.com/office/drawing/2014/main" id="{B6D3B578-8D0D-4FD2-B94D-C0FC83FE4F4A}"/>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uav_300m_to_satellite/sues200_uav_300m_to_satellite/seed-3/population/bin-6/label">
            <a:extLst xmlns:a="http://schemas.openxmlformats.org/drawingml/2006/main">
              <a:ext uri="{FF2B5EF4-FFF2-40B4-BE49-F238E27FC236}">
                <a16:creationId xmlns:a16="http://schemas.microsoft.com/office/drawing/2014/main" id="{53FA3482-DFCA-4CF9-B340-52C3D271A643}"/>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29" name="sues200_uav_300m_to_satellite/sues200_uav_300m_to_satellite/seed-3/population/bin-6/visual">
            <a:extLst xmlns:a="http://schemas.openxmlformats.org/drawingml/2006/main">
              <a:ext uri="{FF2B5EF4-FFF2-40B4-BE49-F238E27FC236}">
                <a16:creationId xmlns:a16="http://schemas.microsoft.com/office/drawing/2014/main" id="{03352012-8B54-47D2-B19C-4F01E06397CD}"/>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0" name="sues200_uav_300m_to_satellite/sues200_uav_300m_to_satellite/seed-3/population/bin-6/full">
            <a:extLst xmlns:a="http://schemas.openxmlformats.org/drawingml/2006/main">
              <a:ext uri="{FF2B5EF4-FFF2-40B4-BE49-F238E27FC236}">
                <a16:creationId xmlns:a16="http://schemas.microsoft.com/office/drawing/2014/main" id="{53808E24-1EC7-4A65-8D25-3C58A1703044}"/>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uav_300m_to_satellite/sues200_uav_300m_to_satellite/seed-3/population/bin-7/label">
            <a:extLst xmlns:a="http://schemas.openxmlformats.org/drawingml/2006/main">
              <a:ext uri="{FF2B5EF4-FFF2-40B4-BE49-F238E27FC236}">
                <a16:creationId xmlns:a16="http://schemas.microsoft.com/office/drawing/2014/main" id="{9D83DF1E-66BD-494A-99C9-ADCFB470CBA1}"/>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32" name="sues200_uav_300m_to_satellite/sues200_uav_300m_to_satellite/seed-3/population/bin-7/visual">
            <a:extLst xmlns:a="http://schemas.openxmlformats.org/drawingml/2006/main">
              <a:ext uri="{FF2B5EF4-FFF2-40B4-BE49-F238E27FC236}">
                <a16:creationId xmlns:a16="http://schemas.microsoft.com/office/drawing/2014/main" id="{C0E5CF76-7BDC-4F38-AD4D-C1888487D6D0}"/>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3" name="sues200_uav_300m_to_satellite/sues200_uav_300m_to_satellite/seed-3/population/bin-7/full">
            <a:extLst xmlns:a="http://schemas.openxmlformats.org/drawingml/2006/main">
              <a:ext uri="{FF2B5EF4-FFF2-40B4-BE49-F238E27FC236}">
                <a16:creationId xmlns:a16="http://schemas.microsoft.com/office/drawing/2014/main" id="{53D0FB69-D435-4981-BAD1-E28D8EEA133E}"/>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uav_300m_to_satellite/sues200_uav_300m_to_satellite/seed-3/population/bin-8/label">
            <a:extLst xmlns:a="http://schemas.openxmlformats.org/drawingml/2006/main">
              <a:ext uri="{FF2B5EF4-FFF2-40B4-BE49-F238E27FC236}">
                <a16:creationId xmlns:a16="http://schemas.microsoft.com/office/drawing/2014/main" id="{57519112-15D0-4303-95A2-AD2BE9D6BB4E}"/>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35" name="sues200_uav_300m_to_satellite/sues200_uav_300m_to_satellite/seed-3/population/bin-8/visual">
            <a:extLst xmlns:a="http://schemas.openxmlformats.org/drawingml/2006/main">
              <a:ext uri="{FF2B5EF4-FFF2-40B4-BE49-F238E27FC236}">
                <a16:creationId xmlns:a16="http://schemas.microsoft.com/office/drawing/2014/main" id="{679831C7-1E4F-4CE4-802F-0F258B3B8113}"/>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6" name="sues200_uav_300m_to_satellite/sues200_uav_300m_to_satellite/seed-3/population/bin-8/full">
            <a:extLst xmlns:a="http://schemas.openxmlformats.org/drawingml/2006/main">
              <a:ext uri="{FF2B5EF4-FFF2-40B4-BE49-F238E27FC236}">
                <a16:creationId xmlns:a16="http://schemas.microsoft.com/office/drawing/2014/main" id="{B3BC70FD-3AE1-4F3A-8E43-17C8EADC2612}"/>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uav_300m_to_satellite/sues200_uav_300m_to_satellite/seed-3/population/bin-9/label">
            <a:extLst xmlns:a="http://schemas.openxmlformats.org/drawingml/2006/main">
              <a:ext uri="{FF2B5EF4-FFF2-40B4-BE49-F238E27FC236}">
                <a16:creationId xmlns:a16="http://schemas.microsoft.com/office/drawing/2014/main" id="{9BBB3989-F9CB-4A6D-AAD4-768D096D7BC6}"/>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38" name="sues200_uav_300m_to_satellite/sues200_uav_300m_to_satellite/seed-3/population/bin-9/visual">
            <a:extLst xmlns:a="http://schemas.openxmlformats.org/drawingml/2006/main">
              <a:ext uri="{FF2B5EF4-FFF2-40B4-BE49-F238E27FC236}">
                <a16:creationId xmlns:a16="http://schemas.microsoft.com/office/drawing/2014/main" id="{875BC09B-FE72-44D6-A498-3FF7AC5F740E}"/>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9" name="sues200_uav_300m_to_satellite/sues200_uav_300m_to_satellite/seed-3/population/bin-9/full">
            <a:extLst xmlns:a="http://schemas.openxmlformats.org/drawingml/2006/main">
              <a:ext uri="{FF2B5EF4-FFF2-40B4-BE49-F238E27FC236}">
                <a16:creationId xmlns:a16="http://schemas.microsoft.com/office/drawing/2014/main" id="{9C67778C-5391-4CE0-83E2-02DFF310C546}"/>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uav_300m_to_satellite/sues200_uav_300m_to_satellite/seed-3/population/bin-10/label">
            <a:extLst xmlns:a="http://schemas.openxmlformats.org/drawingml/2006/main">
              <a:ext uri="{FF2B5EF4-FFF2-40B4-BE49-F238E27FC236}">
                <a16:creationId xmlns:a16="http://schemas.microsoft.com/office/drawing/2014/main" id="{2FB1B3A7-E96D-431A-A2CA-61BF3C9F9E3A}"/>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41" name="sues200_uav_300m_to_satellite/sues200_uav_300m_to_satellite/seed-3/population/bin-10/visual">
            <a:extLst xmlns:a="http://schemas.openxmlformats.org/drawingml/2006/main">
              <a:ext uri="{FF2B5EF4-FFF2-40B4-BE49-F238E27FC236}">
                <a16:creationId xmlns:a16="http://schemas.microsoft.com/office/drawing/2014/main" id="{985B7FDB-CDF8-4AD2-8362-D5AB4361AB4D}"/>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2" name="sues200_uav_300m_to_satellite/sues200_uav_300m_to_satellite/seed-3/population/bin-10/full">
            <a:extLst xmlns:a="http://schemas.openxmlformats.org/drawingml/2006/main">
              <a:ext uri="{FF2B5EF4-FFF2-40B4-BE49-F238E27FC236}">
                <a16:creationId xmlns:a16="http://schemas.microsoft.com/office/drawing/2014/main" id="{A76413A2-B4CF-4515-A2A9-030486713A7E}"/>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uav_300m_to_satellite/sues200_uav_300m_to_satellite/seed-3/population/bin-11/label">
            <a:extLst xmlns:a="http://schemas.openxmlformats.org/drawingml/2006/main">
              <a:ext uri="{FF2B5EF4-FFF2-40B4-BE49-F238E27FC236}">
                <a16:creationId xmlns:a16="http://schemas.microsoft.com/office/drawing/2014/main" id="{30370249-C563-47B1-9D29-172EF5918CE7}"/>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44" name="sues200_uav_300m_to_satellite/sues200_uav_300m_to_satellite/seed-3/population/bin-11/visual">
            <a:extLst xmlns:a="http://schemas.openxmlformats.org/drawingml/2006/main">
              <a:ext uri="{FF2B5EF4-FFF2-40B4-BE49-F238E27FC236}">
                <a16:creationId xmlns:a16="http://schemas.microsoft.com/office/drawing/2014/main" id="{BC4A168F-E081-4F01-86C1-8874D1F18705}"/>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5" name="sues200_uav_300m_to_satellite/sues200_uav_300m_to_satellite/seed-3/population/bin-11/full">
            <a:extLst xmlns:a="http://schemas.openxmlformats.org/drawingml/2006/main">
              <a:ext uri="{FF2B5EF4-FFF2-40B4-BE49-F238E27FC236}">
                <a16:creationId xmlns:a16="http://schemas.microsoft.com/office/drawing/2014/main" id="{C1E454FF-698D-4700-AED4-064034131BEE}"/>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6" name="sues200_uav_300m_to_satellite/sues200_uav_300m_to_satellite/seed-3/population/bin-12/label">
            <a:extLst xmlns:a="http://schemas.openxmlformats.org/drawingml/2006/main">
              <a:ext uri="{FF2B5EF4-FFF2-40B4-BE49-F238E27FC236}">
                <a16:creationId xmlns:a16="http://schemas.microsoft.com/office/drawing/2014/main" id="{5822BA1D-B451-47C5-81D8-DD4F6E215050}"/>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47" name="sues200_uav_300m_to_satellite/sues200_uav_300m_to_satellite/seed-3/population/bin-12/visual">
            <a:extLst xmlns:a="http://schemas.openxmlformats.org/drawingml/2006/main">
              <a:ext uri="{FF2B5EF4-FFF2-40B4-BE49-F238E27FC236}">
                <a16:creationId xmlns:a16="http://schemas.microsoft.com/office/drawing/2014/main" id="{0F0C82F0-B689-42E2-9752-27837E177298}"/>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8" name="sues200_uav_300m_to_satellite/sues200_uav_300m_to_satellite/seed-3/population/bin-12/full">
            <a:extLst xmlns:a="http://schemas.openxmlformats.org/drawingml/2006/main">
              <a:ext uri="{FF2B5EF4-FFF2-40B4-BE49-F238E27FC236}">
                <a16:creationId xmlns:a16="http://schemas.microsoft.com/office/drawing/2014/main" id="{8DAB7558-3358-40A3-83BE-D2064C9CC6DD}"/>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9" name="sues200_uav_300m_to_satellite/sues200_uav_300m_to_satellite/seed-3/population/bin-13/label">
            <a:extLst xmlns:a="http://schemas.openxmlformats.org/drawingml/2006/main">
              <a:ext uri="{FF2B5EF4-FFF2-40B4-BE49-F238E27FC236}">
                <a16:creationId xmlns:a16="http://schemas.microsoft.com/office/drawing/2014/main" id="{445E8715-01AF-4127-B385-DD6BCE0E5525}"/>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50" name="sues200_uav_300m_to_satellite/sues200_uav_300m_to_satellite/seed-3/population/bin-13/visual">
            <a:extLst xmlns:a="http://schemas.openxmlformats.org/drawingml/2006/main">
              <a:ext uri="{FF2B5EF4-FFF2-40B4-BE49-F238E27FC236}">
                <a16:creationId xmlns:a16="http://schemas.microsoft.com/office/drawing/2014/main" id="{A4F70D94-D3D6-487C-B8AC-DEA00E828173}"/>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1" name="sues200_uav_300m_to_satellite/sues200_uav_300m_to_satellite/seed-3/population/bin-13/full">
            <a:extLst xmlns:a="http://schemas.openxmlformats.org/drawingml/2006/main">
              <a:ext uri="{FF2B5EF4-FFF2-40B4-BE49-F238E27FC236}">
                <a16:creationId xmlns:a16="http://schemas.microsoft.com/office/drawing/2014/main" id="{A5B83B96-3C82-416F-B7E1-3B52C1964584}"/>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2" name="sues200_uav_300m_to_satellite/sues200_uav_300m_to_satellite/seed-3/population/bin-14/label">
            <a:extLst xmlns:a="http://schemas.openxmlformats.org/drawingml/2006/main">
              <a:ext uri="{FF2B5EF4-FFF2-40B4-BE49-F238E27FC236}">
                <a16:creationId xmlns:a16="http://schemas.microsoft.com/office/drawing/2014/main" id="{B7D740B1-DA24-4795-9934-E334A77A79A2}"/>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53" name="sues200_uav_300m_to_satellite/sues200_uav_300m_to_satellite/seed-3/population/bin-14/visual">
            <a:extLst xmlns:a="http://schemas.openxmlformats.org/drawingml/2006/main">
              <a:ext uri="{FF2B5EF4-FFF2-40B4-BE49-F238E27FC236}">
                <a16:creationId xmlns:a16="http://schemas.microsoft.com/office/drawing/2014/main" id="{FDB60D20-713F-485E-BE77-D18E2A0E0D6D}"/>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4" name="sues200_uav_300m_to_satellite/sues200_uav_300m_to_satellite/seed-3/population/bin-14/full">
            <a:extLst xmlns:a="http://schemas.openxmlformats.org/drawingml/2006/main">
              <a:ext uri="{FF2B5EF4-FFF2-40B4-BE49-F238E27FC236}">
                <a16:creationId xmlns:a16="http://schemas.microsoft.com/office/drawing/2014/main" id="{DF5B5FBC-BBF0-4992-8E35-21EB3F0A6FC6}"/>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5" name="sues200_uav_300m_to_satellite/sues200_uav_300m_to_satellite/seed-3/population/bin-15/label">
            <a:extLst xmlns:a="http://schemas.openxmlformats.org/drawingml/2006/main">
              <a:ext uri="{FF2B5EF4-FFF2-40B4-BE49-F238E27FC236}">
                <a16:creationId xmlns:a16="http://schemas.microsoft.com/office/drawing/2014/main" id="{B7046D12-17C8-4C3E-9C79-16C43970B302}"/>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56" name="sues200_uav_300m_to_satellite/sues200_uav_300m_to_satellite/seed-3/population/bin-15/visual">
            <a:extLst xmlns:a="http://schemas.openxmlformats.org/drawingml/2006/main">
              <a:ext uri="{FF2B5EF4-FFF2-40B4-BE49-F238E27FC236}">
                <a16:creationId xmlns:a16="http://schemas.microsoft.com/office/drawing/2014/main" id="{E7DDBE22-DE17-493B-BDD1-564B192F8F8F}"/>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7" name="sues200_uav_300m_to_satellite/sues200_uav_300m_to_satellite/seed-3/population/bin-15/full">
            <a:extLst xmlns:a="http://schemas.openxmlformats.org/drawingml/2006/main">
              <a:ext uri="{FF2B5EF4-FFF2-40B4-BE49-F238E27FC236}">
                <a16:creationId xmlns:a16="http://schemas.microsoft.com/office/drawing/2014/main" id="{8C933250-11D4-4BDB-997A-91301D1E3DE7}"/>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58" name="sues200_uav_300m_to_satellite/x-axis-label">
            <a:extLst xmlns:a="http://schemas.openxmlformats.org/drawingml/2006/main">
              <a:ext uri="{FF2B5EF4-FFF2-40B4-BE49-F238E27FC236}">
                <a16:creationId xmlns:a16="http://schemas.microsoft.com/office/drawing/2014/main" id="{EB12AB26-87CD-41C8-B41F-ED61264C1F79}"/>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59" name="sues200_uav_300m_to_satellite/footnote-1">
            <a:extLst xmlns:a="http://schemas.openxmlformats.org/drawingml/2006/main">
              <a:ext uri="{FF2B5EF4-FFF2-40B4-BE49-F238E27FC236}">
                <a16:creationId xmlns:a16="http://schemas.microsoft.com/office/drawing/2014/main" id="{D5588FFB-C3CA-4F69-A51F-A38EB76E3120}"/>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60" name="sues200_uav_300m_to_satellite/footnote-2">
            <a:extLst xmlns:a="http://schemas.openxmlformats.org/drawingml/2006/main">
              <a:ext uri="{FF2B5EF4-FFF2-40B4-BE49-F238E27FC236}">
                <a16:creationId xmlns:a16="http://schemas.microsoft.com/office/drawing/2014/main" id="{5EE43335-A3E7-4AB1-8797-0B67FF095DA3}"/>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61" name="sues200_uav_300m_to_satellite/footnote-3">
            <a:extLst xmlns:a="http://schemas.openxmlformats.org/drawingml/2006/main">
              <a:ext uri="{FF2B5EF4-FFF2-40B4-BE49-F238E27FC236}">
                <a16:creationId xmlns:a16="http://schemas.microsoft.com/office/drawing/2014/main" id="{0259D112-8A74-4B01-BB32-7AC72B51DBA7}"/>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62" name="sues200_uav_300m_to_satellite/footnote-4">
            <a:extLst xmlns:a="http://schemas.openxmlformats.org/drawingml/2006/main">
              <a:ext uri="{FF2B5EF4-FFF2-40B4-BE49-F238E27FC236}">
                <a16:creationId xmlns:a16="http://schemas.microsoft.com/office/drawing/2014/main" id="{491EB5B8-FCE1-4608-B67A-7A33922022C3}"/>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63" name="sues200_uav_300m_to_satellite/footnote-5">
            <a:extLst xmlns:a="http://schemas.openxmlformats.org/drawingml/2006/main">
              <a:ext uri="{FF2B5EF4-FFF2-40B4-BE49-F238E27FC236}">
                <a16:creationId xmlns:a16="http://schemas.microsoft.com/office/drawing/2014/main" id="{A3342375-7FF2-49F8-944F-4E5DB0DACEEA}"/>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64" name="sues200_uav_300m_to_satellite/footnote-6">
            <a:extLst xmlns:a="http://schemas.openxmlformats.org/drawingml/2006/main">
              <a:ext uri="{FF2B5EF4-FFF2-40B4-BE49-F238E27FC236}">
                <a16:creationId xmlns:a16="http://schemas.microsoft.com/office/drawing/2014/main" id="{1E25EEB3-2EAE-4624-95DC-D0A1A32D89FF}"/>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17301107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sues200_satellite_to_uav_300m/title">
            <a:extLst xmlns:a="http://schemas.openxmlformats.org/drawingml/2006/main">
              <a:ext uri="{FF2B5EF4-FFF2-40B4-BE49-F238E27FC236}">
                <a16:creationId xmlns:a16="http://schemas.microsoft.com/office/drawing/2014/main" id="{AB0B81E1-21A2-4D9A-8CE8-5A68A58801BF}"/>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300 m</a:t>
            </a:r>
          </a:p>
        </p:txBody>
      </p:sp>
      <p:sp>
        <p:nvSpPr>
          <p:cNvPr id="2" name="sues200_satellite_to_uav_300m/subtitle">
            <a:extLst xmlns:a="http://schemas.openxmlformats.org/drawingml/2006/main">
              <a:ext uri="{FF2B5EF4-FFF2-40B4-BE49-F238E27FC236}">
                <a16:creationId xmlns:a16="http://schemas.microsoft.com/office/drawing/2014/main" id="{60524555-B49C-456D-8C4E-6FE533668E31}"/>
              </a:ext>
            </a:extLst>
          </p:cNvPr>
          <p:cNvSpPr>
            <a:spLocks xmlns:a="http://schemas.openxmlformats.org/drawingml/2006/main" noGrp="1"/>
          </p:cNvSpPr>
          <p:nvPr/>
        </p:nvSpPr>
        <p:spPr>
          <a:xfrm xmlns:a="http://schemas.openxmlformats.org/drawingml/2006/main">
            <a:off x="190500" y="326644"/>
            <a:ext cx="220084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Fixed margin-score reliability diagnostic</a:t>
            </a:r>
          </a:p>
        </p:txBody>
      </p:sp>
      <p:sp>
        <p:nvSpPr>
          <p:cNvPr id="3" name="sues200_satellite_to_uav_300m/legend/visual/marker">
            <a:extLst xmlns:a="http://schemas.openxmlformats.org/drawingml/2006/main">
              <a:ext uri="{FF2B5EF4-FFF2-40B4-BE49-F238E27FC236}">
                <a16:creationId xmlns:a16="http://schemas.microsoft.com/office/drawing/2014/main" id="{73D07DA5-CEDC-4B90-B3C8-8CAE83D1750A}"/>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300m/legend/visual/text">
            <a:extLst xmlns:a="http://schemas.openxmlformats.org/drawingml/2006/main">
              <a:ext uri="{FF2B5EF4-FFF2-40B4-BE49-F238E27FC236}">
                <a16:creationId xmlns:a16="http://schemas.microsoft.com/office/drawing/2014/main" id="{0B5CE309-6EC5-4E91-A7ED-C08ED2B4E5C1}"/>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300m/legend/full/marker">
            <a:extLst xmlns:a="http://schemas.openxmlformats.org/drawingml/2006/main">
              <a:ext uri="{FF2B5EF4-FFF2-40B4-BE49-F238E27FC236}">
                <a16:creationId xmlns:a16="http://schemas.microsoft.com/office/drawing/2014/main" id="{524E4679-73BC-4D9F-BEE5-77C545AB1C77}"/>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300m/legend/full/text">
            <a:extLst xmlns:a="http://schemas.openxmlformats.org/drawingml/2006/main">
              <a:ext uri="{FF2B5EF4-FFF2-40B4-BE49-F238E27FC236}">
                <a16:creationId xmlns:a16="http://schemas.microsoft.com/office/drawing/2014/main" id="{B725F598-3B96-4BCA-8539-24C9D2CC36F4}"/>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300m/legend/equality/line">
            <a:extLst xmlns:a="http://schemas.openxmlformats.org/drawingml/2006/main">
              <a:ext uri="{FF2B5EF4-FFF2-40B4-BE49-F238E27FC236}">
                <a16:creationId xmlns:a16="http://schemas.microsoft.com/office/drawing/2014/main" id="{BA82159D-884A-42F8-991C-64E4DAC0AB75}"/>
              </a:ext>
            </a:extLst>
          </p:cNvPr>
          <p:cNvSpPr>
            <a:spLocks xmlns:a="http://schemas.openxmlformats.org/drawingml/2006/main" noGrp="1"/>
          </p:cNvSpPr>
          <p:nvPr/>
        </p:nvSpPr>
        <p:spPr>
          <a:xfrm xmlns:a="http://schemas.openxmlformats.org/drawingml/2006/main" flipV="0">
            <a:off x="2540000" y="609600"/>
            <a:ext cx="228600" cy="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8" name="sues200_satellite_to_uav_300m/legend/equality/text">
            <a:extLst xmlns:a="http://schemas.openxmlformats.org/drawingml/2006/main">
              <a:ext uri="{FF2B5EF4-FFF2-40B4-BE49-F238E27FC236}">
                <a16:creationId xmlns:a16="http://schemas.microsoft.com/office/drawing/2014/main" id="{9C126709-EC81-4988-B49B-68089D760843}"/>
              </a:ext>
            </a:extLst>
          </p:cNvPr>
          <p:cNvSpPr>
            <a:spLocks xmlns:a="http://schemas.openxmlformats.org/drawingml/2006/main" noGrp="1"/>
          </p:cNvSpPr>
          <p:nvPr/>
        </p:nvSpPr>
        <p:spPr>
          <a:xfrm xmlns:a="http://schemas.openxmlformats.org/drawingml/2006/main">
            <a:off x="2844800" y="554228"/>
            <a:ext cx="155819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y = x: numerical equality reference</a:t>
            </a:r>
          </a:p>
        </p:txBody>
      </p:sp>
      <p:sp>
        <p:nvSpPr>
          <p:cNvPr id="9" name="sues200_satellite_to_uav_300m/y-axis-label">
            <a:extLst xmlns:a="http://schemas.openxmlformats.org/drawingml/2006/main">
              <a:ext uri="{FF2B5EF4-FFF2-40B4-BE49-F238E27FC236}">
                <a16:creationId xmlns:a16="http://schemas.microsoft.com/office/drawing/2014/main" id="{0B9C0B89-C682-48F2-9C92-8B213DACC59B}"/>
              </a:ext>
            </a:extLst>
          </p:cNvPr>
          <p:cNvSpPr>
            <a:spLocks xmlns:a="http://schemas.openxmlformats.org/drawingml/2006/main" noGrp="1"/>
          </p:cNvSpPr>
          <p:nvPr/>
        </p:nvSpPr>
        <p:spPr>
          <a:xfrm xmlns:a="http://schemas.openxmlformats.org/drawingml/2006/main">
            <a:off x="190500" y="782828"/>
            <a:ext cx="11165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Empirical R@1 (fraction)</a:t>
            </a:r>
          </a:p>
        </p:txBody>
      </p:sp>
      <p:sp>
        <p:nvSpPr>
          <p:cNvPr id="10" name="sues200_satellite_to_uav_300m/sues200_satellite_to_uav_300m/seed-1/seed-heading">
            <a:extLst xmlns:a="http://schemas.openxmlformats.org/drawingml/2006/main">
              <a:ext uri="{FF2B5EF4-FFF2-40B4-BE49-F238E27FC236}">
                <a16:creationId xmlns:a16="http://schemas.microsoft.com/office/drawing/2014/main" id="{0A6EF24D-D750-49FD-B1C1-0F80FC4874D2}"/>
              </a:ext>
            </a:extLst>
          </p:cNvPr>
          <p:cNvSpPr>
            <a:spLocks xmlns:a="http://schemas.openxmlformats.org/drawingml/2006/main" noGrp="1"/>
          </p:cNvSpPr>
          <p:nvPr/>
        </p:nvSpPr>
        <p:spPr>
          <a:xfrm xmlns:a="http://schemas.openxmlformats.org/drawingml/2006/main">
            <a:off x="11444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11" name="sues200_satellite_to_uav_300m/sues200_satellite_to_uav_300m/seed-1/y-grid-0">
            <a:extLst xmlns:a="http://schemas.openxmlformats.org/drawingml/2006/main">
              <a:ext uri="{FF2B5EF4-FFF2-40B4-BE49-F238E27FC236}">
                <a16:creationId xmlns:a16="http://schemas.microsoft.com/office/drawing/2014/main" id="{F2C03E5E-9146-4B90-BCA9-9D7F5D98F644}"/>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2" name="sues200_satellite_to_uav_300m/sues200_satellite_to_uav_300m/seed-1/y-label-0">
            <a:extLst xmlns:a="http://schemas.openxmlformats.org/drawingml/2006/main">
              <a:ext uri="{FF2B5EF4-FFF2-40B4-BE49-F238E27FC236}">
                <a16:creationId xmlns:a16="http://schemas.microsoft.com/office/drawing/2014/main" id="{BA7AD74B-D4D3-4973-8CAA-98836E716256}"/>
              </a:ext>
            </a:extLst>
          </p:cNvPr>
          <p:cNvSpPr>
            <a:spLocks xmlns:a="http://schemas.openxmlformats.org/drawingml/2006/main" noGrp="1"/>
          </p:cNvSpPr>
          <p:nvPr/>
        </p:nvSpPr>
        <p:spPr>
          <a:xfrm xmlns:a="http://schemas.openxmlformats.org/drawingml/2006/main">
            <a:off x="4038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300m/sues200_satellite_to_uav_300m/seed-1/x-tick-0">
            <a:extLst xmlns:a="http://schemas.openxmlformats.org/drawingml/2006/main">
              <a:ext uri="{FF2B5EF4-FFF2-40B4-BE49-F238E27FC236}">
                <a16:creationId xmlns:a16="http://schemas.microsoft.com/office/drawing/2014/main" id="{EF889AB3-34AD-4271-A323-A2599FB59E8F}"/>
              </a:ext>
            </a:extLst>
          </p:cNvPr>
          <p:cNvSpPr>
            <a:spLocks xmlns:a="http://schemas.openxmlformats.org/drawingml/2006/main" noGrp="1"/>
          </p:cNvSpPr>
          <p:nvPr/>
        </p:nvSpPr>
        <p:spPr>
          <a:xfrm xmlns:a="http://schemas.openxmlformats.org/drawingml/2006/main" flipV="0">
            <a:off x="5334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 name="sues200_satellite_to_uav_300m/sues200_satellite_to_uav_300m/seed-1/x-label-0">
            <a:extLst xmlns:a="http://schemas.openxmlformats.org/drawingml/2006/main">
              <a:ext uri="{FF2B5EF4-FFF2-40B4-BE49-F238E27FC236}">
                <a16:creationId xmlns:a16="http://schemas.microsoft.com/office/drawing/2014/main" id="{209B805C-2027-42D4-82C4-AF450A7BFBF9}"/>
              </a:ext>
            </a:extLst>
          </p:cNvPr>
          <p:cNvSpPr>
            <a:spLocks xmlns:a="http://schemas.openxmlformats.org/drawingml/2006/main" noGrp="1"/>
          </p:cNvSpPr>
          <p:nvPr/>
        </p:nvSpPr>
        <p:spPr>
          <a:xfrm xmlns:a="http://schemas.openxmlformats.org/drawingml/2006/main">
            <a:off x="5003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 name="sues200_satellite_to_uav_300m/sues200_satellite_to_uav_300m/seed-1/y-grid-0.25">
            <a:extLst xmlns:a="http://schemas.openxmlformats.org/drawingml/2006/main">
              <a:ext uri="{FF2B5EF4-FFF2-40B4-BE49-F238E27FC236}">
                <a16:creationId xmlns:a16="http://schemas.microsoft.com/office/drawing/2014/main" id="{72A6D31E-EEEB-4D5A-8345-9624719037CE}"/>
              </a:ext>
            </a:extLst>
          </p:cNvPr>
          <p:cNvSpPr>
            <a:spLocks xmlns:a="http://schemas.openxmlformats.org/drawingml/2006/main" noGrp="1"/>
          </p:cNvSpPr>
          <p:nvPr/>
        </p:nvSpPr>
        <p:spPr>
          <a:xfrm xmlns:a="http://schemas.openxmlformats.org/drawingml/2006/main" flipV="0">
            <a:off x="5334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 name="sues200_satellite_to_uav_300m/sues200_satellite_to_uav_300m/seed-1/y-label-0.25">
            <a:extLst xmlns:a="http://schemas.openxmlformats.org/drawingml/2006/main">
              <a:ext uri="{FF2B5EF4-FFF2-40B4-BE49-F238E27FC236}">
                <a16:creationId xmlns:a16="http://schemas.microsoft.com/office/drawing/2014/main" id="{628FF94A-6FFC-43B5-AF8D-B055F7292F97}"/>
              </a:ext>
            </a:extLst>
          </p:cNvPr>
          <p:cNvSpPr>
            <a:spLocks xmlns:a="http://schemas.openxmlformats.org/drawingml/2006/main" noGrp="1"/>
          </p:cNvSpPr>
          <p:nvPr/>
        </p:nvSpPr>
        <p:spPr>
          <a:xfrm xmlns:a="http://schemas.openxmlformats.org/drawingml/2006/main">
            <a:off x="2628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 name="sues200_satellite_to_uav_300m/sues200_satellite_to_uav_300m/seed-1/x-tick-0.25">
            <a:extLst xmlns:a="http://schemas.openxmlformats.org/drawingml/2006/main">
              <a:ext uri="{FF2B5EF4-FFF2-40B4-BE49-F238E27FC236}">
                <a16:creationId xmlns:a16="http://schemas.microsoft.com/office/drawing/2014/main" id="{2ACFDC49-EC0E-4E2F-B570-9FA0384CA137}"/>
              </a:ext>
            </a:extLst>
          </p:cNvPr>
          <p:cNvSpPr>
            <a:spLocks xmlns:a="http://schemas.openxmlformats.org/drawingml/2006/main" noGrp="1"/>
          </p:cNvSpPr>
          <p:nvPr/>
        </p:nvSpPr>
        <p:spPr>
          <a:xfrm xmlns:a="http://schemas.openxmlformats.org/drawingml/2006/main" flipV="0">
            <a:off x="9334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 name="sues200_satellite_to_uav_300m/sues200_satellite_to_uav_300m/seed-1/x-label-0.25">
            <a:extLst xmlns:a="http://schemas.openxmlformats.org/drawingml/2006/main">
              <a:ext uri="{FF2B5EF4-FFF2-40B4-BE49-F238E27FC236}">
                <a16:creationId xmlns:a16="http://schemas.microsoft.com/office/drawing/2014/main" id="{560428C2-BBD6-4C02-8FEE-05008528B228}"/>
              </a:ext>
            </a:extLst>
          </p:cNvPr>
          <p:cNvSpPr>
            <a:spLocks xmlns:a="http://schemas.openxmlformats.org/drawingml/2006/main" noGrp="1"/>
          </p:cNvSpPr>
          <p:nvPr/>
        </p:nvSpPr>
        <p:spPr>
          <a:xfrm xmlns:a="http://schemas.openxmlformats.org/drawingml/2006/main">
            <a:off x="8299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9" name="sues200_satellite_to_uav_300m/sues200_satellite_to_uav_300m/seed-1/y-grid-0.5">
            <a:extLst xmlns:a="http://schemas.openxmlformats.org/drawingml/2006/main">
              <a:ext uri="{FF2B5EF4-FFF2-40B4-BE49-F238E27FC236}">
                <a16:creationId xmlns:a16="http://schemas.microsoft.com/office/drawing/2014/main" id="{01BFDC1F-074E-43D7-B153-BA43AF23DFAF}"/>
              </a:ext>
            </a:extLst>
          </p:cNvPr>
          <p:cNvSpPr>
            <a:spLocks xmlns:a="http://schemas.openxmlformats.org/drawingml/2006/main" noGrp="1"/>
          </p:cNvSpPr>
          <p:nvPr/>
        </p:nvSpPr>
        <p:spPr>
          <a:xfrm xmlns:a="http://schemas.openxmlformats.org/drawingml/2006/main" flipV="0">
            <a:off x="5334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0" name="sues200_satellite_to_uav_300m/sues200_satellite_to_uav_300m/seed-1/y-label-0.5">
            <a:extLst xmlns:a="http://schemas.openxmlformats.org/drawingml/2006/main">
              <a:ext uri="{FF2B5EF4-FFF2-40B4-BE49-F238E27FC236}">
                <a16:creationId xmlns:a16="http://schemas.microsoft.com/office/drawing/2014/main" id="{C015AE0D-FDBA-4B6E-86E7-D53AD16C23F3}"/>
              </a:ext>
            </a:extLst>
          </p:cNvPr>
          <p:cNvSpPr>
            <a:spLocks xmlns:a="http://schemas.openxmlformats.org/drawingml/2006/main" noGrp="1"/>
          </p:cNvSpPr>
          <p:nvPr/>
        </p:nvSpPr>
        <p:spPr>
          <a:xfrm xmlns:a="http://schemas.openxmlformats.org/drawingml/2006/main">
            <a:off x="3193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1" name="sues200_satellite_to_uav_300m/sues200_satellite_to_uav_300m/seed-1/x-tick-0.5">
            <a:extLst xmlns:a="http://schemas.openxmlformats.org/drawingml/2006/main">
              <a:ext uri="{FF2B5EF4-FFF2-40B4-BE49-F238E27FC236}">
                <a16:creationId xmlns:a16="http://schemas.microsoft.com/office/drawing/2014/main" id="{E66952FD-DBE4-4264-B97F-688E8843AD65}"/>
              </a:ext>
            </a:extLst>
          </p:cNvPr>
          <p:cNvSpPr>
            <a:spLocks xmlns:a="http://schemas.openxmlformats.org/drawingml/2006/main" noGrp="1"/>
          </p:cNvSpPr>
          <p:nvPr/>
        </p:nvSpPr>
        <p:spPr>
          <a:xfrm xmlns:a="http://schemas.openxmlformats.org/drawingml/2006/main" flipV="0">
            <a:off x="13335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sues200_satellite_to_uav_300m/sues200_satellite_to_uav_300m/seed-1/x-label-0.5">
            <a:extLst xmlns:a="http://schemas.openxmlformats.org/drawingml/2006/main">
              <a:ext uri="{FF2B5EF4-FFF2-40B4-BE49-F238E27FC236}">
                <a16:creationId xmlns:a16="http://schemas.microsoft.com/office/drawing/2014/main" id="{C900DAA2-5A3C-4418-B971-B3F3AB32AED0}"/>
              </a:ext>
            </a:extLst>
          </p:cNvPr>
          <p:cNvSpPr>
            <a:spLocks xmlns:a="http://schemas.openxmlformats.org/drawingml/2006/main" noGrp="1"/>
          </p:cNvSpPr>
          <p:nvPr/>
        </p:nvSpPr>
        <p:spPr>
          <a:xfrm xmlns:a="http://schemas.openxmlformats.org/drawingml/2006/main">
            <a:off x="12582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23" name="sues200_satellite_to_uav_300m/sues200_satellite_to_uav_300m/seed-1/y-grid-0.75">
            <a:extLst xmlns:a="http://schemas.openxmlformats.org/drawingml/2006/main">
              <a:ext uri="{FF2B5EF4-FFF2-40B4-BE49-F238E27FC236}">
                <a16:creationId xmlns:a16="http://schemas.microsoft.com/office/drawing/2014/main" id="{3C4A604C-9CAA-4ECB-9E42-84D9F0FE0EED}"/>
              </a:ext>
            </a:extLst>
          </p:cNvPr>
          <p:cNvSpPr>
            <a:spLocks xmlns:a="http://schemas.openxmlformats.org/drawingml/2006/main" noGrp="1"/>
          </p:cNvSpPr>
          <p:nvPr/>
        </p:nvSpPr>
        <p:spPr>
          <a:xfrm xmlns:a="http://schemas.openxmlformats.org/drawingml/2006/main" flipV="0">
            <a:off x="5334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4" name="sues200_satellite_to_uav_300m/sues200_satellite_to_uav_300m/seed-1/y-label-0.75">
            <a:extLst xmlns:a="http://schemas.openxmlformats.org/drawingml/2006/main">
              <a:ext uri="{FF2B5EF4-FFF2-40B4-BE49-F238E27FC236}">
                <a16:creationId xmlns:a16="http://schemas.microsoft.com/office/drawing/2014/main" id="{35071D94-A2A3-4DF2-8B27-31088E56E477}"/>
              </a:ext>
            </a:extLst>
          </p:cNvPr>
          <p:cNvSpPr>
            <a:spLocks xmlns:a="http://schemas.openxmlformats.org/drawingml/2006/main" noGrp="1"/>
          </p:cNvSpPr>
          <p:nvPr/>
        </p:nvSpPr>
        <p:spPr>
          <a:xfrm xmlns:a="http://schemas.openxmlformats.org/drawingml/2006/main">
            <a:off x="2628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5" name="sues200_satellite_to_uav_300m/sues200_satellite_to_uav_300m/seed-1/x-tick-0.75">
            <a:extLst xmlns:a="http://schemas.openxmlformats.org/drawingml/2006/main">
              <a:ext uri="{FF2B5EF4-FFF2-40B4-BE49-F238E27FC236}">
                <a16:creationId xmlns:a16="http://schemas.microsoft.com/office/drawing/2014/main" id="{8AEC5C33-278B-4578-888E-4CE9767A882F}"/>
              </a:ext>
            </a:extLst>
          </p:cNvPr>
          <p:cNvSpPr>
            <a:spLocks xmlns:a="http://schemas.openxmlformats.org/drawingml/2006/main" noGrp="1"/>
          </p:cNvSpPr>
          <p:nvPr/>
        </p:nvSpPr>
        <p:spPr>
          <a:xfrm xmlns:a="http://schemas.openxmlformats.org/drawingml/2006/main" flipV="0">
            <a:off x="17335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6" name="sues200_satellite_to_uav_300m/sues200_satellite_to_uav_300m/seed-1/x-label-0.75">
            <a:extLst xmlns:a="http://schemas.openxmlformats.org/drawingml/2006/main">
              <a:ext uri="{FF2B5EF4-FFF2-40B4-BE49-F238E27FC236}">
                <a16:creationId xmlns:a16="http://schemas.microsoft.com/office/drawing/2014/main" id="{64A11F8E-AEF0-49A2-B88C-B4A537F52A09}"/>
              </a:ext>
            </a:extLst>
          </p:cNvPr>
          <p:cNvSpPr>
            <a:spLocks xmlns:a="http://schemas.openxmlformats.org/drawingml/2006/main" noGrp="1"/>
          </p:cNvSpPr>
          <p:nvPr/>
        </p:nvSpPr>
        <p:spPr>
          <a:xfrm xmlns:a="http://schemas.openxmlformats.org/drawingml/2006/main">
            <a:off x="16300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27" name="sues200_satellite_to_uav_300m/sues200_satellite_to_uav_300m/seed-1/y-grid-1">
            <a:extLst xmlns:a="http://schemas.openxmlformats.org/drawingml/2006/main">
              <a:ext uri="{FF2B5EF4-FFF2-40B4-BE49-F238E27FC236}">
                <a16:creationId xmlns:a16="http://schemas.microsoft.com/office/drawing/2014/main" id="{4CD4EFEA-51BD-44F9-AE53-14C2F2AF7BCF}"/>
              </a:ext>
            </a:extLst>
          </p:cNvPr>
          <p:cNvSpPr>
            <a:spLocks xmlns:a="http://schemas.openxmlformats.org/drawingml/2006/main" noGrp="1"/>
          </p:cNvSpPr>
          <p:nvPr/>
        </p:nvSpPr>
        <p:spPr>
          <a:xfrm xmlns:a="http://schemas.openxmlformats.org/drawingml/2006/main" flipV="0">
            <a:off x="5334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8" name="sues200_satellite_to_uav_300m/sues200_satellite_to_uav_300m/seed-1/y-label-1">
            <a:extLst xmlns:a="http://schemas.openxmlformats.org/drawingml/2006/main">
              <a:ext uri="{FF2B5EF4-FFF2-40B4-BE49-F238E27FC236}">
                <a16:creationId xmlns:a16="http://schemas.microsoft.com/office/drawing/2014/main" id="{86DA1D5F-25BF-42E3-B1E2-EA830B023809}"/>
              </a:ext>
            </a:extLst>
          </p:cNvPr>
          <p:cNvSpPr>
            <a:spLocks xmlns:a="http://schemas.openxmlformats.org/drawingml/2006/main" noGrp="1"/>
          </p:cNvSpPr>
          <p:nvPr/>
        </p:nvSpPr>
        <p:spPr>
          <a:xfrm xmlns:a="http://schemas.openxmlformats.org/drawingml/2006/main">
            <a:off x="4038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9" name="sues200_satellite_to_uav_300m/sues200_satellite_to_uav_300m/seed-1/x-tick-1">
            <a:extLst xmlns:a="http://schemas.openxmlformats.org/drawingml/2006/main">
              <a:ext uri="{FF2B5EF4-FFF2-40B4-BE49-F238E27FC236}">
                <a16:creationId xmlns:a16="http://schemas.microsoft.com/office/drawing/2014/main" id="{1E14F4C5-2493-443F-96EB-5BAA16E87382}"/>
              </a:ext>
            </a:extLst>
          </p:cNvPr>
          <p:cNvSpPr>
            <a:spLocks xmlns:a="http://schemas.openxmlformats.org/drawingml/2006/main" noGrp="1"/>
          </p:cNvSpPr>
          <p:nvPr/>
        </p:nvSpPr>
        <p:spPr>
          <a:xfrm xmlns:a="http://schemas.openxmlformats.org/drawingml/2006/main" flipV="0">
            <a:off x="2133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300m/sues200_satellite_to_uav_300m/seed-1/x-label-1">
            <a:extLst xmlns:a="http://schemas.openxmlformats.org/drawingml/2006/main">
              <a:ext uri="{FF2B5EF4-FFF2-40B4-BE49-F238E27FC236}">
                <a16:creationId xmlns:a16="http://schemas.microsoft.com/office/drawing/2014/main" id="{6531B114-9A1D-49BB-BF1D-F76DA94A7E06}"/>
              </a:ext>
            </a:extLst>
          </p:cNvPr>
          <p:cNvSpPr>
            <a:spLocks xmlns:a="http://schemas.openxmlformats.org/drawingml/2006/main" noGrp="1"/>
          </p:cNvSpPr>
          <p:nvPr/>
        </p:nvSpPr>
        <p:spPr>
          <a:xfrm xmlns:a="http://schemas.openxmlformats.org/drawingml/2006/main">
            <a:off x="2100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31" name="sues200_satellite_to_uav_300m/sues200_satellite_to_uav_300m/seed-1/reference-equality">
            <a:extLst xmlns:a="http://schemas.openxmlformats.org/drawingml/2006/main">
              <a:ext uri="{FF2B5EF4-FFF2-40B4-BE49-F238E27FC236}">
                <a16:creationId xmlns:a16="http://schemas.microsoft.com/office/drawing/2014/main" id="{C197154B-FBB8-490D-BFF7-09BDDA08586D}"/>
              </a:ext>
            </a:extLst>
          </p:cNvPr>
          <p:cNvSpPr>
            <a:spLocks xmlns:a="http://schemas.openxmlformats.org/drawingml/2006/main" noGrp="1"/>
          </p:cNvSpPr>
          <p:nvPr/>
        </p:nvSpPr>
        <p:spPr>
          <a:xfrm xmlns:a="http://schemas.openxmlformats.org/drawingml/2006/main" flipV="1">
            <a:off x="5334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32" name="sues200_satellite_to_uav_300m/sues200_satellite_to_uav_300m/seed-1/y-axis">
            <a:extLst xmlns:a="http://schemas.openxmlformats.org/drawingml/2006/main">
              <a:ext uri="{FF2B5EF4-FFF2-40B4-BE49-F238E27FC236}">
                <a16:creationId xmlns:a16="http://schemas.microsoft.com/office/drawing/2014/main" id="{41552EDF-A48E-4506-8DC5-D652D5005EF2}"/>
              </a:ext>
            </a:extLst>
          </p:cNvPr>
          <p:cNvSpPr>
            <a:spLocks xmlns:a="http://schemas.openxmlformats.org/drawingml/2006/main" noGrp="1"/>
          </p:cNvSpPr>
          <p:nvPr/>
        </p:nvSpPr>
        <p:spPr>
          <a:xfrm xmlns:a="http://schemas.openxmlformats.org/drawingml/2006/main" flipV="0">
            <a:off x="5334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3" name="sues200_satellite_to_uav_300m/sues200_satellite_to_uav_300m/seed-1/x-axis">
            <a:extLst xmlns:a="http://schemas.openxmlformats.org/drawingml/2006/main">
              <a:ext uri="{FF2B5EF4-FFF2-40B4-BE49-F238E27FC236}">
                <a16:creationId xmlns:a16="http://schemas.microsoft.com/office/drawing/2014/main" id="{A7C9348A-1815-4975-9045-10E262B52DB1}"/>
              </a:ext>
            </a:extLst>
          </p:cNvPr>
          <p:cNvSpPr>
            <a:spLocks xmlns:a="http://schemas.openxmlformats.org/drawingml/2006/main" noGrp="1"/>
          </p:cNvSpPr>
          <p:nvPr/>
        </p:nvSpPr>
        <p:spPr>
          <a:xfrm xmlns:a="http://schemas.openxmlformats.org/drawingml/2006/main" flipV="0">
            <a:off x="5334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4" name="sues200_satellite_to_uav_300m/sues200_satellite_to_uav_300m/seed-1/visual/bin-1/point">
            <a:extLst xmlns:a="http://schemas.openxmlformats.org/drawingml/2006/main">
              <a:ext uri="{FF2B5EF4-FFF2-40B4-BE49-F238E27FC236}">
                <a16:creationId xmlns:a16="http://schemas.microsoft.com/office/drawing/2014/main" id="{A934E1AB-A6E7-4CDC-9E9E-4C263C049BCA}"/>
              </a:ext>
            </a:extLst>
          </p:cNvPr>
          <p:cNvSpPr>
            <a:spLocks xmlns:a="http://schemas.openxmlformats.org/drawingml/2006/main" noGrp="1"/>
          </p:cNvSpPr>
          <p:nvPr/>
        </p:nvSpPr>
        <p:spPr>
          <a:xfrm xmlns:a="http://schemas.openxmlformats.org/drawingml/2006/main">
            <a:off x="513221" y="16186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300m/sues200_satellite_to_uav_300m/seed-1/visual/ECE">
            <a:extLst xmlns:a="http://schemas.openxmlformats.org/drawingml/2006/main">
              <a:ext uri="{FF2B5EF4-FFF2-40B4-BE49-F238E27FC236}">
                <a16:creationId xmlns:a16="http://schemas.microsoft.com/office/drawing/2014/main" id="{77F1CD3B-7194-4F19-8A6C-E8CE608C60FA}"/>
              </a:ext>
            </a:extLst>
          </p:cNvPr>
          <p:cNvSpPr>
            <a:spLocks xmlns:a="http://schemas.openxmlformats.org/drawingml/2006/main" noGrp="1"/>
          </p:cNvSpPr>
          <p:nvPr/>
        </p:nvSpPr>
        <p:spPr>
          <a:xfrm xmlns:a="http://schemas.openxmlformats.org/drawingml/2006/main">
            <a:off x="9633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0.6940</a:t>
            </a:r>
          </a:p>
        </p:txBody>
      </p:sp>
      <p:sp>
        <p:nvSpPr>
          <p:cNvPr id="36" name="sues200_satellite_to_uav_300m/sues200_satellite_to_uav_300m/seed-1/full/bin-1/point">
            <a:extLst xmlns:a="http://schemas.openxmlformats.org/drawingml/2006/main">
              <a:ext uri="{FF2B5EF4-FFF2-40B4-BE49-F238E27FC236}">
                <a16:creationId xmlns:a16="http://schemas.microsoft.com/office/drawing/2014/main" id="{AEE215F7-8F37-43BA-AD8C-1AAC62003105}"/>
              </a:ext>
            </a:extLst>
          </p:cNvPr>
          <p:cNvSpPr>
            <a:spLocks xmlns:a="http://schemas.openxmlformats.org/drawingml/2006/main" noGrp="1"/>
          </p:cNvSpPr>
          <p:nvPr/>
        </p:nvSpPr>
        <p:spPr>
          <a:xfrm xmlns:a="http://schemas.openxmlformats.org/drawingml/2006/main">
            <a:off x="518688" y="17716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37" name="sues200_satellite_to_uav_300m/sues200_satellite_to_uav_300m/seed-1/full/ECE">
            <a:extLst xmlns:a="http://schemas.openxmlformats.org/drawingml/2006/main">
              <a:ext uri="{FF2B5EF4-FFF2-40B4-BE49-F238E27FC236}">
                <a16:creationId xmlns:a16="http://schemas.microsoft.com/office/drawing/2014/main" id="{DAA4ADC5-7EFE-4017-87AE-379A2198F930}"/>
              </a:ext>
            </a:extLst>
          </p:cNvPr>
          <p:cNvSpPr>
            <a:spLocks xmlns:a="http://schemas.openxmlformats.org/drawingml/2006/main" noGrp="1"/>
          </p:cNvSpPr>
          <p:nvPr/>
        </p:nvSpPr>
        <p:spPr>
          <a:xfrm xmlns:a="http://schemas.openxmlformats.org/drawingml/2006/main">
            <a:off x="9662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0.5941</a:t>
            </a:r>
          </a:p>
        </p:txBody>
      </p:sp>
      <p:sp>
        <p:nvSpPr>
          <p:cNvPr id="38" name="sues200_satellite_to_uav_300m/sues200_satellite_to_uav_300m/seed-1/population/N">
            <a:extLst xmlns:a="http://schemas.openxmlformats.org/drawingml/2006/main">
              <a:ext uri="{FF2B5EF4-FFF2-40B4-BE49-F238E27FC236}">
                <a16:creationId xmlns:a16="http://schemas.microsoft.com/office/drawing/2014/main" id="{B011AB5D-85DA-4048-906B-6DE86508CDD5}"/>
              </a:ext>
            </a:extLst>
          </p:cNvPr>
          <p:cNvSpPr>
            <a:spLocks xmlns:a="http://schemas.openxmlformats.org/drawingml/2006/main" noGrp="1"/>
          </p:cNvSpPr>
          <p:nvPr/>
        </p:nvSpPr>
        <p:spPr>
          <a:xfrm xmlns:a="http://schemas.openxmlformats.org/drawingml/2006/main">
            <a:off x="7690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39" name="sues200_satellite_to_uav_300m/sues200_satellite_to_uav_300m/seed-1/population/header/bin">
            <a:extLst xmlns:a="http://schemas.openxmlformats.org/drawingml/2006/main">
              <a:ext uri="{FF2B5EF4-FFF2-40B4-BE49-F238E27FC236}">
                <a16:creationId xmlns:a16="http://schemas.microsoft.com/office/drawing/2014/main" id="{FEC03340-CEF1-4611-9618-06A031419A5C}"/>
              </a:ext>
            </a:extLst>
          </p:cNvPr>
          <p:cNvSpPr>
            <a:spLocks xmlns:a="http://schemas.openxmlformats.org/drawingml/2006/main" noGrp="1"/>
          </p:cNvSpPr>
          <p:nvPr/>
        </p:nvSpPr>
        <p:spPr>
          <a:xfrm xmlns:a="http://schemas.openxmlformats.org/drawingml/2006/main">
            <a:off x="5484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40" name="sues200_satellite_to_uav_300m/sues200_satellite_to_uav_300m/seed-1/population/header/visual">
            <a:extLst xmlns:a="http://schemas.openxmlformats.org/drawingml/2006/main">
              <a:ext uri="{FF2B5EF4-FFF2-40B4-BE49-F238E27FC236}">
                <a16:creationId xmlns:a16="http://schemas.microsoft.com/office/drawing/2014/main" id="{EBC38CBF-883F-4337-91A9-77B6CDFB3E03}"/>
              </a:ext>
            </a:extLst>
          </p:cNvPr>
          <p:cNvSpPr>
            <a:spLocks xmlns:a="http://schemas.openxmlformats.org/drawingml/2006/main" noGrp="1"/>
          </p:cNvSpPr>
          <p:nvPr/>
        </p:nvSpPr>
        <p:spPr>
          <a:xfrm xmlns:a="http://schemas.openxmlformats.org/drawingml/2006/main">
            <a:off x="10791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41" name="sues200_satellite_to_uav_300m/sues200_satellite_to_uav_300m/seed-1/population/header/full">
            <a:extLst xmlns:a="http://schemas.openxmlformats.org/drawingml/2006/main">
              <a:ext uri="{FF2B5EF4-FFF2-40B4-BE49-F238E27FC236}">
                <a16:creationId xmlns:a16="http://schemas.microsoft.com/office/drawing/2014/main" id="{DAE9FDB4-7850-4AF1-AA53-62948D98CA43}"/>
              </a:ext>
            </a:extLst>
          </p:cNvPr>
          <p:cNvSpPr>
            <a:spLocks xmlns:a="http://schemas.openxmlformats.org/drawingml/2006/main" noGrp="1"/>
          </p:cNvSpPr>
          <p:nvPr/>
        </p:nvSpPr>
        <p:spPr>
          <a:xfrm xmlns:a="http://schemas.openxmlformats.org/drawingml/2006/main">
            <a:off x="17170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42" name="sues200_satellite_to_uav_300m/sues200_satellite_to_uav_300m/seed-1/population/header/rule">
            <a:extLst xmlns:a="http://schemas.openxmlformats.org/drawingml/2006/main">
              <a:ext uri="{FF2B5EF4-FFF2-40B4-BE49-F238E27FC236}">
                <a16:creationId xmlns:a16="http://schemas.microsoft.com/office/drawing/2014/main" id="{32A85031-7CDD-4599-8E08-8EAC66A2D317}"/>
              </a:ext>
            </a:extLst>
          </p:cNvPr>
          <p:cNvSpPr>
            <a:spLocks xmlns:a="http://schemas.openxmlformats.org/drawingml/2006/main" noGrp="1"/>
          </p:cNvSpPr>
          <p:nvPr/>
        </p:nvSpPr>
        <p:spPr>
          <a:xfrm xmlns:a="http://schemas.openxmlformats.org/drawingml/2006/main" flipV="0">
            <a:off x="4699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43" name="sues200_satellite_to_uav_300m/sues200_satellite_to_uav_300m/seed-1/population/bin-1/label">
            <a:extLst xmlns:a="http://schemas.openxmlformats.org/drawingml/2006/main">
              <a:ext uri="{FF2B5EF4-FFF2-40B4-BE49-F238E27FC236}">
                <a16:creationId xmlns:a16="http://schemas.microsoft.com/office/drawing/2014/main" id="{E675C60E-FE92-4ACE-9C09-80F76E0F22D0}"/>
              </a:ext>
            </a:extLst>
          </p:cNvPr>
          <p:cNvSpPr>
            <a:spLocks xmlns:a="http://schemas.openxmlformats.org/drawingml/2006/main" noGrp="1"/>
          </p:cNvSpPr>
          <p:nvPr/>
        </p:nvSpPr>
        <p:spPr>
          <a:xfrm xmlns:a="http://schemas.openxmlformats.org/drawingml/2006/main">
            <a:off x="6019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44" name="sues200_satellite_to_uav_300m/sues200_satellite_to_uav_300m/seed-1/population/bin-1/visual">
            <a:extLst xmlns:a="http://schemas.openxmlformats.org/drawingml/2006/main">
              <a:ext uri="{FF2B5EF4-FFF2-40B4-BE49-F238E27FC236}">
                <a16:creationId xmlns:a16="http://schemas.microsoft.com/office/drawing/2014/main" id="{16B30698-19ED-46E1-9A96-9A988213F0C7}"/>
              </a:ext>
            </a:extLst>
          </p:cNvPr>
          <p:cNvSpPr>
            <a:spLocks xmlns:a="http://schemas.openxmlformats.org/drawingml/2006/main" noGrp="1"/>
          </p:cNvSpPr>
          <p:nvPr/>
        </p:nvSpPr>
        <p:spPr>
          <a:xfrm xmlns:a="http://schemas.openxmlformats.org/drawingml/2006/main">
            <a:off x="1208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45" name="sues200_satellite_to_uav_300m/sues200_satellite_to_uav_300m/seed-1/population/bin-1/full">
            <a:extLst xmlns:a="http://schemas.openxmlformats.org/drawingml/2006/main">
              <a:ext uri="{FF2B5EF4-FFF2-40B4-BE49-F238E27FC236}">
                <a16:creationId xmlns:a16="http://schemas.microsoft.com/office/drawing/2014/main" id="{F97FAB15-454E-4E4F-992E-6098D978D58A}"/>
              </a:ext>
            </a:extLst>
          </p:cNvPr>
          <p:cNvSpPr>
            <a:spLocks xmlns:a="http://schemas.openxmlformats.org/drawingml/2006/main" noGrp="1"/>
          </p:cNvSpPr>
          <p:nvPr/>
        </p:nvSpPr>
        <p:spPr>
          <a:xfrm xmlns:a="http://schemas.openxmlformats.org/drawingml/2006/main">
            <a:off x="18438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46" name="sues200_satellite_to_uav_300m/sues200_satellite_to_uav_300m/seed-1/population/bin-2/label">
            <a:extLst xmlns:a="http://schemas.openxmlformats.org/drawingml/2006/main">
              <a:ext uri="{FF2B5EF4-FFF2-40B4-BE49-F238E27FC236}">
                <a16:creationId xmlns:a16="http://schemas.microsoft.com/office/drawing/2014/main" id="{87E9AC9E-1624-47F3-A38F-28F51791819A}"/>
              </a:ext>
            </a:extLst>
          </p:cNvPr>
          <p:cNvSpPr>
            <a:spLocks xmlns:a="http://schemas.openxmlformats.org/drawingml/2006/main" noGrp="1"/>
          </p:cNvSpPr>
          <p:nvPr/>
        </p:nvSpPr>
        <p:spPr>
          <a:xfrm xmlns:a="http://schemas.openxmlformats.org/drawingml/2006/main">
            <a:off x="60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47" name="sues200_satellite_to_uav_300m/sues200_satellite_to_uav_300m/seed-1/population/bin-2/visual">
            <a:extLst xmlns:a="http://schemas.openxmlformats.org/drawingml/2006/main">
              <a:ext uri="{FF2B5EF4-FFF2-40B4-BE49-F238E27FC236}">
                <a16:creationId xmlns:a16="http://schemas.microsoft.com/office/drawing/2014/main" id="{82F9D86C-9C16-4FEB-909B-003216F8A903}"/>
              </a:ext>
            </a:extLst>
          </p:cNvPr>
          <p:cNvSpPr>
            <a:spLocks xmlns:a="http://schemas.openxmlformats.org/drawingml/2006/main" noGrp="1"/>
          </p:cNvSpPr>
          <p:nvPr/>
        </p:nvSpPr>
        <p:spPr>
          <a:xfrm xmlns:a="http://schemas.openxmlformats.org/drawingml/2006/main">
            <a:off x="1236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8" name="sues200_satellite_to_uav_300m/sues200_satellite_to_uav_300m/seed-1/population/bin-2/full">
            <a:extLst xmlns:a="http://schemas.openxmlformats.org/drawingml/2006/main">
              <a:ext uri="{FF2B5EF4-FFF2-40B4-BE49-F238E27FC236}">
                <a16:creationId xmlns:a16="http://schemas.microsoft.com/office/drawing/2014/main" id="{2761734A-764F-4731-B4E9-656CEC5811CF}"/>
              </a:ext>
            </a:extLst>
          </p:cNvPr>
          <p:cNvSpPr>
            <a:spLocks xmlns:a="http://schemas.openxmlformats.org/drawingml/2006/main" noGrp="1"/>
          </p:cNvSpPr>
          <p:nvPr/>
        </p:nvSpPr>
        <p:spPr>
          <a:xfrm xmlns:a="http://schemas.openxmlformats.org/drawingml/2006/main">
            <a:off x="18719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49" name="sues200_satellite_to_uav_300m/sues200_satellite_to_uav_300m/seed-1/population/bin-3/label">
            <a:extLst xmlns:a="http://schemas.openxmlformats.org/drawingml/2006/main">
              <a:ext uri="{FF2B5EF4-FFF2-40B4-BE49-F238E27FC236}">
                <a16:creationId xmlns:a16="http://schemas.microsoft.com/office/drawing/2014/main" id="{89683313-C066-4768-A21F-F088AEBB0757}"/>
              </a:ext>
            </a:extLst>
          </p:cNvPr>
          <p:cNvSpPr>
            <a:spLocks xmlns:a="http://schemas.openxmlformats.org/drawingml/2006/main" noGrp="1"/>
          </p:cNvSpPr>
          <p:nvPr/>
        </p:nvSpPr>
        <p:spPr>
          <a:xfrm xmlns:a="http://schemas.openxmlformats.org/drawingml/2006/main">
            <a:off x="60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50" name="sues200_satellite_to_uav_300m/sues200_satellite_to_uav_300m/seed-1/population/bin-3/visual">
            <a:extLst xmlns:a="http://schemas.openxmlformats.org/drawingml/2006/main">
              <a:ext uri="{FF2B5EF4-FFF2-40B4-BE49-F238E27FC236}">
                <a16:creationId xmlns:a16="http://schemas.microsoft.com/office/drawing/2014/main" id="{B8206A75-F2D4-49F5-B388-8F5497567807}"/>
              </a:ext>
            </a:extLst>
          </p:cNvPr>
          <p:cNvSpPr>
            <a:spLocks xmlns:a="http://schemas.openxmlformats.org/drawingml/2006/main" noGrp="1"/>
          </p:cNvSpPr>
          <p:nvPr/>
        </p:nvSpPr>
        <p:spPr>
          <a:xfrm xmlns:a="http://schemas.openxmlformats.org/drawingml/2006/main">
            <a:off x="1236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1" name="sues200_satellite_to_uav_300m/sues200_satellite_to_uav_300m/seed-1/population/bin-3/full">
            <a:extLst xmlns:a="http://schemas.openxmlformats.org/drawingml/2006/main">
              <a:ext uri="{FF2B5EF4-FFF2-40B4-BE49-F238E27FC236}">
                <a16:creationId xmlns:a16="http://schemas.microsoft.com/office/drawing/2014/main" id="{74081769-699B-4EBF-9EC4-8EF2B4C14D27}"/>
              </a:ext>
            </a:extLst>
          </p:cNvPr>
          <p:cNvSpPr>
            <a:spLocks xmlns:a="http://schemas.openxmlformats.org/drawingml/2006/main" noGrp="1"/>
          </p:cNvSpPr>
          <p:nvPr/>
        </p:nvSpPr>
        <p:spPr>
          <a:xfrm xmlns:a="http://schemas.openxmlformats.org/drawingml/2006/main">
            <a:off x="18719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2" name="sues200_satellite_to_uav_300m/sues200_satellite_to_uav_300m/seed-1/population/bin-4/label">
            <a:extLst xmlns:a="http://schemas.openxmlformats.org/drawingml/2006/main">
              <a:ext uri="{FF2B5EF4-FFF2-40B4-BE49-F238E27FC236}">
                <a16:creationId xmlns:a16="http://schemas.microsoft.com/office/drawing/2014/main" id="{E6FD0156-F97D-4676-A77F-A0600E211B42}"/>
              </a:ext>
            </a:extLst>
          </p:cNvPr>
          <p:cNvSpPr>
            <a:spLocks xmlns:a="http://schemas.openxmlformats.org/drawingml/2006/main" noGrp="1"/>
          </p:cNvSpPr>
          <p:nvPr/>
        </p:nvSpPr>
        <p:spPr>
          <a:xfrm xmlns:a="http://schemas.openxmlformats.org/drawingml/2006/main">
            <a:off x="60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53" name="sues200_satellite_to_uav_300m/sues200_satellite_to_uav_300m/seed-1/population/bin-4/visual">
            <a:extLst xmlns:a="http://schemas.openxmlformats.org/drawingml/2006/main">
              <a:ext uri="{FF2B5EF4-FFF2-40B4-BE49-F238E27FC236}">
                <a16:creationId xmlns:a16="http://schemas.microsoft.com/office/drawing/2014/main" id="{CE27F1E3-8477-4864-B4FA-4A0A92A5B09A}"/>
              </a:ext>
            </a:extLst>
          </p:cNvPr>
          <p:cNvSpPr>
            <a:spLocks xmlns:a="http://schemas.openxmlformats.org/drawingml/2006/main" noGrp="1"/>
          </p:cNvSpPr>
          <p:nvPr/>
        </p:nvSpPr>
        <p:spPr>
          <a:xfrm xmlns:a="http://schemas.openxmlformats.org/drawingml/2006/main">
            <a:off x="1236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4" name="sues200_satellite_to_uav_300m/sues200_satellite_to_uav_300m/seed-1/population/bin-4/full">
            <a:extLst xmlns:a="http://schemas.openxmlformats.org/drawingml/2006/main">
              <a:ext uri="{FF2B5EF4-FFF2-40B4-BE49-F238E27FC236}">
                <a16:creationId xmlns:a16="http://schemas.microsoft.com/office/drawing/2014/main" id="{D2A26D14-5A24-4AC9-B707-749ED8254C24}"/>
              </a:ext>
            </a:extLst>
          </p:cNvPr>
          <p:cNvSpPr>
            <a:spLocks xmlns:a="http://schemas.openxmlformats.org/drawingml/2006/main" noGrp="1"/>
          </p:cNvSpPr>
          <p:nvPr/>
        </p:nvSpPr>
        <p:spPr>
          <a:xfrm xmlns:a="http://schemas.openxmlformats.org/drawingml/2006/main">
            <a:off x="18719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5" name="sues200_satellite_to_uav_300m/sues200_satellite_to_uav_300m/seed-1/population/bin-5/label">
            <a:extLst xmlns:a="http://schemas.openxmlformats.org/drawingml/2006/main">
              <a:ext uri="{FF2B5EF4-FFF2-40B4-BE49-F238E27FC236}">
                <a16:creationId xmlns:a16="http://schemas.microsoft.com/office/drawing/2014/main" id="{FE914C3F-E298-4F2D-803E-83FB92C47DE8}"/>
              </a:ext>
            </a:extLst>
          </p:cNvPr>
          <p:cNvSpPr>
            <a:spLocks xmlns:a="http://schemas.openxmlformats.org/drawingml/2006/main" noGrp="1"/>
          </p:cNvSpPr>
          <p:nvPr/>
        </p:nvSpPr>
        <p:spPr>
          <a:xfrm xmlns:a="http://schemas.openxmlformats.org/drawingml/2006/main">
            <a:off x="60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56" name="sues200_satellite_to_uav_300m/sues200_satellite_to_uav_300m/seed-1/population/bin-5/visual">
            <a:extLst xmlns:a="http://schemas.openxmlformats.org/drawingml/2006/main">
              <a:ext uri="{FF2B5EF4-FFF2-40B4-BE49-F238E27FC236}">
                <a16:creationId xmlns:a16="http://schemas.microsoft.com/office/drawing/2014/main" id="{8C70DB28-7D1F-4F4B-9C39-83FE0D1D8233}"/>
              </a:ext>
            </a:extLst>
          </p:cNvPr>
          <p:cNvSpPr>
            <a:spLocks xmlns:a="http://schemas.openxmlformats.org/drawingml/2006/main" noGrp="1"/>
          </p:cNvSpPr>
          <p:nvPr/>
        </p:nvSpPr>
        <p:spPr>
          <a:xfrm xmlns:a="http://schemas.openxmlformats.org/drawingml/2006/main">
            <a:off x="1236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7" name="sues200_satellite_to_uav_300m/sues200_satellite_to_uav_300m/seed-1/population/bin-5/full">
            <a:extLst xmlns:a="http://schemas.openxmlformats.org/drawingml/2006/main">
              <a:ext uri="{FF2B5EF4-FFF2-40B4-BE49-F238E27FC236}">
                <a16:creationId xmlns:a16="http://schemas.microsoft.com/office/drawing/2014/main" id="{55147AAD-079C-4887-A1AC-980C20685B6E}"/>
              </a:ext>
            </a:extLst>
          </p:cNvPr>
          <p:cNvSpPr>
            <a:spLocks xmlns:a="http://schemas.openxmlformats.org/drawingml/2006/main" noGrp="1"/>
          </p:cNvSpPr>
          <p:nvPr/>
        </p:nvSpPr>
        <p:spPr>
          <a:xfrm xmlns:a="http://schemas.openxmlformats.org/drawingml/2006/main">
            <a:off x="18719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58" name="sues200_satellite_to_uav_300m/sues200_satellite_to_uav_300m/seed-1/population/bin-6/label">
            <a:extLst xmlns:a="http://schemas.openxmlformats.org/drawingml/2006/main">
              <a:ext uri="{FF2B5EF4-FFF2-40B4-BE49-F238E27FC236}">
                <a16:creationId xmlns:a16="http://schemas.microsoft.com/office/drawing/2014/main" id="{9053A486-7044-4193-B8E0-34DD59388EB2}"/>
              </a:ext>
            </a:extLst>
          </p:cNvPr>
          <p:cNvSpPr>
            <a:spLocks xmlns:a="http://schemas.openxmlformats.org/drawingml/2006/main" noGrp="1"/>
          </p:cNvSpPr>
          <p:nvPr/>
        </p:nvSpPr>
        <p:spPr>
          <a:xfrm xmlns:a="http://schemas.openxmlformats.org/drawingml/2006/main">
            <a:off x="60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59" name="sues200_satellite_to_uav_300m/sues200_satellite_to_uav_300m/seed-1/population/bin-6/visual">
            <a:extLst xmlns:a="http://schemas.openxmlformats.org/drawingml/2006/main">
              <a:ext uri="{FF2B5EF4-FFF2-40B4-BE49-F238E27FC236}">
                <a16:creationId xmlns:a16="http://schemas.microsoft.com/office/drawing/2014/main" id="{8702D327-DB79-4C35-95EB-2F7B91F4E246}"/>
              </a:ext>
            </a:extLst>
          </p:cNvPr>
          <p:cNvSpPr>
            <a:spLocks xmlns:a="http://schemas.openxmlformats.org/drawingml/2006/main" noGrp="1"/>
          </p:cNvSpPr>
          <p:nvPr/>
        </p:nvSpPr>
        <p:spPr>
          <a:xfrm xmlns:a="http://schemas.openxmlformats.org/drawingml/2006/main">
            <a:off x="1236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0" name="sues200_satellite_to_uav_300m/sues200_satellite_to_uav_300m/seed-1/population/bin-6/full">
            <a:extLst xmlns:a="http://schemas.openxmlformats.org/drawingml/2006/main">
              <a:ext uri="{FF2B5EF4-FFF2-40B4-BE49-F238E27FC236}">
                <a16:creationId xmlns:a16="http://schemas.microsoft.com/office/drawing/2014/main" id="{1C4DB755-23A4-4963-BB05-D66C296BABB1}"/>
              </a:ext>
            </a:extLst>
          </p:cNvPr>
          <p:cNvSpPr>
            <a:spLocks xmlns:a="http://schemas.openxmlformats.org/drawingml/2006/main" noGrp="1"/>
          </p:cNvSpPr>
          <p:nvPr/>
        </p:nvSpPr>
        <p:spPr>
          <a:xfrm xmlns:a="http://schemas.openxmlformats.org/drawingml/2006/main">
            <a:off x="18719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1" name="sues200_satellite_to_uav_300m/sues200_satellite_to_uav_300m/seed-1/population/bin-7/label">
            <a:extLst xmlns:a="http://schemas.openxmlformats.org/drawingml/2006/main">
              <a:ext uri="{FF2B5EF4-FFF2-40B4-BE49-F238E27FC236}">
                <a16:creationId xmlns:a16="http://schemas.microsoft.com/office/drawing/2014/main" id="{0AAA59D5-E732-47BE-BEBD-79863EF4E1AE}"/>
              </a:ext>
            </a:extLst>
          </p:cNvPr>
          <p:cNvSpPr>
            <a:spLocks xmlns:a="http://schemas.openxmlformats.org/drawingml/2006/main" noGrp="1"/>
          </p:cNvSpPr>
          <p:nvPr/>
        </p:nvSpPr>
        <p:spPr>
          <a:xfrm xmlns:a="http://schemas.openxmlformats.org/drawingml/2006/main">
            <a:off x="60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62" name="sues200_satellite_to_uav_300m/sues200_satellite_to_uav_300m/seed-1/population/bin-7/visual">
            <a:extLst xmlns:a="http://schemas.openxmlformats.org/drawingml/2006/main">
              <a:ext uri="{FF2B5EF4-FFF2-40B4-BE49-F238E27FC236}">
                <a16:creationId xmlns:a16="http://schemas.microsoft.com/office/drawing/2014/main" id="{88814E37-347B-446A-8A13-4FC2B99FD8F8}"/>
              </a:ext>
            </a:extLst>
          </p:cNvPr>
          <p:cNvSpPr>
            <a:spLocks xmlns:a="http://schemas.openxmlformats.org/drawingml/2006/main" noGrp="1"/>
          </p:cNvSpPr>
          <p:nvPr/>
        </p:nvSpPr>
        <p:spPr>
          <a:xfrm xmlns:a="http://schemas.openxmlformats.org/drawingml/2006/main">
            <a:off x="1236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3" name="sues200_satellite_to_uav_300m/sues200_satellite_to_uav_300m/seed-1/population/bin-7/full">
            <a:extLst xmlns:a="http://schemas.openxmlformats.org/drawingml/2006/main">
              <a:ext uri="{FF2B5EF4-FFF2-40B4-BE49-F238E27FC236}">
                <a16:creationId xmlns:a16="http://schemas.microsoft.com/office/drawing/2014/main" id="{5A4106E0-EFA0-42C9-8596-43B71D77E4D0}"/>
              </a:ext>
            </a:extLst>
          </p:cNvPr>
          <p:cNvSpPr>
            <a:spLocks xmlns:a="http://schemas.openxmlformats.org/drawingml/2006/main" noGrp="1"/>
          </p:cNvSpPr>
          <p:nvPr/>
        </p:nvSpPr>
        <p:spPr>
          <a:xfrm xmlns:a="http://schemas.openxmlformats.org/drawingml/2006/main">
            <a:off x="18719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4" name="sues200_satellite_to_uav_300m/sues200_satellite_to_uav_300m/seed-1/population/bin-8/label">
            <a:extLst xmlns:a="http://schemas.openxmlformats.org/drawingml/2006/main">
              <a:ext uri="{FF2B5EF4-FFF2-40B4-BE49-F238E27FC236}">
                <a16:creationId xmlns:a16="http://schemas.microsoft.com/office/drawing/2014/main" id="{39B7466C-9FD2-4470-BC79-B414AF8DC62F}"/>
              </a:ext>
            </a:extLst>
          </p:cNvPr>
          <p:cNvSpPr>
            <a:spLocks xmlns:a="http://schemas.openxmlformats.org/drawingml/2006/main" noGrp="1"/>
          </p:cNvSpPr>
          <p:nvPr/>
        </p:nvSpPr>
        <p:spPr>
          <a:xfrm xmlns:a="http://schemas.openxmlformats.org/drawingml/2006/main">
            <a:off x="60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65" name="sues200_satellite_to_uav_300m/sues200_satellite_to_uav_300m/seed-1/population/bin-8/visual">
            <a:extLst xmlns:a="http://schemas.openxmlformats.org/drawingml/2006/main">
              <a:ext uri="{FF2B5EF4-FFF2-40B4-BE49-F238E27FC236}">
                <a16:creationId xmlns:a16="http://schemas.microsoft.com/office/drawing/2014/main" id="{B4450BC0-27EF-453E-91D8-C9B47F71460D}"/>
              </a:ext>
            </a:extLst>
          </p:cNvPr>
          <p:cNvSpPr>
            <a:spLocks xmlns:a="http://schemas.openxmlformats.org/drawingml/2006/main" noGrp="1"/>
          </p:cNvSpPr>
          <p:nvPr/>
        </p:nvSpPr>
        <p:spPr>
          <a:xfrm xmlns:a="http://schemas.openxmlformats.org/drawingml/2006/main">
            <a:off x="1236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6" name="sues200_satellite_to_uav_300m/sues200_satellite_to_uav_300m/seed-1/population/bin-8/full">
            <a:extLst xmlns:a="http://schemas.openxmlformats.org/drawingml/2006/main">
              <a:ext uri="{FF2B5EF4-FFF2-40B4-BE49-F238E27FC236}">
                <a16:creationId xmlns:a16="http://schemas.microsoft.com/office/drawing/2014/main" id="{E82188F7-41FD-45A0-B58C-61282FF71A8D}"/>
              </a:ext>
            </a:extLst>
          </p:cNvPr>
          <p:cNvSpPr>
            <a:spLocks xmlns:a="http://schemas.openxmlformats.org/drawingml/2006/main" noGrp="1"/>
          </p:cNvSpPr>
          <p:nvPr/>
        </p:nvSpPr>
        <p:spPr>
          <a:xfrm xmlns:a="http://schemas.openxmlformats.org/drawingml/2006/main">
            <a:off x="18719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7" name="sues200_satellite_to_uav_300m/sues200_satellite_to_uav_300m/seed-1/population/bin-9/label">
            <a:extLst xmlns:a="http://schemas.openxmlformats.org/drawingml/2006/main">
              <a:ext uri="{FF2B5EF4-FFF2-40B4-BE49-F238E27FC236}">
                <a16:creationId xmlns:a16="http://schemas.microsoft.com/office/drawing/2014/main" id="{68EE1924-0AD3-4A6D-A706-3FB76A1A05ED}"/>
              </a:ext>
            </a:extLst>
          </p:cNvPr>
          <p:cNvSpPr>
            <a:spLocks xmlns:a="http://schemas.openxmlformats.org/drawingml/2006/main" noGrp="1"/>
          </p:cNvSpPr>
          <p:nvPr/>
        </p:nvSpPr>
        <p:spPr>
          <a:xfrm xmlns:a="http://schemas.openxmlformats.org/drawingml/2006/main">
            <a:off x="60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68" name="sues200_satellite_to_uav_300m/sues200_satellite_to_uav_300m/seed-1/population/bin-9/visual">
            <a:extLst xmlns:a="http://schemas.openxmlformats.org/drawingml/2006/main">
              <a:ext uri="{FF2B5EF4-FFF2-40B4-BE49-F238E27FC236}">
                <a16:creationId xmlns:a16="http://schemas.microsoft.com/office/drawing/2014/main" id="{7DFEFD65-DE5E-4EE6-BFBD-88F11D3A7D0B}"/>
              </a:ext>
            </a:extLst>
          </p:cNvPr>
          <p:cNvSpPr>
            <a:spLocks xmlns:a="http://schemas.openxmlformats.org/drawingml/2006/main" noGrp="1"/>
          </p:cNvSpPr>
          <p:nvPr/>
        </p:nvSpPr>
        <p:spPr>
          <a:xfrm xmlns:a="http://schemas.openxmlformats.org/drawingml/2006/main">
            <a:off x="1236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69" name="sues200_satellite_to_uav_300m/sues200_satellite_to_uav_300m/seed-1/population/bin-9/full">
            <a:extLst xmlns:a="http://schemas.openxmlformats.org/drawingml/2006/main">
              <a:ext uri="{FF2B5EF4-FFF2-40B4-BE49-F238E27FC236}">
                <a16:creationId xmlns:a16="http://schemas.microsoft.com/office/drawing/2014/main" id="{066DD4EC-51A5-473A-8A39-5074BE1229F3}"/>
              </a:ext>
            </a:extLst>
          </p:cNvPr>
          <p:cNvSpPr>
            <a:spLocks xmlns:a="http://schemas.openxmlformats.org/drawingml/2006/main" noGrp="1"/>
          </p:cNvSpPr>
          <p:nvPr/>
        </p:nvSpPr>
        <p:spPr>
          <a:xfrm xmlns:a="http://schemas.openxmlformats.org/drawingml/2006/main">
            <a:off x="18719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0" name="sues200_satellite_to_uav_300m/sues200_satellite_to_uav_300m/seed-1/population/bin-10/label">
            <a:extLst xmlns:a="http://schemas.openxmlformats.org/drawingml/2006/main">
              <a:ext uri="{FF2B5EF4-FFF2-40B4-BE49-F238E27FC236}">
                <a16:creationId xmlns:a16="http://schemas.microsoft.com/office/drawing/2014/main" id="{EC69AA57-82C6-49A5-9759-D71D3D7F02EA}"/>
              </a:ext>
            </a:extLst>
          </p:cNvPr>
          <p:cNvSpPr>
            <a:spLocks xmlns:a="http://schemas.openxmlformats.org/drawingml/2006/main" noGrp="1"/>
          </p:cNvSpPr>
          <p:nvPr/>
        </p:nvSpPr>
        <p:spPr>
          <a:xfrm xmlns:a="http://schemas.openxmlformats.org/drawingml/2006/main">
            <a:off x="5738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71" name="sues200_satellite_to_uav_300m/sues200_satellite_to_uav_300m/seed-1/population/bin-10/visual">
            <a:extLst xmlns:a="http://schemas.openxmlformats.org/drawingml/2006/main">
              <a:ext uri="{FF2B5EF4-FFF2-40B4-BE49-F238E27FC236}">
                <a16:creationId xmlns:a16="http://schemas.microsoft.com/office/drawing/2014/main" id="{081545F2-D9B2-433E-849C-08B85B0498CC}"/>
              </a:ext>
            </a:extLst>
          </p:cNvPr>
          <p:cNvSpPr>
            <a:spLocks xmlns:a="http://schemas.openxmlformats.org/drawingml/2006/main" noGrp="1"/>
          </p:cNvSpPr>
          <p:nvPr/>
        </p:nvSpPr>
        <p:spPr>
          <a:xfrm xmlns:a="http://schemas.openxmlformats.org/drawingml/2006/main">
            <a:off x="1236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2" name="sues200_satellite_to_uav_300m/sues200_satellite_to_uav_300m/seed-1/population/bin-10/full">
            <a:extLst xmlns:a="http://schemas.openxmlformats.org/drawingml/2006/main">
              <a:ext uri="{FF2B5EF4-FFF2-40B4-BE49-F238E27FC236}">
                <a16:creationId xmlns:a16="http://schemas.microsoft.com/office/drawing/2014/main" id="{3BD12961-263A-4DE0-A811-AF0F5F9C68AB}"/>
              </a:ext>
            </a:extLst>
          </p:cNvPr>
          <p:cNvSpPr>
            <a:spLocks xmlns:a="http://schemas.openxmlformats.org/drawingml/2006/main" noGrp="1"/>
          </p:cNvSpPr>
          <p:nvPr/>
        </p:nvSpPr>
        <p:spPr>
          <a:xfrm xmlns:a="http://schemas.openxmlformats.org/drawingml/2006/main">
            <a:off x="18719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3" name="sues200_satellite_to_uav_300m/sues200_satellite_to_uav_300m/seed-1/population/bin-11/label">
            <a:extLst xmlns:a="http://schemas.openxmlformats.org/drawingml/2006/main">
              <a:ext uri="{FF2B5EF4-FFF2-40B4-BE49-F238E27FC236}">
                <a16:creationId xmlns:a16="http://schemas.microsoft.com/office/drawing/2014/main" id="{387EB79A-CB75-4577-A632-67FB7E175F63}"/>
              </a:ext>
            </a:extLst>
          </p:cNvPr>
          <p:cNvSpPr>
            <a:spLocks xmlns:a="http://schemas.openxmlformats.org/drawingml/2006/main" noGrp="1"/>
          </p:cNvSpPr>
          <p:nvPr/>
        </p:nvSpPr>
        <p:spPr>
          <a:xfrm xmlns:a="http://schemas.openxmlformats.org/drawingml/2006/main">
            <a:off x="5775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74" name="sues200_satellite_to_uav_300m/sues200_satellite_to_uav_300m/seed-1/population/bin-11/visual">
            <a:extLst xmlns:a="http://schemas.openxmlformats.org/drawingml/2006/main">
              <a:ext uri="{FF2B5EF4-FFF2-40B4-BE49-F238E27FC236}">
                <a16:creationId xmlns:a16="http://schemas.microsoft.com/office/drawing/2014/main" id="{B7C777BA-E7AD-4CD9-924C-011F04DA47D4}"/>
              </a:ext>
            </a:extLst>
          </p:cNvPr>
          <p:cNvSpPr>
            <a:spLocks xmlns:a="http://schemas.openxmlformats.org/drawingml/2006/main" noGrp="1"/>
          </p:cNvSpPr>
          <p:nvPr/>
        </p:nvSpPr>
        <p:spPr>
          <a:xfrm xmlns:a="http://schemas.openxmlformats.org/drawingml/2006/main">
            <a:off x="1236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5" name="sues200_satellite_to_uav_300m/sues200_satellite_to_uav_300m/seed-1/population/bin-11/full">
            <a:extLst xmlns:a="http://schemas.openxmlformats.org/drawingml/2006/main">
              <a:ext uri="{FF2B5EF4-FFF2-40B4-BE49-F238E27FC236}">
                <a16:creationId xmlns:a16="http://schemas.microsoft.com/office/drawing/2014/main" id="{6DAE9064-8C58-47A4-A24B-28BCE322F155}"/>
              </a:ext>
            </a:extLst>
          </p:cNvPr>
          <p:cNvSpPr>
            <a:spLocks xmlns:a="http://schemas.openxmlformats.org/drawingml/2006/main" noGrp="1"/>
          </p:cNvSpPr>
          <p:nvPr/>
        </p:nvSpPr>
        <p:spPr>
          <a:xfrm xmlns:a="http://schemas.openxmlformats.org/drawingml/2006/main">
            <a:off x="18719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6" name="sues200_satellite_to_uav_300m/sues200_satellite_to_uav_300m/seed-1/population/bin-12/label">
            <a:extLst xmlns:a="http://schemas.openxmlformats.org/drawingml/2006/main">
              <a:ext uri="{FF2B5EF4-FFF2-40B4-BE49-F238E27FC236}">
                <a16:creationId xmlns:a16="http://schemas.microsoft.com/office/drawing/2014/main" id="{557A02C7-1C84-4AAF-A2EC-7B100C2630D2}"/>
              </a:ext>
            </a:extLst>
          </p:cNvPr>
          <p:cNvSpPr>
            <a:spLocks xmlns:a="http://schemas.openxmlformats.org/drawingml/2006/main" noGrp="1"/>
          </p:cNvSpPr>
          <p:nvPr/>
        </p:nvSpPr>
        <p:spPr>
          <a:xfrm xmlns:a="http://schemas.openxmlformats.org/drawingml/2006/main">
            <a:off x="5738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77" name="sues200_satellite_to_uav_300m/sues200_satellite_to_uav_300m/seed-1/population/bin-12/visual">
            <a:extLst xmlns:a="http://schemas.openxmlformats.org/drawingml/2006/main">
              <a:ext uri="{FF2B5EF4-FFF2-40B4-BE49-F238E27FC236}">
                <a16:creationId xmlns:a16="http://schemas.microsoft.com/office/drawing/2014/main" id="{A6F95E48-C419-4471-A5A5-64905730EE27}"/>
              </a:ext>
            </a:extLst>
          </p:cNvPr>
          <p:cNvSpPr>
            <a:spLocks xmlns:a="http://schemas.openxmlformats.org/drawingml/2006/main" noGrp="1"/>
          </p:cNvSpPr>
          <p:nvPr/>
        </p:nvSpPr>
        <p:spPr>
          <a:xfrm xmlns:a="http://schemas.openxmlformats.org/drawingml/2006/main">
            <a:off x="1236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8" name="sues200_satellite_to_uav_300m/sues200_satellite_to_uav_300m/seed-1/population/bin-12/full">
            <a:extLst xmlns:a="http://schemas.openxmlformats.org/drawingml/2006/main">
              <a:ext uri="{FF2B5EF4-FFF2-40B4-BE49-F238E27FC236}">
                <a16:creationId xmlns:a16="http://schemas.microsoft.com/office/drawing/2014/main" id="{6FC48383-BAB4-4A80-AE31-B374AE4552AC}"/>
              </a:ext>
            </a:extLst>
          </p:cNvPr>
          <p:cNvSpPr>
            <a:spLocks xmlns:a="http://schemas.openxmlformats.org/drawingml/2006/main" noGrp="1"/>
          </p:cNvSpPr>
          <p:nvPr/>
        </p:nvSpPr>
        <p:spPr>
          <a:xfrm xmlns:a="http://schemas.openxmlformats.org/drawingml/2006/main">
            <a:off x="18719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79" name="sues200_satellite_to_uav_300m/sues200_satellite_to_uav_300m/seed-1/population/bin-13/label">
            <a:extLst xmlns:a="http://schemas.openxmlformats.org/drawingml/2006/main">
              <a:ext uri="{FF2B5EF4-FFF2-40B4-BE49-F238E27FC236}">
                <a16:creationId xmlns:a16="http://schemas.microsoft.com/office/drawing/2014/main" id="{EE9C0A9F-9270-4BA3-8A62-AF2C9014BC11}"/>
              </a:ext>
            </a:extLst>
          </p:cNvPr>
          <p:cNvSpPr>
            <a:spLocks xmlns:a="http://schemas.openxmlformats.org/drawingml/2006/main" noGrp="1"/>
          </p:cNvSpPr>
          <p:nvPr/>
        </p:nvSpPr>
        <p:spPr>
          <a:xfrm xmlns:a="http://schemas.openxmlformats.org/drawingml/2006/main">
            <a:off x="5738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80" name="sues200_satellite_to_uav_300m/sues200_satellite_to_uav_300m/seed-1/population/bin-13/visual">
            <a:extLst xmlns:a="http://schemas.openxmlformats.org/drawingml/2006/main">
              <a:ext uri="{FF2B5EF4-FFF2-40B4-BE49-F238E27FC236}">
                <a16:creationId xmlns:a16="http://schemas.microsoft.com/office/drawing/2014/main" id="{65110098-92D7-4370-9C0B-27E8AA78CE12}"/>
              </a:ext>
            </a:extLst>
          </p:cNvPr>
          <p:cNvSpPr>
            <a:spLocks xmlns:a="http://schemas.openxmlformats.org/drawingml/2006/main" noGrp="1"/>
          </p:cNvSpPr>
          <p:nvPr/>
        </p:nvSpPr>
        <p:spPr>
          <a:xfrm xmlns:a="http://schemas.openxmlformats.org/drawingml/2006/main">
            <a:off x="1236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1" name="sues200_satellite_to_uav_300m/sues200_satellite_to_uav_300m/seed-1/population/bin-13/full">
            <a:extLst xmlns:a="http://schemas.openxmlformats.org/drawingml/2006/main">
              <a:ext uri="{FF2B5EF4-FFF2-40B4-BE49-F238E27FC236}">
                <a16:creationId xmlns:a16="http://schemas.microsoft.com/office/drawing/2014/main" id="{76EEE61A-E6E0-4CF9-B501-03997BD6422B}"/>
              </a:ext>
            </a:extLst>
          </p:cNvPr>
          <p:cNvSpPr>
            <a:spLocks xmlns:a="http://schemas.openxmlformats.org/drawingml/2006/main" noGrp="1"/>
          </p:cNvSpPr>
          <p:nvPr/>
        </p:nvSpPr>
        <p:spPr>
          <a:xfrm xmlns:a="http://schemas.openxmlformats.org/drawingml/2006/main">
            <a:off x="18719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2" name="sues200_satellite_to_uav_300m/sues200_satellite_to_uav_300m/seed-1/population/bin-14/label">
            <a:extLst xmlns:a="http://schemas.openxmlformats.org/drawingml/2006/main">
              <a:ext uri="{FF2B5EF4-FFF2-40B4-BE49-F238E27FC236}">
                <a16:creationId xmlns:a16="http://schemas.microsoft.com/office/drawing/2014/main" id="{59B9B158-7152-41F1-84FB-D26A57E5CA8B}"/>
              </a:ext>
            </a:extLst>
          </p:cNvPr>
          <p:cNvSpPr>
            <a:spLocks xmlns:a="http://schemas.openxmlformats.org/drawingml/2006/main" noGrp="1"/>
          </p:cNvSpPr>
          <p:nvPr/>
        </p:nvSpPr>
        <p:spPr>
          <a:xfrm xmlns:a="http://schemas.openxmlformats.org/drawingml/2006/main">
            <a:off x="5738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83" name="sues200_satellite_to_uav_300m/sues200_satellite_to_uav_300m/seed-1/population/bin-14/visual">
            <a:extLst xmlns:a="http://schemas.openxmlformats.org/drawingml/2006/main">
              <a:ext uri="{FF2B5EF4-FFF2-40B4-BE49-F238E27FC236}">
                <a16:creationId xmlns:a16="http://schemas.microsoft.com/office/drawing/2014/main" id="{5EF95D40-1BBD-4A6A-9E4D-F0513BEE0541}"/>
              </a:ext>
            </a:extLst>
          </p:cNvPr>
          <p:cNvSpPr>
            <a:spLocks xmlns:a="http://schemas.openxmlformats.org/drawingml/2006/main" noGrp="1"/>
          </p:cNvSpPr>
          <p:nvPr/>
        </p:nvSpPr>
        <p:spPr>
          <a:xfrm xmlns:a="http://schemas.openxmlformats.org/drawingml/2006/main">
            <a:off x="1236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4" name="sues200_satellite_to_uav_300m/sues200_satellite_to_uav_300m/seed-1/population/bin-14/full">
            <a:extLst xmlns:a="http://schemas.openxmlformats.org/drawingml/2006/main">
              <a:ext uri="{FF2B5EF4-FFF2-40B4-BE49-F238E27FC236}">
                <a16:creationId xmlns:a16="http://schemas.microsoft.com/office/drawing/2014/main" id="{49E91D9D-78BA-4718-8A86-5C618E67A8F1}"/>
              </a:ext>
            </a:extLst>
          </p:cNvPr>
          <p:cNvSpPr>
            <a:spLocks xmlns:a="http://schemas.openxmlformats.org/drawingml/2006/main" noGrp="1"/>
          </p:cNvSpPr>
          <p:nvPr/>
        </p:nvSpPr>
        <p:spPr>
          <a:xfrm xmlns:a="http://schemas.openxmlformats.org/drawingml/2006/main">
            <a:off x="18719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5" name="sues200_satellite_to_uav_300m/sues200_satellite_to_uav_300m/seed-1/population/bin-15/label">
            <a:extLst xmlns:a="http://schemas.openxmlformats.org/drawingml/2006/main">
              <a:ext uri="{FF2B5EF4-FFF2-40B4-BE49-F238E27FC236}">
                <a16:creationId xmlns:a16="http://schemas.microsoft.com/office/drawing/2014/main" id="{4F0ABE73-6C62-43D3-8DD3-80F0A7437271}"/>
              </a:ext>
            </a:extLst>
          </p:cNvPr>
          <p:cNvSpPr>
            <a:spLocks xmlns:a="http://schemas.openxmlformats.org/drawingml/2006/main" noGrp="1"/>
          </p:cNvSpPr>
          <p:nvPr/>
        </p:nvSpPr>
        <p:spPr>
          <a:xfrm xmlns:a="http://schemas.openxmlformats.org/drawingml/2006/main">
            <a:off x="5738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86" name="sues200_satellite_to_uav_300m/sues200_satellite_to_uav_300m/seed-1/population/bin-15/visual">
            <a:extLst xmlns:a="http://schemas.openxmlformats.org/drawingml/2006/main">
              <a:ext uri="{FF2B5EF4-FFF2-40B4-BE49-F238E27FC236}">
                <a16:creationId xmlns:a16="http://schemas.microsoft.com/office/drawing/2014/main" id="{35E81CEE-DE30-4FB2-81BA-8862D21E5E7E}"/>
              </a:ext>
            </a:extLst>
          </p:cNvPr>
          <p:cNvSpPr>
            <a:spLocks xmlns:a="http://schemas.openxmlformats.org/drawingml/2006/main" noGrp="1"/>
          </p:cNvSpPr>
          <p:nvPr/>
        </p:nvSpPr>
        <p:spPr>
          <a:xfrm xmlns:a="http://schemas.openxmlformats.org/drawingml/2006/main">
            <a:off x="1236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7" name="sues200_satellite_to_uav_300m/sues200_satellite_to_uav_300m/seed-1/population/bin-15/full">
            <a:extLst xmlns:a="http://schemas.openxmlformats.org/drawingml/2006/main">
              <a:ext uri="{FF2B5EF4-FFF2-40B4-BE49-F238E27FC236}">
                <a16:creationId xmlns:a16="http://schemas.microsoft.com/office/drawing/2014/main" id="{FBE9D2F5-CAD1-48B1-9F0F-D4619FC934B8}"/>
              </a:ext>
            </a:extLst>
          </p:cNvPr>
          <p:cNvSpPr>
            <a:spLocks xmlns:a="http://schemas.openxmlformats.org/drawingml/2006/main" noGrp="1"/>
          </p:cNvSpPr>
          <p:nvPr/>
        </p:nvSpPr>
        <p:spPr>
          <a:xfrm xmlns:a="http://schemas.openxmlformats.org/drawingml/2006/main">
            <a:off x="18719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88" name="sues200_satellite_to_uav_300m/sues200_satellite_to_uav_300m/seed-2/seed-heading">
            <a:extLst xmlns:a="http://schemas.openxmlformats.org/drawingml/2006/main">
              <a:ext uri="{FF2B5EF4-FFF2-40B4-BE49-F238E27FC236}">
                <a16:creationId xmlns:a16="http://schemas.microsoft.com/office/drawing/2014/main" id="{3AA551B6-C243-4F77-877B-210F2B25B357}"/>
              </a:ext>
            </a:extLst>
          </p:cNvPr>
          <p:cNvSpPr>
            <a:spLocks xmlns:a="http://schemas.openxmlformats.org/drawingml/2006/main" noGrp="1"/>
          </p:cNvSpPr>
          <p:nvPr/>
        </p:nvSpPr>
        <p:spPr>
          <a:xfrm xmlns:a="http://schemas.openxmlformats.org/drawingml/2006/main">
            <a:off x="31510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89" name="sues200_satellite_to_uav_300m/sues200_satellite_to_uav_300m/seed-2/y-grid-0">
            <a:extLst xmlns:a="http://schemas.openxmlformats.org/drawingml/2006/main">
              <a:ext uri="{FF2B5EF4-FFF2-40B4-BE49-F238E27FC236}">
                <a16:creationId xmlns:a16="http://schemas.microsoft.com/office/drawing/2014/main" id="{B1B2A392-0853-4649-97A1-2AAB007F839A}"/>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300m/sues200_satellite_to_uav_300m/seed-2/y-label-0">
            <a:extLst xmlns:a="http://schemas.openxmlformats.org/drawingml/2006/main">
              <a:ext uri="{FF2B5EF4-FFF2-40B4-BE49-F238E27FC236}">
                <a16:creationId xmlns:a16="http://schemas.microsoft.com/office/drawing/2014/main" id="{6220F4C7-D6C9-4644-88FB-5145CE146687}"/>
              </a:ext>
            </a:extLst>
          </p:cNvPr>
          <p:cNvSpPr>
            <a:spLocks xmlns:a="http://schemas.openxmlformats.org/drawingml/2006/main" noGrp="1"/>
          </p:cNvSpPr>
          <p:nvPr/>
        </p:nvSpPr>
        <p:spPr>
          <a:xfrm xmlns:a="http://schemas.openxmlformats.org/drawingml/2006/main">
            <a:off x="24104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1" name="sues200_satellite_to_uav_300m/sues200_satellite_to_uav_300m/seed-2/x-tick-0">
            <a:extLst xmlns:a="http://schemas.openxmlformats.org/drawingml/2006/main">
              <a:ext uri="{FF2B5EF4-FFF2-40B4-BE49-F238E27FC236}">
                <a16:creationId xmlns:a16="http://schemas.microsoft.com/office/drawing/2014/main" id="{D2BC309D-99C3-4D7D-B6C7-0426E05F1490}"/>
              </a:ext>
            </a:extLst>
          </p:cNvPr>
          <p:cNvSpPr>
            <a:spLocks xmlns:a="http://schemas.openxmlformats.org/drawingml/2006/main" noGrp="1"/>
          </p:cNvSpPr>
          <p:nvPr/>
        </p:nvSpPr>
        <p:spPr>
          <a:xfrm xmlns:a="http://schemas.openxmlformats.org/drawingml/2006/main" flipV="0">
            <a:off x="25400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300m/sues200_satellite_to_uav_300m/seed-2/x-label-0">
            <a:extLst xmlns:a="http://schemas.openxmlformats.org/drawingml/2006/main">
              <a:ext uri="{FF2B5EF4-FFF2-40B4-BE49-F238E27FC236}">
                <a16:creationId xmlns:a16="http://schemas.microsoft.com/office/drawing/2014/main" id="{483EF3BB-7748-4C45-8C83-292DCBC9B1BD}"/>
              </a:ext>
            </a:extLst>
          </p:cNvPr>
          <p:cNvSpPr>
            <a:spLocks xmlns:a="http://schemas.openxmlformats.org/drawingml/2006/main" noGrp="1"/>
          </p:cNvSpPr>
          <p:nvPr/>
        </p:nvSpPr>
        <p:spPr>
          <a:xfrm xmlns:a="http://schemas.openxmlformats.org/drawingml/2006/main">
            <a:off x="25069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93" name="sues200_satellite_to_uav_300m/sues200_satellite_to_uav_300m/seed-2/y-grid-0.25">
            <a:extLst xmlns:a="http://schemas.openxmlformats.org/drawingml/2006/main">
              <a:ext uri="{FF2B5EF4-FFF2-40B4-BE49-F238E27FC236}">
                <a16:creationId xmlns:a16="http://schemas.microsoft.com/office/drawing/2014/main" id="{EF41EBF5-BDD0-42EA-920A-96E4985746C0}"/>
              </a:ext>
            </a:extLst>
          </p:cNvPr>
          <p:cNvSpPr>
            <a:spLocks xmlns:a="http://schemas.openxmlformats.org/drawingml/2006/main" noGrp="1"/>
          </p:cNvSpPr>
          <p:nvPr/>
        </p:nvSpPr>
        <p:spPr>
          <a:xfrm xmlns:a="http://schemas.openxmlformats.org/drawingml/2006/main" flipV="0">
            <a:off x="25400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4" name="sues200_satellite_to_uav_300m/sues200_satellite_to_uav_300m/seed-2/y-label-0.25">
            <a:extLst xmlns:a="http://schemas.openxmlformats.org/drawingml/2006/main">
              <a:ext uri="{FF2B5EF4-FFF2-40B4-BE49-F238E27FC236}">
                <a16:creationId xmlns:a16="http://schemas.microsoft.com/office/drawing/2014/main" id="{AB67501B-1290-4D06-8DD4-C5A79FFD50A2}"/>
              </a:ext>
            </a:extLst>
          </p:cNvPr>
          <p:cNvSpPr>
            <a:spLocks xmlns:a="http://schemas.openxmlformats.org/drawingml/2006/main" noGrp="1"/>
          </p:cNvSpPr>
          <p:nvPr/>
        </p:nvSpPr>
        <p:spPr>
          <a:xfrm xmlns:a="http://schemas.openxmlformats.org/drawingml/2006/main">
            <a:off x="22694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5" name="sues200_satellite_to_uav_300m/sues200_satellite_to_uav_300m/seed-2/x-tick-0.25">
            <a:extLst xmlns:a="http://schemas.openxmlformats.org/drawingml/2006/main">
              <a:ext uri="{FF2B5EF4-FFF2-40B4-BE49-F238E27FC236}">
                <a16:creationId xmlns:a16="http://schemas.microsoft.com/office/drawing/2014/main" id="{65E1F709-C96D-434B-A462-2B6C7806E5DC}"/>
              </a:ext>
            </a:extLst>
          </p:cNvPr>
          <p:cNvSpPr>
            <a:spLocks xmlns:a="http://schemas.openxmlformats.org/drawingml/2006/main" noGrp="1"/>
          </p:cNvSpPr>
          <p:nvPr/>
        </p:nvSpPr>
        <p:spPr>
          <a:xfrm xmlns:a="http://schemas.openxmlformats.org/drawingml/2006/main" flipV="0">
            <a:off x="29400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6" name="sues200_satellite_to_uav_300m/sues200_satellite_to_uav_300m/seed-2/x-label-0.25">
            <a:extLst xmlns:a="http://schemas.openxmlformats.org/drawingml/2006/main">
              <a:ext uri="{FF2B5EF4-FFF2-40B4-BE49-F238E27FC236}">
                <a16:creationId xmlns:a16="http://schemas.microsoft.com/office/drawing/2014/main" id="{7EECD5D0-B9B3-4B05-85D3-90168A1A6987}"/>
              </a:ext>
            </a:extLst>
          </p:cNvPr>
          <p:cNvSpPr>
            <a:spLocks xmlns:a="http://schemas.openxmlformats.org/drawingml/2006/main" noGrp="1"/>
          </p:cNvSpPr>
          <p:nvPr/>
        </p:nvSpPr>
        <p:spPr>
          <a:xfrm xmlns:a="http://schemas.openxmlformats.org/drawingml/2006/main">
            <a:off x="28365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97" name="sues200_satellite_to_uav_300m/sues200_satellite_to_uav_300m/seed-2/y-grid-0.5">
            <a:extLst xmlns:a="http://schemas.openxmlformats.org/drawingml/2006/main">
              <a:ext uri="{FF2B5EF4-FFF2-40B4-BE49-F238E27FC236}">
                <a16:creationId xmlns:a16="http://schemas.microsoft.com/office/drawing/2014/main" id="{70D06633-D8A0-4D4C-9C4B-04C6F3B6D10F}"/>
              </a:ext>
            </a:extLst>
          </p:cNvPr>
          <p:cNvSpPr>
            <a:spLocks xmlns:a="http://schemas.openxmlformats.org/drawingml/2006/main" noGrp="1"/>
          </p:cNvSpPr>
          <p:nvPr/>
        </p:nvSpPr>
        <p:spPr>
          <a:xfrm xmlns:a="http://schemas.openxmlformats.org/drawingml/2006/main" flipV="0">
            <a:off x="25400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8" name="sues200_satellite_to_uav_300m/sues200_satellite_to_uav_300m/seed-2/y-label-0.5">
            <a:extLst xmlns:a="http://schemas.openxmlformats.org/drawingml/2006/main">
              <a:ext uri="{FF2B5EF4-FFF2-40B4-BE49-F238E27FC236}">
                <a16:creationId xmlns:a16="http://schemas.microsoft.com/office/drawing/2014/main" id="{17958B11-4343-4895-9EA0-159052AE7EDD}"/>
              </a:ext>
            </a:extLst>
          </p:cNvPr>
          <p:cNvSpPr>
            <a:spLocks xmlns:a="http://schemas.openxmlformats.org/drawingml/2006/main" noGrp="1"/>
          </p:cNvSpPr>
          <p:nvPr/>
        </p:nvSpPr>
        <p:spPr>
          <a:xfrm xmlns:a="http://schemas.openxmlformats.org/drawingml/2006/main">
            <a:off x="23259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99" name="sues200_satellite_to_uav_300m/sues200_satellite_to_uav_300m/seed-2/x-tick-0.5">
            <a:extLst xmlns:a="http://schemas.openxmlformats.org/drawingml/2006/main">
              <a:ext uri="{FF2B5EF4-FFF2-40B4-BE49-F238E27FC236}">
                <a16:creationId xmlns:a16="http://schemas.microsoft.com/office/drawing/2014/main" id="{3444B844-F066-4551-B031-4EA5337C9FF0}"/>
              </a:ext>
            </a:extLst>
          </p:cNvPr>
          <p:cNvSpPr>
            <a:spLocks xmlns:a="http://schemas.openxmlformats.org/drawingml/2006/main" noGrp="1"/>
          </p:cNvSpPr>
          <p:nvPr/>
        </p:nvSpPr>
        <p:spPr>
          <a:xfrm xmlns:a="http://schemas.openxmlformats.org/drawingml/2006/main" flipV="0">
            <a:off x="33401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300m/sues200_satellite_to_uav_300m/seed-2/x-label-0.5">
            <a:extLst xmlns:a="http://schemas.openxmlformats.org/drawingml/2006/main">
              <a:ext uri="{FF2B5EF4-FFF2-40B4-BE49-F238E27FC236}">
                <a16:creationId xmlns:a16="http://schemas.microsoft.com/office/drawing/2014/main" id="{F4BB1883-AD86-48E4-ABE3-5A8E702C070F}"/>
              </a:ext>
            </a:extLst>
          </p:cNvPr>
          <p:cNvSpPr>
            <a:spLocks xmlns:a="http://schemas.openxmlformats.org/drawingml/2006/main" noGrp="1"/>
          </p:cNvSpPr>
          <p:nvPr/>
        </p:nvSpPr>
        <p:spPr>
          <a:xfrm xmlns:a="http://schemas.openxmlformats.org/drawingml/2006/main">
            <a:off x="32648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01" name="sues200_satellite_to_uav_300m/sues200_satellite_to_uav_300m/seed-2/y-grid-0.75">
            <a:extLst xmlns:a="http://schemas.openxmlformats.org/drawingml/2006/main">
              <a:ext uri="{FF2B5EF4-FFF2-40B4-BE49-F238E27FC236}">
                <a16:creationId xmlns:a16="http://schemas.microsoft.com/office/drawing/2014/main" id="{957D5A20-0DD9-404C-99AA-2144D26C1CAA}"/>
              </a:ext>
            </a:extLst>
          </p:cNvPr>
          <p:cNvSpPr>
            <a:spLocks xmlns:a="http://schemas.openxmlformats.org/drawingml/2006/main" noGrp="1"/>
          </p:cNvSpPr>
          <p:nvPr/>
        </p:nvSpPr>
        <p:spPr>
          <a:xfrm xmlns:a="http://schemas.openxmlformats.org/drawingml/2006/main" flipV="0">
            <a:off x="25400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2" name="sues200_satellite_to_uav_300m/sues200_satellite_to_uav_300m/seed-2/y-label-0.75">
            <a:extLst xmlns:a="http://schemas.openxmlformats.org/drawingml/2006/main">
              <a:ext uri="{FF2B5EF4-FFF2-40B4-BE49-F238E27FC236}">
                <a16:creationId xmlns:a16="http://schemas.microsoft.com/office/drawing/2014/main" id="{D3F98CF2-E6B8-4DC6-BA12-F26A93F2C807}"/>
              </a:ext>
            </a:extLst>
          </p:cNvPr>
          <p:cNvSpPr>
            <a:spLocks xmlns:a="http://schemas.openxmlformats.org/drawingml/2006/main" noGrp="1"/>
          </p:cNvSpPr>
          <p:nvPr/>
        </p:nvSpPr>
        <p:spPr>
          <a:xfrm xmlns:a="http://schemas.openxmlformats.org/drawingml/2006/main">
            <a:off x="22694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3" name="sues200_satellite_to_uav_300m/sues200_satellite_to_uav_300m/seed-2/x-tick-0.75">
            <a:extLst xmlns:a="http://schemas.openxmlformats.org/drawingml/2006/main">
              <a:ext uri="{FF2B5EF4-FFF2-40B4-BE49-F238E27FC236}">
                <a16:creationId xmlns:a16="http://schemas.microsoft.com/office/drawing/2014/main" id="{76F753F0-11C1-4383-B410-E463A56E554F}"/>
              </a:ext>
            </a:extLst>
          </p:cNvPr>
          <p:cNvSpPr>
            <a:spLocks xmlns:a="http://schemas.openxmlformats.org/drawingml/2006/main" noGrp="1"/>
          </p:cNvSpPr>
          <p:nvPr/>
        </p:nvSpPr>
        <p:spPr>
          <a:xfrm xmlns:a="http://schemas.openxmlformats.org/drawingml/2006/main" flipV="0">
            <a:off x="37401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4" name="sues200_satellite_to_uav_300m/sues200_satellite_to_uav_300m/seed-2/x-label-0.75">
            <a:extLst xmlns:a="http://schemas.openxmlformats.org/drawingml/2006/main">
              <a:ext uri="{FF2B5EF4-FFF2-40B4-BE49-F238E27FC236}">
                <a16:creationId xmlns:a16="http://schemas.microsoft.com/office/drawing/2014/main" id="{80F3AE82-6EF2-4501-89EC-9696D496D5FA}"/>
              </a:ext>
            </a:extLst>
          </p:cNvPr>
          <p:cNvSpPr>
            <a:spLocks xmlns:a="http://schemas.openxmlformats.org/drawingml/2006/main" noGrp="1"/>
          </p:cNvSpPr>
          <p:nvPr/>
        </p:nvSpPr>
        <p:spPr>
          <a:xfrm xmlns:a="http://schemas.openxmlformats.org/drawingml/2006/main">
            <a:off x="36366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05" name="sues200_satellite_to_uav_300m/sues200_satellite_to_uav_300m/seed-2/y-grid-1">
            <a:extLst xmlns:a="http://schemas.openxmlformats.org/drawingml/2006/main">
              <a:ext uri="{FF2B5EF4-FFF2-40B4-BE49-F238E27FC236}">
                <a16:creationId xmlns:a16="http://schemas.microsoft.com/office/drawing/2014/main" id="{4ECC54DF-5479-4FA9-AB8E-10683ED785FB}"/>
              </a:ext>
            </a:extLst>
          </p:cNvPr>
          <p:cNvSpPr>
            <a:spLocks xmlns:a="http://schemas.openxmlformats.org/drawingml/2006/main" noGrp="1"/>
          </p:cNvSpPr>
          <p:nvPr/>
        </p:nvSpPr>
        <p:spPr>
          <a:xfrm xmlns:a="http://schemas.openxmlformats.org/drawingml/2006/main" flipV="0">
            <a:off x="25400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6" name="sues200_satellite_to_uav_300m/sues200_satellite_to_uav_300m/seed-2/y-label-1">
            <a:extLst xmlns:a="http://schemas.openxmlformats.org/drawingml/2006/main">
              <a:ext uri="{FF2B5EF4-FFF2-40B4-BE49-F238E27FC236}">
                <a16:creationId xmlns:a16="http://schemas.microsoft.com/office/drawing/2014/main" id="{E14AEBB5-9287-49F2-A385-86A0E9FF74A5}"/>
              </a:ext>
            </a:extLst>
          </p:cNvPr>
          <p:cNvSpPr>
            <a:spLocks xmlns:a="http://schemas.openxmlformats.org/drawingml/2006/main" noGrp="1"/>
          </p:cNvSpPr>
          <p:nvPr/>
        </p:nvSpPr>
        <p:spPr>
          <a:xfrm xmlns:a="http://schemas.openxmlformats.org/drawingml/2006/main">
            <a:off x="24104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7" name="sues200_satellite_to_uav_300m/sues200_satellite_to_uav_300m/seed-2/x-tick-1">
            <a:extLst xmlns:a="http://schemas.openxmlformats.org/drawingml/2006/main">
              <a:ext uri="{FF2B5EF4-FFF2-40B4-BE49-F238E27FC236}">
                <a16:creationId xmlns:a16="http://schemas.microsoft.com/office/drawing/2014/main" id="{45890673-5C15-4EB6-8FEA-DD2248416FA7}"/>
              </a:ext>
            </a:extLst>
          </p:cNvPr>
          <p:cNvSpPr>
            <a:spLocks xmlns:a="http://schemas.openxmlformats.org/drawingml/2006/main" noGrp="1"/>
          </p:cNvSpPr>
          <p:nvPr/>
        </p:nvSpPr>
        <p:spPr>
          <a:xfrm xmlns:a="http://schemas.openxmlformats.org/drawingml/2006/main" flipV="0">
            <a:off x="41402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8" name="sues200_satellite_to_uav_300m/sues200_satellite_to_uav_300m/seed-2/x-label-1">
            <a:extLst xmlns:a="http://schemas.openxmlformats.org/drawingml/2006/main">
              <a:ext uri="{FF2B5EF4-FFF2-40B4-BE49-F238E27FC236}">
                <a16:creationId xmlns:a16="http://schemas.microsoft.com/office/drawing/2014/main" id="{B216E883-AE89-4D6E-937B-7609625CE7DC}"/>
              </a:ext>
            </a:extLst>
          </p:cNvPr>
          <p:cNvSpPr>
            <a:spLocks xmlns:a="http://schemas.openxmlformats.org/drawingml/2006/main" noGrp="1"/>
          </p:cNvSpPr>
          <p:nvPr/>
        </p:nvSpPr>
        <p:spPr>
          <a:xfrm xmlns:a="http://schemas.openxmlformats.org/drawingml/2006/main">
            <a:off x="41071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09" name="sues200_satellite_to_uav_300m/sues200_satellite_to_uav_300m/seed-2/reference-equality">
            <a:extLst xmlns:a="http://schemas.openxmlformats.org/drawingml/2006/main">
              <a:ext uri="{FF2B5EF4-FFF2-40B4-BE49-F238E27FC236}">
                <a16:creationId xmlns:a16="http://schemas.microsoft.com/office/drawing/2014/main" id="{3C5A73F1-2653-49B2-81E3-5DD1FA319121}"/>
              </a:ext>
            </a:extLst>
          </p:cNvPr>
          <p:cNvSpPr>
            <a:spLocks xmlns:a="http://schemas.openxmlformats.org/drawingml/2006/main" noGrp="1"/>
          </p:cNvSpPr>
          <p:nvPr/>
        </p:nvSpPr>
        <p:spPr>
          <a:xfrm xmlns:a="http://schemas.openxmlformats.org/drawingml/2006/main" flipV="1">
            <a:off x="25400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10" name="sues200_satellite_to_uav_300m/sues200_satellite_to_uav_300m/seed-2/y-axis">
            <a:extLst xmlns:a="http://schemas.openxmlformats.org/drawingml/2006/main">
              <a:ext uri="{FF2B5EF4-FFF2-40B4-BE49-F238E27FC236}">
                <a16:creationId xmlns:a16="http://schemas.microsoft.com/office/drawing/2014/main" id="{9396A9D8-6CF7-48E3-8CB8-271DEE1C90BB}"/>
              </a:ext>
            </a:extLst>
          </p:cNvPr>
          <p:cNvSpPr>
            <a:spLocks xmlns:a="http://schemas.openxmlformats.org/drawingml/2006/main" noGrp="1"/>
          </p:cNvSpPr>
          <p:nvPr/>
        </p:nvSpPr>
        <p:spPr>
          <a:xfrm xmlns:a="http://schemas.openxmlformats.org/drawingml/2006/main" flipV="0">
            <a:off x="25400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1" name="sues200_satellite_to_uav_300m/sues200_satellite_to_uav_300m/seed-2/x-axis">
            <a:extLst xmlns:a="http://schemas.openxmlformats.org/drawingml/2006/main">
              <a:ext uri="{FF2B5EF4-FFF2-40B4-BE49-F238E27FC236}">
                <a16:creationId xmlns:a16="http://schemas.microsoft.com/office/drawing/2014/main" id="{433BB418-4E37-436E-83C1-19284169940A}"/>
              </a:ext>
            </a:extLst>
          </p:cNvPr>
          <p:cNvSpPr>
            <a:spLocks xmlns:a="http://schemas.openxmlformats.org/drawingml/2006/main" noGrp="1"/>
          </p:cNvSpPr>
          <p:nvPr/>
        </p:nvSpPr>
        <p:spPr>
          <a:xfrm xmlns:a="http://schemas.openxmlformats.org/drawingml/2006/main" flipV="0">
            <a:off x="25400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2" name="sues200_satellite_to_uav_300m/sues200_satellite_to_uav_300m/seed-2/visual/bin-1/point">
            <a:extLst xmlns:a="http://schemas.openxmlformats.org/drawingml/2006/main">
              <a:ext uri="{FF2B5EF4-FFF2-40B4-BE49-F238E27FC236}">
                <a16:creationId xmlns:a16="http://schemas.microsoft.com/office/drawing/2014/main" id="{9A0B94E4-079F-4707-AAC0-F65FD2DAEC8A}"/>
              </a:ext>
            </a:extLst>
          </p:cNvPr>
          <p:cNvSpPr>
            <a:spLocks xmlns:a="http://schemas.openxmlformats.org/drawingml/2006/main" noGrp="1"/>
          </p:cNvSpPr>
          <p:nvPr/>
        </p:nvSpPr>
        <p:spPr>
          <a:xfrm xmlns:a="http://schemas.openxmlformats.org/drawingml/2006/main">
            <a:off x="2519537" y="156337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13" name="sues200_satellite_to_uav_300m/sues200_satellite_to_uav_300m/seed-2/visual/ECE">
            <a:extLst xmlns:a="http://schemas.openxmlformats.org/drawingml/2006/main">
              <a:ext uri="{FF2B5EF4-FFF2-40B4-BE49-F238E27FC236}">
                <a16:creationId xmlns:a16="http://schemas.microsoft.com/office/drawing/2014/main" id="{F0EEF2A8-02C4-46D9-A1DA-5F82F14CD135}"/>
              </a:ext>
            </a:extLst>
          </p:cNvPr>
          <p:cNvSpPr>
            <a:spLocks xmlns:a="http://schemas.openxmlformats.org/drawingml/2006/main" noGrp="1"/>
          </p:cNvSpPr>
          <p:nvPr/>
        </p:nvSpPr>
        <p:spPr>
          <a:xfrm xmlns:a="http://schemas.openxmlformats.org/drawingml/2006/main">
            <a:off x="29699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0.7316</a:t>
            </a:r>
          </a:p>
        </p:txBody>
      </p:sp>
      <p:sp>
        <p:nvSpPr>
          <p:cNvPr id="114" name="sues200_satellite_to_uav_300m/sues200_satellite_to_uav_300m/seed-2/full/bin-1/point">
            <a:extLst xmlns:a="http://schemas.openxmlformats.org/drawingml/2006/main">
              <a:ext uri="{FF2B5EF4-FFF2-40B4-BE49-F238E27FC236}">
                <a16:creationId xmlns:a16="http://schemas.microsoft.com/office/drawing/2014/main" id="{98993FF5-4BF3-4F90-BD31-B7BF6DF465E5}"/>
              </a:ext>
            </a:extLst>
          </p:cNvPr>
          <p:cNvSpPr>
            <a:spLocks xmlns:a="http://schemas.openxmlformats.org/drawingml/2006/main" noGrp="1"/>
          </p:cNvSpPr>
          <p:nvPr/>
        </p:nvSpPr>
        <p:spPr>
          <a:xfrm xmlns:a="http://schemas.openxmlformats.org/drawingml/2006/main">
            <a:off x="2523838" y="18084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5" name="sues200_satellite_to_uav_300m/sues200_satellite_to_uav_300m/seed-2/full/ECE">
            <a:extLst xmlns:a="http://schemas.openxmlformats.org/drawingml/2006/main">
              <a:ext uri="{FF2B5EF4-FFF2-40B4-BE49-F238E27FC236}">
                <a16:creationId xmlns:a16="http://schemas.microsoft.com/office/drawing/2014/main" id="{2BE3E4E1-1101-4E78-90DD-1D60453EE9EA}"/>
              </a:ext>
            </a:extLst>
          </p:cNvPr>
          <p:cNvSpPr>
            <a:spLocks xmlns:a="http://schemas.openxmlformats.org/drawingml/2006/main" noGrp="1"/>
          </p:cNvSpPr>
          <p:nvPr/>
        </p:nvSpPr>
        <p:spPr>
          <a:xfrm xmlns:a="http://schemas.openxmlformats.org/drawingml/2006/main">
            <a:off x="29728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0.5700</a:t>
            </a:r>
          </a:p>
        </p:txBody>
      </p:sp>
      <p:sp>
        <p:nvSpPr>
          <p:cNvPr id="116" name="sues200_satellite_to_uav_300m/sues200_satellite_to_uav_300m/seed-2/population/N">
            <a:extLst xmlns:a="http://schemas.openxmlformats.org/drawingml/2006/main">
              <a:ext uri="{FF2B5EF4-FFF2-40B4-BE49-F238E27FC236}">
                <a16:creationId xmlns:a16="http://schemas.microsoft.com/office/drawing/2014/main" id="{B29E9908-582B-46E7-890B-4C2970949AF3}"/>
              </a:ext>
            </a:extLst>
          </p:cNvPr>
          <p:cNvSpPr>
            <a:spLocks xmlns:a="http://schemas.openxmlformats.org/drawingml/2006/main" noGrp="1"/>
          </p:cNvSpPr>
          <p:nvPr/>
        </p:nvSpPr>
        <p:spPr>
          <a:xfrm xmlns:a="http://schemas.openxmlformats.org/drawingml/2006/main">
            <a:off x="27756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17" name="sues200_satellite_to_uav_300m/sues200_satellite_to_uav_300m/seed-2/population/header/bin">
            <a:extLst xmlns:a="http://schemas.openxmlformats.org/drawingml/2006/main">
              <a:ext uri="{FF2B5EF4-FFF2-40B4-BE49-F238E27FC236}">
                <a16:creationId xmlns:a16="http://schemas.microsoft.com/office/drawing/2014/main" id="{97DAC0A9-704A-4C5D-A7FE-728B6BE972DA}"/>
              </a:ext>
            </a:extLst>
          </p:cNvPr>
          <p:cNvSpPr>
            <a:spLocks xmlns:a="http://schemas.openxmlformats.org/drawingml/2006/main" noGrp="1"/>
          </p:cNvSpPr>
          <p:nvPr/>
        </p:nvSpPr>
        <p:spPr>
          <a:xfrm xmlns:a="http://schemas.openxmlformats.org/drawingml/2006/main">
            <a:off x="25550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18" name="sues200_satellite_to_uav_300m/sues200_satellite_to_uav_300m/seed-2/population/header/visual">
            <a:extLst xmlns:a="http://schemas.openxmlformats.org/drawingml/2006/main">
              <a:ext uri="{FF2B5EF4-FFF2-40B4-BE49-F238E27FC236}">
                <a16:creationId xmlns:a16="http://schemas.microsoft.com/office/drawing/2014/main" id="{03953ABF-C931-4CA7-AE6F-A6151F1695E9}"/>
              </a:ext>
            </a:extLst>
          </p:cNvPr>
          <p:cNvSpPr>
            <a:spLocks xmlns:a="http://schemas.openxmlformats.org/drawingml/2006/main" noGrp="1"/>
          </p:cNvSpPr>
          <p:nvPr/>
        </p:nvSpPr>
        <p:spPr>
          <a:xfrm xmlns:a="http://schemas.openxmlformats.org/drawingml/2006/main">
            <a:off x="30857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19" name="sues200_satellite_to_uav_300m/sues200_satellite_to_uav_300m/seed-2/population/header/full">
            <a:extLst xmlns:a="http://schemas.openxmlformats.org/drawingml/2006/main">
              <a:ext uri="{FF2B5EF4-FFF2-40B4-BE49-F238E27FC236}">
                <a16:creationId xmlns:a16="http://schemas.microsoft.com/office/drawing/2014/main" id="{6E84F27C-CA5C-4E8A-82DA-DFCFB86B836F}"/>
              </a:ext>
            </a:extLst>
          </p:cNvPr>
          <p:cNvSpPr>
            <a:spLocks xmlns:a="http://schemas.openxmlformats.org/drawingml/2006/main" noGrp="1"/>
          </p:cNvSpPr>
          <p:nvPr/>
        </p:nvSpPr>
        <p:spPr>
          <a:xfrm xmlns:a="http://schemas.openxmlformats.org/drawingml/2006/main">
            <a:off x="37236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20" name="sues200_satellite_to_uav_300m/sues200_satellite_to_uav_300m/seed-2/population/header/rule">
            <a:extLst xmlns:a="http://schemas.openxmlformats.org/drawingml/2006/main">
              <a:ext uri="{FF2B5EF4-FFF2-40B4-BE49-F238E27FC236}">
                <a16:creationId xmlns:a16="http://schemas.microsoft.com/office/drawing/2014/main" id="{1BD97A3B-76DA-4785-ABAC-509F16F72AAD}"/>
              </a:ext>
            </a:extLst>
          </p:cNvPr>
          <p:cNvSpPr>
            <a:spLocks xmlns:a="http://schemas.openxmlformats.org/drawingml/2006/main" noGrp="1"/>
          </p:cNvSpPr>
          <p:nvPr/>
        </p:nvSpPr>
        <p:spPr>
          <a:xfrm xmlns:a="http://schemas.openxmlformats.org/drawingml/2006/main" flipV="0">
            <a:off x="24765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21" name="sues200_satellite_to_uav_300m/sues200_satellite_to_uav_300m/seed-2/population/bin-1/label">
            <a:extLst xmlns:a="http://schemas.openxmlformats.org/drawingml/2006/main">
              <a:ext uri="{FF2B5EF4-FFF2-40B4-BE49-F238E27FC236}">
                <a16:creationId xmlns:a16="http://schemas.microsoft.com/office/drawing/2014/main" id="{9B74B3D0-B03C-46A5-9770-6000AB0E8CB5}"/>
              </a:ext>
            </a:extLst>
          </p:cNvPr>
          <p:cNvSpPr>
            <a:spLocks xmlns:a="http://schemas.openxmlformats.org/drawingml/2006/main" noGrp="1"/>
          </p:cNvSpPr>
          <p:nvPr/>
        </p:nvSpPr>
        <p:spPr>
          <a:xfrm xmlns:a="http://schemas.openxmlformats.org/drawingml/2006/main">
            <a:off x="26085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22" name="sues200_satellite_to_uav_300m/sues200_satellite_to_uav_300m/seed-2/population/bin-1/visual">
            <a:extLst xmlns:a="http://schemas.openxmlformats.org/drawingml/2006/main">
              <a:ext uri="{FF2B5EF4-FFF2-40B4-BE49-F238E27FC236}">
                <a16:creationId xmlns:a16="http://schemas.microsoft.com/office/drawing/2014/main" id="{FC4DB9C1-2EDD-4BF1-80C5-F81E852D1A8A}"/>
              </a:ext>
            </a:extLst>
          </p:cNvPr>
          <p:cNvSpPr>
            <a:spLocks xmlns:a="http://schemas.openxmlformats.org/drawingml/2006/main" noGrp="1"/>
          </p:cNvSpPr>
          <p:nvPr/>
        </p:nvSpPr>
        <p:spPr>
          <a:xfrm xmlns:a="http://schemas.openxmlformats.org/drawingml/2006/main">
            <a:off x="3215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123" name="sues200_satellite_to_uav_300m/sues200_satellite_to_uav_300m/seed-2/population/bin-1/full">
            <a:extLst xmlns:a="http://schemas.openxmlformats.org/drawingml/2006/main">
              <a:ext uri="{FF2B5EF4-FFF2-40B4-BE49-F238E27FC236}">
                <a16:creationId xmlns:a16="http://schemas.microsoft.com/office/drawing/2014/main" id="{89878AAE-6419-4A42-8237-180D7F7FCFF6}"/>
              </a:ext>
            </a:extLst>
          </p:cNvPr>
          <p:cNvSpPr>
            <a:spLocks xmlns:a="http://schemas.openxmlformats.org/drawingml/2006/main" noGrp="1"/>
          </p:cNvSpPr>
          <p:nvPr/>
        </p:nvSpPr>
        <p:spPr>
          <a:xfrm xmlns:a="http://schemas.openxmlformats.org/drawingml/2006/main">
            <a:off x="38504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124" name="sues200_satellite_to_uav_300m/sues200_satellite_to_uav_300m/seed-2/population/bin-2/label">
            <a:extLst xmlns:a="http://schemas.openxmlformats.org/drawingml/2006/main">
              <a:ext uri="{FF2B5EF4-FFF2-40B4-BE49-F238E27FC236}">
                <a16:creationId xmlns:a16="http://schemas.microsoft.com/office/drawing/2014/main" id="{05D57E52-F272-41B2-8F21-A47EDA84B0FB}"/>
              </a:ext>
            </a:extLst>
          </p:cNvPr>
          <p:cNvSpPr>
            <a:spLocks xmlns:a="http://schemas.openxmlformats.org/drawingml/2006/main" noGrp="1"/>
          </p:cNvSpPr>
          <p:nvPr/>
        </p:nvSpPr>
        <p:spPr>
          <a:xfrm xmlns:a="http://schemas.openxmlformats.org/drawingml/2006/main">
            <a:off x="260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125" name="sues200_satellite_to_uav_300m/sues200_satellite_to_uav_300m/seed-2/population/bin-2/visual">
            <a:extLst xmlns:a="http://schemas.openxmlformats.org/drawingml/2006/main">
              <a:ext uri="{FF2B5EF4-FFF2-40B4-BE49-F238E27FC236}">
                <a16:creationId xmlns:a16="http://schemas.microsoft.com/office/drawing/2014/main" id="{3D91F45A-C3F0-461C-8008-1CEA28013C07}"/>
              </a:ext>
            </a:extLst>
          </p:cNvPr>
          <p:cNvSpPr>
            <a:spLocks xmlns:a="http://schemas.openxmlformats.org/drawingml/2006/main" noGrp="1"/>
          </p:cNvSpPr>
          <p:nvPr/>
        </p:nvSpPr>
        <p:spPr>
          <a:xfrm xmlns:a="http://schemas.openxmlformats.org/drawingml/2006/main">
            <a:off x="3243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6" name="sues200_satellite_to_uav_300m/sues200_satellite_to_uav_300m/seed-2/population/bin-2/full">
            <a:extLst xmlns:a="http://schemas.openxmlformats.org/drawingml/2006/main">
              <a:ext uri="{FF2B5EF4-FFF2-40B4-BE49-F238E27FC236}">
                <a16:creationId xmlns:a16="http://schemas.microsoft.com/office/drawing/2014/main" id="{4DA71716-7643-4A50-99FE-8EDA9CEAEF6A}"/>
              </a:ext>
            </a:extLst>
          </p:cNvPr>
          <p:cNvSpPr>
            <a:spLocks xmlns:a="http://schemas.openxmlformats.org/drawingml/2006/main" noGrp="1"/>
          </p:cNvSpPr>
          <p:nvPr/>
        </p:nvSpPr>
        <p:spPr>
          <a:xfrm xmlns:a="http://schemas.openxmlformats.org/drawingml/2006/main">
            <a:off x="38785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7" name="sues200_satellite_to_uav_300m/sues200_satellite_to_uav_300m/seed-2/population/bin-3/label">
            <a:extLst xmlns:a="http://schemas.openxmlformats.org/drawingml/2006/main">
              <a:ext uri="{FF2B5EF4-FFF2-40B4-BE49-F238E27FC236}">
                <a16:creationId xmlns:a16="http://schemas.microsoft.com/office/drawing/2014/main" id="{66812183-A54C-492E-958F-DCE0F1BDA334}"/>
              </a:ext>
            </a:extLst>
          </p:cNvPr>
          <p:cNvSpPr>
            <a:spLocks xmlns:a="http://schemas.openxmlformats.org/drawingml/2006/main" noGrp="1"/>
          </p:cNvSpPr>
          <p:nvPr/>
        </p:nvSpPr>
        <p:spPr>
          <a:xfrm xmlns:a="http://schemas.openxmlformats.org/drawingml/2006/main">
            <a:off x="260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128" name="sues200_satellite_to_uav_300m/sues200_satellite_to_uav_300m/seed-2/population/bin-3/visual">
            <a:extLst xmlns:a="http://schemas.openxmlformats.org/drawingml/2006/main">
              <a:ext uri="{FF2B5EF4-FFF2-40B4-BE49-F238E27FC236}">
                <a16:creationId xmlns:a16="http://schemas.microsoft.com/office/drawing/2014/main" id="{0F288B3C-3A9F-4F6D-980B-A09506854D0E}"/>
              </a:ext>
            </a:extLst>
          </p:cNvPr>
          <p:cNvSpPr>
            <a:spLocks xmlns:a="http://schemas.openxmlformats.org/drawingml/2006/main" noGrp="1"/>
          </p:cNvSpPr>
          <p:nvPr/>
        </p:nvSpPr>
        <p:spPr>
          <a:xfrm xmlns:a="http://schemas.openxmlformats.org/drawingml/2006/main">
            <a:off x="3243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29" name="sues200_satellite_to_uav_300m/sues200_satellite_to_uav_300m/seed-2/population/bin-3/full">
            <a:extLst xmlns:a="http://schemas.openxmlformats.org/drawingml/2006/main">
              <a:ext uri="{FF2B5EF4-FFF2-40B4-BE49-F238E27FC236}">
                <a16:creationId xmlns:a16="http://schemas.microsoft.com/office/drawing/2014/main" id="{CBB1C551-6ADC-43EA-8044-881031F3CD8A}"/>
              </a:ext>
            </a:extLst>
          </p:cNvPr>
          <p:cNvSpPr>
            <a:spLocks xmlns:a="http://schemas.openxmlformats.org/drawingml/2006/main" noGrp="1"/>
          </p:cNvSpPr>
          <p:nvPr/>
        </p:nvSpPr>
        <p:spPr>
          <a:xfrm xmlns:a="http://schemas.openxmlformats.org/drawingml/2006/main">
            <a:off x="38785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0" name="sues200_satellite_to_uav_300m/sues200_satellite_to_uav_300m/seed-2/population/bin-4/label">
            <a:extLst xmlns:a="http://schemas.openxmlformats.org/drawingml/2006/main">
              <a:ext uri="{FF2B5EF4-FFF2-40B4-BE49-F238E27FC236}">
                <a16:creationId xmlns:a16="http://schemas.microsoft.com/office/drawing/2014/main" id="{DDABB3AB-2884-4D75-9E05-F53D3DF9E2D0}"/>
              </a:ext>
            </a:extLst>
          </p:cNvPr>
          <p:cNvSpPr>
            <a:spLocks xmlns:a="http://schemas.openxmlformats.org/drawingml/2006/main" noGrp="1"/>
          </p:cNvSpPr>
          <p:nvPr/>
        </p:nvSpPr>
        <p:spPr>
          <a:xfrm xmlns:a="http://schemas.openxmlformats.org/drawingml/2006/main">
            <a:off x="260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131" name="sues200_satellite_to_uav_300m/sues200_satellite_to_uav_300m/seed-2/population/bin-4/visual">
            <a:extLst xmlns:a="http://schemas.openxmlformats.org/drawingml/2006/main">
              <a:ext uri="{FF2B5EF4-FFF2-40B4-BE49-F238E27FC236}">
                <a16:creationId xmlns:a16="http://schemas.microsoft.com/office/drawing/2014/main" id="{93729C2D-A7A4-4A22-BF7A-224ABEF88006}"/>
              </a:ext>
            </a:extLst>
          </p:cNvPr>
          <p:cNvSpPr>
            <a:spLocks xmlns:a="http://schemas.openxmlformats.org/drawingml/2006/main" noGrp="1"/>
          </p:cNvSpPr>
          <p:nvPr/>
        </p:nvSpPr>
        <p:spPr>
          <a:xfrm xmlns:a="http://schemas.openxmlformats.org/drawingml/2006/main">
            <a:off x="3243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2" name="sues200_satellite_to_uav_300m/sues200_satellite_to_uav_300m/seed-2/population/bin-4/full">
            <a:extLst xmlns:a="http://schemas.openxmlformats.org/drawingml/2006/main">
              <a:ext uri="{FF2B5EF4-FFF2-40B4-BE49-F238E27FC236}">
                <a16:creationId xmlns:a16="http://schemas.microsoft.com/office/drawing/2014/main" id="{49BB05D9-FCDE-4AA2-8239-72A8EFAC5B5F}"/>
              </a:ext>
            </a:extLst>
          </p:cNvPr>
          <p:cNvSpPr>
            <a:spLocks xmlns:a="http://schemas.openxmlformats.org/drawingml/2006/main" noGrp="1"/>
          </p:cNvSpPr>
          <p:nvPr/>
        </p:nvSpPr>
        <p:spPr>
          <a:xfrm xmlns:a="http://schemas.openxmlformats.org/drawingml/2006/main">
            <a:off x="38785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3" name="sues200_satellite_to_uav_300m/sues200_satellite_to_uav_300m/seed-2/population/bin-5/label">
            <a:extLst xmlns:a="http://schemas.openxmlformats.org/drawingml/2006/main">
              <a:ext uri="{FF2B5EF4-FFF2-40B4-BE49-F238E27FC236}">
                <a16:creationId xmlns:a16="http://schemas.microsoft.com/office/drawing/2014/main" id="{05330858-87F2-4331-8FEB-7C1943B7B4CD}"/>
              </a:ext>
            </a:extLst>
          </p:cNvPr>
          <p:cNvSpPr>
            <a:spLocks xmlns:a="http://schemas.openxmlformats.org/drawingml/2006/main" noGrp="1"/>
          </p:cNvSpPr>
          <p:nvPr/>
        </p:nvSpPr>
        <p:spPr>
          <a:xfrm xmlns:a="http://schemas.openxmlformats.org/drawingml/2006/main">
            <a:off x="260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134" name="sues200_satellite_to_uav_300m/sues200_satellite_to_uav_300m/seed-2/population/bin-5/visual">
            <a:extLst xmlns:a="http://schemas.openxmlformats.org/drawingml/2006/main">
              <a:ext uri="{FF2B5EF4-FFF2-40B4-BE49-F238E27FC236}">
                <a16:creationId xmlns:a16="http://schemas.microsoft.com/office/drawing/2014/main" id="{FDDEA83C-1D6E-41A4-A6F0-08839A51A4A4}"/>
              </a:ext>
            </a:extLst>
          </p:cNvPr>
          <p:cNvSpPr>
            <a:spLocks xmlns:a="http://schemas.openxmlformats.org/drawingml/2006/main" noGrp="1"/>
          </p:cNvSpPr>
          <p:nvPr/>
        </p:nvSpPr>
        <p:spPr>
          <a:xfrm xmlns:a="http://schemas.openxmlformats.org/drawingml/2006/main">
            <a:off x="3243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5" name="sues200_satellite_to_uav_300m/sues200_satellite_to_uav_300m/seed-2/population/bin-5/full">
            <a:extLst xmlns:a="http://schemas.openxmlformats.org/drawingml/2006/main">
              <a:ext uri="{FF2B5EF4-FFF2-40B4-BE49-F238E27FC236}">
                <a16:creationId xmlns:a16="http://schemas.microsoft.com/office/drawing/2014/main" id="{0DD02D13-6078-405E-90B9-C15AF0667764}"/>
              </a:ext>
            </a:extLst>
          </p:cNvPr>
          <p:cNvSpPr>
            <a:spLocks xmlns:a="http://schemas.openxmlformats.org/drawingml/2006/main" noGrp="1"/>
          </p:cNvSpPr>
          <p:nvPr/>
        </p:nvSpPr>
        <p:spPr>
          <a:xfrm xmlns:a="http://schemas.openxmlformats.org/drawingml/2006/main">
            <a:off x="38785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6" name="sues200_satellite_to_uav_300m/sues200_satellite_to_uav_300m/seed-2/population/bin-6/label">
            <a:extLst xmlns:a="http://schemas.openxmlformats.org/drawingml/2006/main">
              <a:ext uri="{FF2B5EF4-FFF2-40B4-BE49-F238E27FC236}">
                <a16:creationId xmlns:a16="http://schemas.microsoft.com/office/drawing/2014/main" id="{90332273-F4E4-45A6-9A36-748446B70206}"/>
              </a:ext>
            </a:extLst>
          </p:cNvPr>
          <p:cNvSpPr>
            <a:spLocks xmlns:a="http://schemas.openxmlformats.org/drawingml/2006/main" noGrp="1"/>
          </p:cNvSpPr>
          <p:nvPr/>
        </p:nvSpPr>
        <p:spPr>
          <a:xfrm xmlns:a="http://schemas.openxmlformats.org/drawingml/2006/main">
            <a:off x="260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137" name="sues200_satellite_to_uav_300m/sues200_satellite_to_uav_300m/seed-2/population/bin-6/visual">
            <a:extLst xmlns:a="http://schemas.openxmlformats.org/drawingml/2006/main">
              <a:ext uri="{FF2B5EF4-FFF2-40B4-BE49-F238E27FC236}">
                <a16:creationId xmlns:a16="http://schemas.microsoft.com/office/drawing/2014/main" id="{FB369540-FFEB-4137-BEAF-B12E71694909}"/>
              </a:ext>
            </a:extLst>
          </p:cNvPr>
          <p:cNvSpPr>
            <a:spLocks xmlns:a="http://schemas.openxmlformats.org/drawingml/2006/main" noGrp="1"/>
          </p:cNvSpPr>
          <p:nvPr/>
        </p:nvSpPr>
        <p:spPr>
          <a:xfrm xmlns:a="http://schemas.openxmlformats.org/drawingml/2006/main">
            <a:off x="3243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8" name="sues200_satellite_to_uav_300m/sues200_satellite_to_uav_300m/seed-2/population/bin-6/full">
            <a:extLst xmlns:a="http://schemas.openxmlformats.org/drawingml/2006/main">
              <a:ext uri="{FF2B5EF4-FFF2-40B4-BE49-F238E27FC236}">
                <a16:creationId xmlns:a16="http://schemas.microsoft.com/office/drawing/2014/main" id="{60A83371-A002-4A19-BEC6-B4976EDC056D}"/>
              </a:ext>
            </a:extLst>
          </p:cNvPr>
          <p:cNvSpPr>
            <a:spLocks xmlns:a="http://schemas.openxmlformats.org/drawingml/2006/main" noGrp="1"/>
          </p:cNvSpPr>
          <p:nvPr/>
        </p:nvSpPr>
        <p:spPr>
          <a:xfrm xmlns:a="http://schemas.openxmlformats.org/drawingml/2006/main">
            <a:off x="38785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39" name="sues200_satellite_to_uav_300m/sues200_satellite_to_uav_300m/seed-2/population/bin-7/label">
            <a:extLst xmlns:a="http://schemas.openxmlformats.org/drawingml/2006/main">
              <a:ext uri="{FF2B5EF4-FFF2-40B4-BE49-F238E27FC236}">
                <a16:creationId xmlns:a16="http://schemas.microsoft.com/office/drawing/2014/main" id="{E8A9B065-8405-48BE-8EEF-E82BD5D288F5}"/>
              </a:ext>
            </a:extLst>
          </p:cNvPr>
          <p:cNvSpPr>
            <a:spLocks xmlns:a="http://schemas.openxmlformats.org/drawingml/2006/main" noGrp="1"/>
          </p:cNvSpPr>
          <p:nvPr/>
        </p:nvSpPr>
        <p:spPr>
          <a:xfrm xmlns:a="http://schemas.openxmlformats.org/drawingml/2006/main">
            <a:off x="260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140" name="sues200_satellite_to_uav_300m/sues200_satellite_to_uav_300m/seed-2/population/bin-7/visual">
            <a:extLst xmlns:a="http://schemas.openxmlformats.org/drawingml/2006/main">
              <a:ext uri="{FF2B5EF4-FFF2-40B4-BE49-F238E27FC236}">
                <a16:creationId xmlns:a16="http://schemas.microsoft.com/office/drawing/2014/main" id="{995504D6-499D-4EBE-AF10-C034DCE6601E}"/>
              </a:ext>
            </a:extLst>
          </p:cNvPr>
          <p:cNvSpPr>
            <a:spLocks xmlns:a="http://schemas.openxmlformats.org/drawingml/2006/main" noGrp="1"/>
          </p:cNvSpPr>
          <p:nvPr/>
        </p:nvSpPr>
        <p:spPr>
          <a:xfrm xmlns:a="http://schemas.openxmlformats.org/drawingml/2006/main">
            <a:off x="3243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1" name="sues200_satellite_to_uav_300m/sues200_satellite_to_uav_300m/seed-2/population/bin-7/full">
            <a:extLst xmlns:a="http://schemas.openxmlformats.org/drawingml/2006/main">
              <a:ext uri="{FF2B5EF4-FFF2-40B4-BE49-F238E27FC236}">
                <a16:creationId xmlns:a16="http://schemas.microsoft.com/office/drawing/2014/main" id="{1E4DF6AE-3FCE-45EA-A9BE-2387D271FF97}"/>
              </a:ext>
            </a:extLst>
          </p:cNvPr>
          <p:cNvSpPr>
            <a:spLocks xmlns:a="http://schemas.openxmlformats.org/drawingml/2006/main" noGrp="1"/>
          </p:cNvSpPr>
          <p:nvPr/>
        </p:nvSpPr>
        <p:spPr>
          <a:xfrm xmlns:a="http://schemas.openxmlformats.org/drawingml/2006/main">
            <a:off x="38785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2" name="sues200_satellite_to_uav_300m/sues200_satellite_to_uav_300m/seed-2/population/bin-8/label">
            <a:extLst xmlns:a="http://schemas.openxmlformats.org/drawingml/2006/main">
              <a:ext uri="{FF2B5EF4-FFF2-40B4-BE49-F238E27FC236}">
                <a16:creationId xmlns:a16="http://schemas.microsoft.com/office/drawing/2014/main" id="{40A24E38-6FC6-49C0-A6E9-E4EF575306DF}"/>
              </a:ext>
            </a:extLst>
          </p:cNvPr>
          <p:cNvSpPr>
            <a:spLocks xmlns:a="http://schemas.openxmlformats.org/drawingml/2006/main" noGrp="1"/>
          </p:cNvSpPr>
          <p:nvPr/>
        </p:nvSpPr>
        <p:spPr>
          <a:xfrm xmlns:a="http://schemas.openxmlformats.org/drawingml/2006/main">
            <a:off x="260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143" name="sues200_satellite_to_uav_300m/sues200_satellite_to_uav_300m/seed-2/population/bin-8/visual">
            <a:extLst xmlns:a="http://schemas.openxmlformats.org/drawingml/2006/main">
              <a:ext uri="{FF2B5EF4-FFF2-40B4-BE49-F238E27FC236}">
                <a16:creationId xmlns:a16="http://schemas.microsoft.com/office/drawing/2014/main" id="{A15A84CF-894A-4942-AB24-E60EDB2A4FD8}"/>
              </a:ext>
            </a:extLst>
          </p:cNvPr>
          <p:cNvSpPr>
            <a:spLocks xmlns:a="http://schemas.openxmlformats.org/drawingml/2006/main" noGrp="1"/>
          </p:cNvSpPr>
          <p:nvPr/>
        </p:nvSpPr>
        <p:spPr>
          <a:xfrm xmlns:a="http://schemas.openxmlformats.org/drawingml/2006/main">
            <a:off x="3243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4" name="sues200_satellite_to_uav_300m/sues200_satellite_to_uav_300m/seed-2/population/bin-8/full">
            <a:extLst xmlns:a="http://schemas.openxmlformats.org/drawingml/2006/main">
              <a:ext uri="{FF2B5EF4-FFF2-40B4-BE49-F238E27FC236}">
                <a16:creationId xmlns:a16="http://schemas.microsoft.com/office/drawing/2014/main" id="{FD91F0AF-A277-4BE2-B607-F383CA23B95F}"/>
              </a:ext>
            </a:extLst>
          </p:cNvPr>
          <p:cNvSpPr>
            <a:spLocks xmlns:a="http://schemas.openxmlformats.org/drawingml/2006/main" noGrp="1"/>
          </p:cNvSpPr>
          <p:nvPr/>
        </p:nvSpPr>
        <p:spPr>
          <a:xfrm xmlns:a="http://schemas.openxmlformats.org/drawingml/2006/main">
            <a:off x="38785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5" name="sues200_satellite_to_uav_300m/sues200_satellite_to_uav_300m/seed-2/population/bin-9/label">
            <a:extLst xmlns:a="http://schemas.openxmlformats.org/drawingml/2006/main">
              <a:ext uri="{FF2B5EF4-FFF2-40B4-BE49-F238E27FC236}">
                <a16:creationId xmlns:a16="http://schemas.microsoft.com/office/drawing/2014/main" id="{CCDC0F3F-C3C6-4D5B-91AB-F1877E727BDA}"/>
              </a:ext>
            </a:extLst>
          </p:cNvPr>
          <p:cNvSpPr>
            <a:spLocks xmlns:a="http://schemas.openxmlformats.org/drawingml/2006/main" noGrp="1"/>
          </p:cNvSpPr>
          <p:nvPr/>
        </p:nvSpPr>
        <p:spPr>
          <a:xfrm xmlns:a="http://schemas.openxmlformats.org/drawingml/2006/main">
            <a:off x="260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146" name="sues200_satellite_to_uav_300m/sues200_satellite_to_uav_300m/seed-2/population/bin-9/visual">
            <a:extLst xmlns:a="http://schemas.openxmlformats.org/drawingml/2006/main">
              <a:ext uri="{FF2B5EF4-FFF2-40B4-BE49-F238E27FC236}">
                <a16:creationId xmlns:a16="http://schemas.microsoft.com/office/drawing/2014/main" id="{8F771EC3-7521-4918-903A-B29A4AB9885C}"/>
              </a:ext>
            </a:extLst>
          </p:cNvPr>
          <p:cNvSpPr>
            <a:spLocks xmlns:a="http://schemas.openxmlformats.org/drawingml/2006/main" noGrp="1"/>
          </p:cNvSpPr>
          <p:nvPr/>
        </p:nvSpPr>
        <p:spPr>
          <a:xfrm xmlns:a="http://schemas.openxmlformats.org/drawingml/2006/main">
            <a:off x="3243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7" name="sues200_satellite_to_uav_300m/sues200_satellite_to_uav_300m/seed-2/population/bin-9/full">
            <a:extLst xmlns:a="http://schemas.openxmlformats.org/drawingml/2006/main">
              <a:ext uri="{FF2B5EF4-FFF2-40B4-BE49-F238E27FC236}">
                <a16:creationId xmlns:a16="http://schemas.microsoft.com/office/drawing/2014/main" id="{9E6C7BD6-F969-4591-A06F-5AAB5190E963}"/>
              </a:ext>
            </a:extLst>
          </p:cNvPr>
          <p:cNvSpPr>
            <a:spLocks xmlns:a="http://schemas.openxmlformats.org/drawingml/2006/main" noGrp="1"/>
          </p:cNvSpPr>
          <p:nvPr/>
        </p:nvSpPr>
        <p:spPr>
          <a:xfrm xmlns:a="http://schemas.openxmlformats.org/drawingml/2006/main">
            <a:off x="38785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48" name="sues200_satellite_to_uav_300m/sues200_satellite_to_uav_300m/seed-2/population/bin-10/label">
            <a:extLst xmlns:a="http://schemas.openxmlformats.org/drawingml/2006/main">
              <a:ext uri="{FF2B5EF4-FFF2-40B4-BE49-F238E27FC236}">
                <a16:creationId xmlns:a16="http://schemas.microsoft.com/office/drawing/2014/main" id="{25A6AC22-59C2-4402-9B1E-FD84794F116C}"/>
              </a:ext>
            </a:extLst>
          </p:cNvPr>
          <p:cNvSpPr>
            <a:spLocks xmlns:a="http://schemas.openxmlformats.org/drawingml/2006/main" noGrp="1"/>
          </p:cNvSpPr>
          <p:nvPr/>
        </p:nvSpPr>
        <p:spPr>
          <a:xfrm xmlns:a="http://schemas.openxmlformats.org/drawingml/2006/main">
            <a:off x="25804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49" name="sues200_satellite_to_uav_300m/sues200_satellite_to_uav_300m/seed-2/population/bin-10/visual">
            <a:extLst xmlns:a="http://schemas.openxmlformats.org/drawingml/2006/main">
              <a:ext uri="{FF2B5EF4-FFF2-40B4-BE49-F238E27FC236}">
                <a16:creationId xmlns:a16="http://schemas.microsoft.com/office/drawing/2014/main" id="{CFF49047-B550-4BEB-8A36-44589A90EFEC}"/>
              </a:ext>
            </a:extLst>
          </p:cNvPr>
          <p:cNvSpPr>
            <a:spLocks xmlns:a="http://schemas.openxmlformats.org/drawingml/2006/main" noGrp="1"/>
          </p:cNvSpPr>
          <p:nvPr/>
        </p:nvSpPr>
        <p:spPr>
          <a:xfrm xmlns:a="http://schemas.openxmlformats.org/drawingml/2006/main">
            <a:off x="3243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0" name="sues200_satellite_to_uav_300m/sues200_satellite_to_uav_300m/seed-2/population/bin-10/full">
            <a:extLst xmlns:a="http://schemas.openxmlformats.org/drawingml/2006/main">
              <a:ext uri="{FF2B5EF4-FFF2-40B4-BE49-F238E27FC236}">
                <a16:creationId xmlns:a16="http://schemas.microsoft.com/office/drawing/2014/main" id="{F18BD1A4-55D2-4BD4-8A55-820A7DC5B650}"/>
              </a:ext>
            </a:extLst>
          </p:cNvPr>
          <p:cNvSpPr>
            <a:spLocks xmlns:a="http://schemas.openxmlformats.org/drawingml/2006/main" noGrp="1"/>
          </p:cNvSpPr>
          <p:nvPr/>
        </p:nvSpPr>
        <p:spPr>
          <a:xfrm xmlns:a="http://schemas.openxmlformats.org/drawingml/2006/main">
            <a:off x="38785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1" name="sues200_satellite_to_uav_300m/sues200_satellite_to_uav_300m/seed-2/population/bin-11/label">
            <a:extLst xmlns:a="http://schemas.openxmlformats.org/drawingml/2006/main">
              <a:ext uri="{FF2B5EF4-FFF2-40B4-BE49-F238E27FC236}">
                <a16:creationId xmlns:a16="http://schemas.microsoft.com/office/drawing/2014/main" id="{2F5D9FC1-A91F-45A1-99D9-A50BAA984AC4}"/>
              </a:ext>
            </a:extLst>
          </p:cNvPr>
          <p:cNvSpPr>
            <a:spLocks xmlns:a="http://schemas.openxmlformats.org/drawingml/2006/main" noGrp="1"/>
          </p:cNvSpPr>
          <p:nvPr/>
        </p:nvSpPr>
        <p:spPr>
          <a:xfrm xmlns:a="http://schemas.openxmlformats.org/drawingml/2006/main">
            <a:off x="25841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152" name="sues200_satellite_to_uav_300m/sues200_satellite_to_uav_300m/seed-2/population/bin-11/visual">
            <a:extLst xmlns:a="http://schemas.openxmlformats.org/drawingml/2006/main">
              <a:ext uri="{FF2B5EF4-FFF2-40B4-BE49-F238E27FC236}">
                <a16:creationId xmlns:a16="http://schemas.microsoft.com/office/drawing/2014/main" id="{A478B722-3429-4A39-8F57-CF7B5BADE05A}"/>
              </a:ext>
            </a:extLst>
          </p:cNvPr>
          <p:cNvSpPr>
            <a:spLocks xmlns:a="http://schemas.openxmlformats.org/drawingml/2006/main" noGrp="1"/>
          </p:cNvSpPr>
          <p:nvPr/>
        </p:nvSpPr>
        <p:spPr>
          <a:xfrm xmlns:a="http://schemas.openxmlformats.org/drawingml/2006/main">
            <a:off x="3243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3" name="sues200_satellite_to_uav_300m/sues200_satellite_to_uav_300m/seed-2/population/bin-11/full">
            <a:extLst xmlns:a="http://schemas.openxmlformats.org/drawingml/2006/main">
              <a:ext uri="{FF2B5EF4-FFF2-40B4-BE49-F238E27FC236}">
                <a16:creationId xmlns:a16="http://schemas.microsoft.com/office/drawing/2014/main" id="{A8CC7D25-0C40-457D-B0F4-9338DCA0586F}"/>
              </a:ext>
            </a:extLst>
          </p:cNvPr>
          <p:cNvSpPr>
            <a:spLocks xmlns:a="http://schemas.openxmlformats.org/drawingml/2006/main" noGrp="1"/>
          </p:cNvSpPr>
          <p:nvPr/>
        </p:nvSpPr>
        <p:spPr>
          <a:xfrm xmlns:a="http://schemas.openxmlformats.org/drawingml/2006/main">
            <a:off x="38785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4" name="sues200_satellite_to_uav_300m/sues200_satellite_to_uav_300m/seed-2/population/bin-12/label">
            <a:extLst xmlns:a="http://schemas.openxmlformats.org/drawingml/2006/main">
              <a:ext uri="{FF2B5EF4-FFF2-40B4-BE49-F238E27FC236}">
                <a16:creationId xmlns:a16="http://schemas.microsoft.com/office/drawing/2014/main" id="{4C97DC7A-68BD-49F2-B12D-AC2B012704F8}"/>
              </a:ext>
            </a:extLst>
          </p:cNvPr>
          <p:cNvSpPr>
            <a:spLocks xmlns:a="http://schemas.openxmlformats.org/drawingml/2006/main" noGrp="1"/>
          </p:cNvSpPr>
          <p:nvPr/>
        </p:nvSpPr>
        <p:spPr>
          <a:xfrm xmlns:a="http://schemas.openxmlformats.org/drawingml/2006/main">
            <a:off x="25804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155" name="sues200_satellite_to_uav_300m/sues200_satellite_to_uav_300m/seed-2/population/bin-12/visual">
            <a:extLst xmlns:a="http://schemas.openxmlformats.org/drawingml/2006/main">
              <a:ext uri="{FF2B5EF4-FFF2-40B4-BE49-F238E27FC236}">
                <a16:creationId xmlns:a16="http://schemas.microsoft.com/office/drawing/2014/main" id="{962AA7E4-7765-49E7-98C0-2786C5351CEB}"/>
              </a:ext>
            </a:extLst>
          </p:cNvPr>
          <p:cNvSpPr>
            <a:spLocks xmlns:a="http://schemas.openxmlformats.org/drawingml/2006/main" noGrp="1"/>
          </p:cNvSpPr>
          <p:nvPr/>
        </p:nvSpPr>
        <p:spPr>
          <a:xfrm xmlns:a="http://schemas.openxmlformats.org/drawingml/2006/main">
            <a:off x="3243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6" name="sues200_satellite_to_uav_300m/sues200_satellite_to_uav_300m/seed-2/population/bin-12/full">
            <a:extLst xmlns:a="http://schemas.openxmlformats.org/drawingml/2006/main">
              <a:ext uri="{FF2B5EF4-FFF2-40B4-BE49-F238E27FC236}">
                <a16:creationId xmlns:a16="http://schemas.microsoft.com/office/drawing/2014/main" id="{DC85E75C-0EF9-4FF8-8FF1-9014C1BDE091}"/>
              </a:ext>
            </a:extLst>
          </p:cNvPr>
          <p:cNvSpPr>
            <a:spLocks xmlns:a="http://schemas.openxmlformats.org/drawingml/2006/main" noGrp="1"/>
          </p:cNvSpPr>
          <p:nvPr/>
        </p:nvSpPr>
        <p:spPr>
          <a:xfrm xmlns:a="http://schemas.openxmlformats.org/drawingml/2006/main">
            <a:off x="38785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7" name="sues200_satellite_to_uav_300m/sues200_satellite_to_uav_300m/seed-2/population/bin-13/label">
            <a:extLst xmlns:a="http://schemas.openxmlformats.org/drawingml/2006/main">
              <a:ext uri="{FF2B5EF4-FFF2-40B4-BE49-F238E27FC236}">
                <a16:creationId xmlns:a16="http://schemas.microsoft.com/office/drawing/2014/main" id="{E3C5D3FD-BC69-4E77-9558-A89FD54CCDFB}"/>
              </a:ext>
            </a:extLst>
          </p:cNvPr>
          <p:cNvSpPr>
            <a:spLocks xmlns:a="http://schemas.openxmlformats.org/drawingml/2006/main" noGrp="1"/>
          </p:cNvSpPr>
          <p:nvPr/>
        </p:nvSpPr>
        <p:spPr>
          <a:xfrm xmlns:a="http://schemas.openxmlformats.org/drawingml/2006/main">
            <a:off x="25804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158" name="sues200_satellite_to_uav_300m/sues200_satellite_to_uav_300m/seed-2/population/bin-13/visual">
            <a:extLst xmlns:a="http://schemas.openxmlformats.org/drawingml/2006/main">
              <a:ext uri="{FF2B5EF4-FFF2-40B4-BE49-F238E27FC236}">
                <a16:creationId xmlns:a16="http://schemas.microsoft.com/office/drawing/2014/main" id="{B4CA144C-5AFF-482F-9C75-56BE8B6A5967}"/>
              </a:ext>
            </a:extLst>
          </p:cNvPr>
          <p:cNvSpPr>
            <a:spLocks xmlns:a="http://schemas.openxmlformats.org/drawingml/2006/main" noGrp="1"/>
          </p:cNvSpPr>
          <p:nvPr/>
        </p:nvSpPr>
        <p:spPr>
          <a:xfrm xmlns:a="http://schemas.openxmlformats.org/drawingml/2006/main">
            <a:off x="3243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59" name="sues200_satellite_to_uav_300m/sues200_satellite_to_uav_300m/seed-2/population/bin-13/full">
            <a:extLst xmlns:a="http://schemas.openxmlformats.org/drawingml/2006/main">
              <a:ext uri="{FF2B5EF4-FFF2-40B4-BE49-F238E27FC236}">
                <a16:creationId xmlns:a16="http://schemas.microsoft.com/office/drawing/2014/main" id="{834F590F-4A7F-401E-BA20-076716563709}"/>
              </a:ext>
            </a:extLst>
          </p:cNvPr>
          <p:cNvSpPr>
            <a:spLocks xmlns:a="http://schemas.openxmlformats.org/drawingml/2006/main" noGrp="1"/>
          </p:cNvSpPr>
          <p:nvPr/>
        </p:nvSpPr>
        <p:spPr>
          <a:xfrm xmlns:a="http://schemas.openxmlformats.org/drawingml/2006/main">
            <a:off x="38785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0" name="sues200_satellite_to_uav_300m/sues200_satellite_to_uav_300m/seed-2/population/bin-14/label">
            <a:extLst xmlns:a="http://schemas.openxmlformats.org/drawingml/2006/main">
              <a:ext uri="{FF2B5EF4-FFF2-40B4-BE49-F238E27FC236}">
                <a16:creationId xmlns:a16="http://schemas.microsoft.com/office/drawing/2014/main" id="{A8351193-79E0-444A-B080-193749092ECC}"/>
              </a:ext>
            </a:extLst>
          </p:cNvPr>
          <p:cNvSpPr>
            <a:spLocks xmlns:a="http://schemas.openxmlformats.org/drawingml/2006/main" noGrp="1"/>
          </p:cNvSpPr>
          <p:nvPr/>
        </p:nvSpPr>
        <p:spPr>
          <a:xfrm xmlns:a="http://schemas.openxmlformats.org/drawingml/2006/main">
            <a:off x="25804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161" name="sues200_satellite_to_uav_300m/sues200_satellite_to_uav_300m/seed-2/population/bin-14/visual">
            <a:extLst xmlns:a="http://schemas.openxmlformats.org/drawingml/2006/main">
              <a:ext uri="{FF2B5EF4-FFF2-40B4-BE49-F238E27FC236}">
                <a16:creationId xmlns:a16="http://schemas.microsoft.com/office/drawing/2014/main" id="{9788AAB6-2317-4E16-88D7-7AB4A991E534}"/>
              </a:ext>
            </a:extLst>
          </p:cNvPr>
          <p:cNvSpPr>
            <a:spLocks xmlns:a="http://schemas.openxmlformats.org/drawingml/2006/main" noGrp="1"/>
          </p:cNvSpPr>
          <p:nvPr/>
        </p:nvSpPr>
        <p:spPr>
          <a:xfrm xmlns:a="http://schemas.openxmlformats.org/drawingml/2006/main">
            <a:off x="3243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2" name="sues200_satellite_to_uav_300m/sues200_satellite_to_uav_300m/seed-2/population/bin-14/full">
            <a:extLst xmlns:a="http://schemas.openxmlformats.org/drawingml/2006/main">
              <a:ext uri="{FF2B5EF4-FFF2-40B4-BE49-F238E27FC236}">
                <a16:creationId xmlns:a16="http://schemas.microsoft.com/office/drawing/2014/main" id="{0FFD4061-B80B-4652-A1F7-248862EF5698}"/>
              </a:ext>
            </a:extLst>
          </p:cNvPr>
          <p:cNvSpPr>
            <a:spLocks xmlns:a="http://schemas.openxmlformats.org/drawingml/2006/main" noGrp="1"/>
          </p:cNvSpPr>
          <p:nvPr/>
        </p:nvSpPr>
        <p:spPr>
          <a:xfrm xmlns:a="http://schemas.openxmlformats.org/drawingml/2006/main">
            <a:off x="38785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3" name="sues200_satellite_to_uav_300m/sues200_satellite_to_uav_300m/seed-2/population/bin-15/label">
            <a:extLst xmlns:a="http://schemas.openxmlformats.org/drawingml/2006/main">
              <a:ext uri="{FF2B5EF4-FFF2-40B4-BE49-F238E27FC236}">
                <a16:creationId xmlns:a16="http://schemas.microsoft.com/office/drawing/2014/main" id="{2952ABFB-68C3-43CF-AB48-0D7CBB64100F}"/>
              </a:ext>
            </a:extLst>
          </p:cNvPr>
          <p:cNvSpPr>
            <a:spLocks xmlns:a="http://schemas.openxmlformats.org/drawingml/2006/main" noGrp="1"/>
          </p:cNvSpPr>
          <p:nvPr/>
        </p:nvSpPr>
        <p:spPr>
          <a:xfrm xmlns:a="http://schemas.openxmlformats.org/drawingml/2006/main">
            <a:off x="25804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164" name="sues200_satellite_to_uav_300m/sues200_satellite_to_uav_300m/seed-2/population/bin-15/visual">
            <a:extLst xmlns:a="http://schemas.openxmlformats.org/drawingml/2006/main">
              <a:ext uri="{FF2B5EF4-FFF2-40B4-BE49-F238E27FC236}">
                <a16:creationId xmlns:a16="http://schemas.microsoft.com/office/drawing/2014/main" id="{E9CEB8E6-3DC3-4440-A85D-67BD6DE89894}"/>
              </a:ext>
            </a:extLst>
          </p:cNvPr>
          <p:cNvSpPr>
            <a:spLocks xmlns:a="http://schemas.openxmlformats.org/drawingml/2006/main" noGrp="1"/>
          </p:cNvSpPr>
          <p:nvPr/>
        </p:nvSpPr>
        <p:spPr>
          <a:xfrm xmlns:a="http://schemas.openxmlformats.org/drawingml/2006/main">
            <a:off x="3243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5" name="sues200_satellite_to_uav_300m/sues200_satellite_to_uav_300m/seed-2/population/bin-15/full">
            <a:extLst xmlns:a="http://schemas.openxmlformats.org/drawingml/2006/main">
              <a:ext uri="{FF2B5EF4-FFF2-40B4-BE49-F238E27FC236}">
                <a16:creationId xmlns:a16="http://schemas.microsoft.com/office/drawing/2014/main" id="{C79A9C5C-D10F-43BE-B501-9229673CF2BF}"/>
              </a:ext>
            </a:extLst>
          </p:cNvPr>
          <p:cNvSpPr>
            <a:spLocks xmlns:a="http://schemas.openxmlformats.org/drawingml/2006/main" noGrp="1"/>
          </p:cNvSpPr>
          <p:nvPr/>
        </p:nvSpPr>
        <p:spPr>
          <a:xfrm xmlns:a="http://schemas.openxmlformats.org/drawingml/2006/main">
            <a:off x="38785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166" name="sues200_satellite_to_uav_300m/sues200_satellite_to_uav_300m/seed-3/seed-heading">
            <a:extLst xmlns:a="http://schemas.openxmlformats.org/drawingml/2006/main">
              <a:ext uri="{FF2B5EF4-FFF2-40B4-BE49-F238E27FC236}">
                <a16:creationId xmlns:a16="http://schemas.microsoft.com/office/drawing/2014/main" id="{FD8D4F2A-E09D-4760-9923-81CA0AAA81B6}"/>
              </a:ext>
            </a:extLst>
          </p:cNvPr>
          <p:cNvSpPr>
            <a:spLocks xmlns:a="http://schemas.openxmlformats.org/drawingml/2006/main" noGrp="1"/>
          </p:cNvSpPr>
          <p:nvPr/>
        </p:nvSpPr>
        <p:spPr>
          <a:xfrm xmlns:a="http://schemas.openxmlformats.org/drawingml/2006/main">
            <a:off x="5157676" y="9362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67" name="sues200_satellite_to_uav_300m/sues200_satellite_to_uav_300m/seed-3/y-grid-0">
            <a:extLst xmlns:a="http://schemas.openxmlformats.org/drawingml/2006/main">
              <a:ext uri="{FF2B5EF4-FFF2-40B4-BE49-F238E27FC236}">
                <a16:creationId xmlns:a16="http://schemas.microsoft.com/office/drawing/2014/main" id="{225C8D2D-6D55-48E4-983B-486A9DB1CDC7}"/>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8" name="sues200_satellite_to_uav_300m/sues200_satellite_to_uav_300m/seed-3/y-label-0">
            <a:extLst xmlns:a="http://schemas.openxmlformats.org/drawingml/2006/main">
              <a:ext uri="{FF2B5EF4-FFF2-40B4-BE49-F238E27FC236}">
                <a16:creationId xmlns:a16="http://schemas.microsoft.com/office/drawing/2014/main" id="{7D242B2C-D5A0-4D16-9070-44B4C2819F0C}"/>
              </a:ext>
            </a:extLst>
          </p:cNvPr>
          <p:cNvSpPr>
            <a:spLocks xmlns:a="http://schemas.openxmlformats.org/drawingml/2006/main" noGrp="1"/>
          </p:cNvSpPr>
          <p:nvPr/>
        </p:nvSpPr>
        <p:spPr>
          <a:xfrm xmlns:a="http://schemas.openxmlformats.org/drawingml/2006/main">
            <a:off x="4417092" y="26205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69" name="sues200_satellite_to_uav_300m/sues200_satellite_to_uav_300m/seed-3/x-tick-0">
            <a:extLst xmlns:a="http://schemas.openxmlformats.org/drawingml/2006/main">
              <a:ext uri="{FF2B5EF4-FFF2-40B4-BE49-F238E27FC236}">
                <a16:creationId xmlns:a16="http://schemas.microsoft.com/office/drawing/2014/main" id="{E537354D-2846-4E80-8BB9-0AC5180CE3BC}"/>
              </a:ext>
            </a:extLst>
          </p:cNvPr>
          <p:cNvSpPr>
            <a:spLocks xmlns:a="http://schemas.openxmlformats.org/drawingml/2006/main" noGrp="1"/>
          </p:cNvSpPr>
          <p:nvPr/>
        </p:nvSpPr>
        <p:spPr>
          <a:xfrm xmlns:a="http://schemas.openxmlformats.org/drawingml/2006/main" flipV="0">
            <a:off x="45466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0" name="sues200_satellite_to_uav_300m/sues200_satellite_to_uav_300m/seed-3/x-label-0">
            <a:extLst xmlns:a="http://schemas.openxmlformats.org/drawingml/2006/main">
              <a:ext uri="{FF2B5EF4-FFF2-40B4-BE49-F238E27FC236}">
                <a16:creationId xmlns:a16="http://schemas.microsoft.com/office/drawing/2014/main" id="{0F0DB2A9-8DE0-4A4C-A910-D93D33FA2B36}"/>
              </a:ext>
            </a:extLst>
          </p:cNvPr>
          <p:cNvSpPr>
            <a:spLocks xmlns:a="http://schemas.openxmlformats.org/drawingml/2006/main" noGrp="1"/>
          </p:cNvSpPr>
          <p:nvPr/>
        </p:nvSpPr>
        <p:spPr>
          <a:xfrm xmlns:a="http://schemas.openxmlformats.org/drawingml/2006/main">
            <a:off x="45135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sues200_satellite_to_uav_300m/sues200_satellite_to_uav_300m/seed-3/y-grid-0.25">
            <a:extLst xmlns:a="http://schemas.openxmlformats.org/drawingml/2006/main">
              <a:ext uri="{FF2B5EF4-FFF2-40B4-BE49-F238E27FC236}">
                <a16:creationId xmlns:a16="http://schemas.microsoft.com/office/drawing/2014/main" id="{68390351-3BBF-4FEA-82D5-3C2AC5762C07}"/>
              </a:ext>
            </a:extLst>
          </p:cNvPr>
          <p:cNvSpPr>
            <a:spLocks xmlns:a="http://schemas.openxmlformats.org/drawingml/2006/main" noGrp="1"/>
          </p:cNvSpPr>
          <p:nvPr/>
        </p:nvSpPr>
        <p:spPr>
          <a:xfrm xmlns:a="http://schemas.openxmlformats.org/drawingml/2006/main" flipV="0">
            <a:off x="4546600" y="23114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2" name="sues200_satellite_to_uav_300m/sues200_satellite_to_uav_300m/seed-3/y-label-0.25">
            <a:extLst xmlns:a="http://schemas.openxmlformats.org/drawingml/2006/main">
              <a:ext uri="{FF2B5EF4-FFF2-40B4-BE49-F238E27FC236}">
                <a16:creationId xmlns:a16="http://schemas.microsoft.com/office/drawing/2014/main" id="{1B5EABBA-42BA-4356-BDB9-38A06ADED315}"/>
              </a:ext>
            </a:extLst>
          </p:cNvPr>
          <p:cNvSpPr>
            <a:spLocks xmlns:a="http://schemas.openxmlformats.org/drawingml/2006/main" noGrp="1"/>
          </p:cNvSpPr>
          <p:nvPr/>
        </p:nvSpPr>
        <p:spPr>
          <a:xfrm xmlns:a="http://schemas.openxmlformats.org/drawingml/2006/main">
            <a:off x="4276027" y="22522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3" name="sues200_satellite_to_uav_300m/sues200_satellite_to_uav_300m/seed-3/x-tick-0.25">
            <a:extLst xmlns:a="http://schemas.openxmlformats.org/drawingml/2006/main">
              <a:ext uri="{FF2B5EF4-FFF2-40B4-BE49-F238E27FC236}">
                <a16:creationId xmlns:a16="http://schemas.microsoft.com/office/drawing/2014/main" id="{B505D5C3-D080-4522-8881-DD0E3D46412A}"/>
              </a:ext>
            </a:extLst>
          </p:cNvPr>
          <p:cNvSpPr>
            <a:spLocks xmlns:a="http://schemas.openxmlformats.org/drawingml/2006/main" noGrp="1"/>
          </p:cNvSpPr>
          <p:nvPr/>
        </p:nvSpPr>
        <p:spPr>
          <a:xfrm xmlns:a="http://schemas.openxmlformats.org/drawingml/2006/main" flipV="0">
            <a:off x="49466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4" name="sues200_satellite_to_uav_300m/sues200_satellite_to_uav_300m/seed-3/x-label-0.25">
            <a:extLst xmlns:a="http://schemas.openxmlformats.org/drawingml/2006/main">
              <a:ext uri="{FF2B5EF4-FFF2-40B4-BE49-F238E27FC236}">
                <a16:creationId xmlns:a16="http://schemas.microsoft.com/office/drawing/2014/main" id="{AE361AEC-8D87-4953-BB0A-D3B2B26B7A79}"/>
              </a:ext>
            </a:extLst>
          </p:cNvPr>
          <p:cNvSpPr>
            <a:spLocks xmlns:a="http://schemas.openxmlformats.org/drawingml/2006/main" noGrp="1"/>
          </p:cNvSpPr>
          <p:nvPr/>
        </p:nvSpPr>
        <p:spPr>
          <a:xfrm xmlns:a="http://schemas.openxmlformats.org/drawingml/2006/main">
            <a:off x="48431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0.25</a:t>
            </a:r>
          </a:p>
        </p:txBody>
      </p:sp>
      <p:sp>
        <p:nvSpPr>
          <p:cNvPr id="175" name="sues200_satellite_to_uav_300m/sues200_satellite_to_uav_300m/seed-3/y-grid-0.5">
            <a:extLst xmlns:a="http://schemas.openxmlformats.org/drawingml/2006/main">
              <a:ext uri="{FF2B5EF4-FFF2-40B4-BE49-F238E27FC236}">
                <a16:creationId xmlns:a16="http://schemas.microsoft.com/office/drawing/2014/main" id="{9D13411C-1388-4326-838E-014C199645DF}"/>
              </a:ext>
            </a:extLst>
          </p:cNvPr>
          <p:cNvSpPr>
            <a:spLocks xmlns:a="http://schemas.openxmlformats.org/drawingml/2006/main" noGrp="1"/>
          </p:cNvSpPr>
          <p:nvPr/>
        </p:nvSpPr>
        <p:spPr>
          <a:xfrm xmlns:a="http://schemas.openxmlformats.org/drawingml/2006/main" flipV="0">
            <a:off x="4546600" y="1943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76" name="sues200_satellite_to_uav_300m/sues200_satellite_to_uav_300m/seed-3/y-label-0.5">
            <a:extLst xmlns:a="http://schemas.openxmlformats.org/drawingml/2006/main">
              <a:ext uri="{FF2B5EF4-FFF2-40B4-BE49-F238E27FC236}">
                <a16:creationId xmlns:a16="http://schemas.microsoft.com/office/drawing/2014/main" id="{85F72DA9-0300-4566-8482-5E0A4E4684AD}"/>
              </a:ext>
            </a:extLst>
          </p:cNvPr>
          <p:cNvSpPr>
            <a:spLocks xmlns:a="http://schemas.openxmlformats.org/drawingml/2006/main" noGrp="1"/>
          </p:cNvSpPr>
          <p:nvPr/>
        </p:nvSpPr>
        <p:spPr>
          <a:xfrm xmlns:a="http://schemas.openxmlformats.org/drawingml/2006/main">
            <a:off x="4332510" y="188391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7" name="sues200_satellite_to_uav_300m/sues200_satellite_to_uav_300m/seed-3/x-tick-0.5">
            <a:extLst xmlns:a="http://schemas.openxmlformats.org/drawingml/2006/main">
              <a:ext uri="{FF2B5EF4-FFF2-40B4-BE49-F238E27FC236}">
                <a16:creationId xmlns:a16="http://schemas.microsoft.com/office/drawing/2014/main" id="{2518B2C6-83A6-44C9-A605-9705DB2CBA3E}"/>
              </a:ext>
            </a:extLst>
          </p:cNvPr>
          <p:cNvSpPr>
            <a:spLocks xmlns:a="http://schemas.openxmlformats.org/drawingml/2006/main" noGrp="1"/>
          </p:cNvSpPr>
          <p:nvPr/>
        </p:nvSpPr>
        <p:spPr>
          <a:xfrm xmlns:a="http://schemas.openxmlformats.org/drawingml/2006/main" flipV="0">
            <a:off x="53467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78" name="sues200_satellite_to_uav_300m/sues200_satellite_to_uav_300m/seed-3/x-label-0.5">
            <a:extLst xmlns:a="http://schemas.openxmlformats.org/drawingml/2006/main">
              <a:ext uri="{FF2B5EF4-FFF2-40B4-BE49-F238E27FC236}">
                <a16:creationId xmlns:a16="http://schemas.microsoft.com/office/drawing/2014/main" id="{EDFF31B3-5C03-4FCA-B56A-4C8FF78C7946}"/>
              </a:ext>
            </a:extLst>
          </p:cNvPr>
          <p:cNvSpPr>
            <a:spLocks xmlns:a="http://schemas.openxmlformats.org/drawingml/2006/main" noGrp="1"/>
          </p:cNvSpPr>
          <p:nvPr/>
        </p:nvSpPr>
        <p:spPr>
          <a:xfrm xmlns:a="http://schemas.openxmlformats.org/drawingml/2006/main">
            <a:off x="5271405" y="2764028"/>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0.5</a:t>
            </a:r>
          </a:p>
        </p:txBody>
      </p:sp>
      <p:sp>
        <p:nvSpPr>
          <p:cNvPr id="179" name="sues200_satellite_to_uav_300m/sues200_satellite_to_uav_300m/seed-3/y-grid-0.75">
            <a:extLst xmlns:a="http://schemas.openxmlformats.org/drawingml/2006/main">
              <a:ext uri="{FF2B5EF4-FFF2-40B4-BE49-F238E27FC236}">
                <a16:creationId xmlns:a16="http://schemas.microsoft.com/office/drawing/2014/main" id="{29186364-14B2-408A-AD1B-7E66EA260E17}"/>
              </a:ext>
            </a:extLst>
          </p:cNvPr>
          <p:cNvSpPr>
            <a:spLocks xmlns:a="http://schemas.openxmlformats.org/drawingml/2006/main" noGrp="1"/>
          </p:cNvSpPr>
          <p:nvPr/>
        </p:nvSpPr>
        <p:spPr>
          <a:xfrm xmlns:a="http://schemas.openxmlformats.org/drawingml/2006/main" flipV="0">
            <a:off x="4546600" y="15748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0" name="sues200_satellite_to_uav_300m/sues200_satellite_to_uav_300m/seed-3/y-label-0.75">
            <a:extLst xmlns:a="http://schemas.openxmlformats.org/drawingml/2006/main">
              <a:ext uri="{FF2B5EF4-FFF2-40B4-BE49-F238E27FC236}">
                <a16:creationId xmlns:a16="http://schemas.microsoft.com/office/drawing/2014/main" id="{113A9669-135F-4712-B7DD-CFE825E32EB2}"/>
              </a:ext>
            </a:extLst>
          </p:cNvPr>
          <p:cNvSpPr>
            <a:spLocks xmlns:a="http://schemas.openxmlformats.org/drawingml/2006/main" noGrp="1"/>
          </p:cNvSpPr>
          <p:nvPr/>
        </p:nvSpPr>
        <p:spPr>
          <a:xfrm xmlns:a="http://schemas.openxmlformats.org/drawingml/2006/main">
            <a:off x="4276027" y="151561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1" name="sues200_satellite_to_uav_300m/sues200_satellite_to_uav_300m/seed-3/x-tick-0.75">
            <a:extLst xmlns:a="http://schemas.openxmlformats.org/drawingml/2006/main">
              <a:ext uri="{FF2B5EF4-FFF2-40B4-BE49-F238E27FC236}">
                <a16:creationId xmlns:a16="http://schemas.microsoft.com/office/drawing/2014/main" id="{742E88B1-94D9-4363-BCC8-D0A58763D075}"/>
              </a:ext>
            </a:extLst>
          </p:cNvPr>
          <p:cNvSpPr>
            <a:spLocks xmlns:a="http://schemas.openxmlformats.org/drawingml/2006/main" noGrp="1"/>
          </p:cNvSpPr>
          <p:nvPr/>
        </p:nvSpPr>
        <p:spPr>
          <a:xfrm xmlns:a="http://schemas.openxmlformats.org/drawingml/2006/main" flipV="0">
            <a:off x="574675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2" name="sues200_satellite_to_uav_300m/sues200_satellite_to_uav_300m/seed-3/x-label-0.75">
            <a:extLst xmlns:a="http://schemas.openxmlformats.org/drawingml/2006/main">
              <a:ext uri="{FF2B5EF4-FFF2-40B4-BE49-F238E27FC236}">
                <a16:creationId xmlns:a16="http://schemas.microsoft.com/office/drawing/2014/main" id="{19A0E306-D2EE-4673-A7C3-637325C79124}"/>
              </a:ext>
            </a:extLst>
          </p:cNvPr>
          <p:cNvSpPr>
            <a:spLocks xmlns:a="http://schemas.openxmlformats.org/drawingml/2006/main" noGrp="1"/>
          </p:cNvSpPr>
          <p:nvPr/>
        </p:nvSpPr>
        <p:spPr>
          <a:xfrm xmlns:a="http://schemas.openxmlformats.org/drawingml/2006/main">
            <a:off x="5643213" y="2764028"/>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0.75</a:t>
            </a:r>
          </a:p>
        </p:txBody>
      </p:sp>
      <p:sp>
        <p:nvSpPr>
          <p:cNvPr id="183" name="sues200_satellite_to_uav_300m/sues200_satellite_to_uav_300m/seed-3/y-grid-1">
            <a:extLst xmlns:a="http://schemas.openxmlformats.org/drawingml/2006/main">
              <a:ext uri="{FF2B5EF4-FFF2-40B4-BE49-F238E27FC236}">
                <a16:creationId xmlns:a16="http://schemas.microsoft.com/office/drawing/2014/main" id="{F6A163C9-A7F2-49A2-9DA3-E28E7FB93964}"/>
              </a:ext>
            </a:extLst>
          </p:cNvPr>
          <p:cNvSpPr>
            <a:spLocks xmlns:a="http://schemas.openxmlformats.org/drawingml/2006/main" noGrp="1"/>
          </p:cNvSpPr>
          <p:nvPr/>
        </p:nvSpPr>
        <p:spPr>
          <a:xfrm xmlns:a="http://schemas.openxmlformats.org/drawingml/2006/main" flipV="0">
            <a:off x="4546600" y="120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4" name="sues200_satellite_to_uav_300m/sues200_satellite_to_uav_300m/seed-3/y-label-1">
            <a:extLst xmlns:a="http://schemas.openxmlformats.org/drawingml/2006/main">
              <a:ext uri="{FF2B5EF4-FFF2-40B4-BE49-F238E27FC236}">
                <a16:creationId xmlns:a16="http://schemas.microsoft.com/office/drawing/2014/main" id="{BCA90ADA-F330-4FE1-88CD-331E632CBE3D}"/>
              </a:ext>
            </a:extLst>
          </p:cNvPr>
          <p:cNvSpPr>
            <a:spLocks xmlns:a="http://schemas.openxmlformats.org/drawingml/2006/main" noGrp="1"/>
          </p:cNvSpPr>
          <p:nvPr/>
        </p:nvSpPr>
        <p:spPr>
          <a:xfrm xmlns:a="http://schemas.openxmlformats.org/drawingml/2006/main">
            <a:off x="4417092" y="1147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5" name="sues200_satellite_to_uav_300m/sues200_satellite_to_uav_300m/seed-3/x-tick-1">
            <a:extLst xmlns:a="http://schemas.openxmlformats.org/drawingml/2006/main">
              <a:ext uri="{FF2B5EF4-FFF2-40B4-BE49-F238E27FC236}">
                <a16:creationId xmlns:a16="http://schemas.microsoft.com/office/drawing/2014/main" id="{A94019D4-2DDD-4411-AD0A-B65E587EACE3}"/>
              </a:ext>
            </a:extLst>
          </p:cNvPr>
          <p:cNvSpPr>
            <a:spLocks xmlns:a="http://schemas.openxmlformats.org/drawingml/2006/main" noGrp="1"/>
          </p:cNvSpPr>
          <p:nvPr/>
        </p:nvSpPr>
        <p:spPr>
          <a:xfrm xmlns:a="http://schemas.openxmlformats.org/drawingml/2006/main" flipV="0">
            <a:off x="6146800" y="26797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6" name="sues200_satellite_to_uav_300m/sues200_satellite_to_uav_300m/seed-3/x-label-1">
            <a:extLst xmlns:a="http://schemas.openxmlformats.org/drawingml/2006/main">
              <a:ext uri="{FF2B5EF4-FFF2-40B4-BE49-F238E27FC236}">
                <a16:creationId xmlns:a16="http://schemas.microsoft.com/office/drawing/2014/main" id="{184E1EB0-ACE4-4EC2-AE96-8958BAD2991E}"/>
              </a:ext>
            </a:extLst>
          </p:cNvPr>
          <p:cNvSpPr>
            <a:spLocks xmlns:a="http://schemas.openxmlformats.org/drawingml/2006/main" noGrp="1"/>
          </p:cNvSpPr>
          <p:nvPr/>
        </p:nvSpPr>
        <p:spPr>
          <a:xfrm xmlns:a="http://schemas.openxmlformats.org/drawingml/2006/main">
            <a:off x="6113796" y="2764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187" name="sues200_satellite_to_uav_300m/sues200_satellite_to_uav_300m/seed-3/reference-equality">
            <a:extLst xmlns:a="http://schemas.openxmlformats.org/drawingml/2006/main">
              <a:ext uri="{FF2B5EF4-FFF2-40B4-BE49-F238E27FC236}">
                <a16:creationId xmlns:a16="http://schemas.microsoft.com/office/drawing/2014/main" id="{45A06816-A1FA-4411-9313-0D401DB3B927}"/>
              </a:ext>
            </a:extLst>
          </p:cNvPr>
          <p:cNvSpPr>
            <a:spLocks xmlns:a="http://schemas.openxmlformats.org/drawingml/2006/main" noGrp="1"/>
          </p:cNvSpPr>
          <p:nvPr/>
        </p:nvSpPr>
        <p:spPr>
          <a:xfrm xmlns:a="http://schemas.openxmlformats.org/drawingml/2006/main" flipV="1">
            <a:off x="4546600" y="1206500"/>
            <a:ext cx="1600200" cy="1473200"/>
          </a:xfrm>
          <a:prstGeom xmlns:a="http://schemas.openxmlformats.org/drawingml/2006/main" prst="line">
            <a:avLst/>
          </a:prstGeom>
          <a:noFill xmlns:a="http://schemas.openxmlformats.org/drawingml/2006/main"/>
          <a:ln xmlns:a="http://schemas.openxmlformats.org/drawingml/2006/main" w="7620">
            <a:solidFill>
              <a:srgbClr val="ABB3BB"/>
            </a:solidFill>
          </a:ln>
        </p:spPr>
      </p:sp>
      <p:sp>
        <p:nvSpPr>
          <p:cNvPr id="188" name="sues200_satellite_to_uav_300m/sues200_satellite_to_uav_300m/seed-3/y-axis">
            <a:extLst xmlns:a="http://schemas.openxmlformats.org/drawingml/2006/main">
              <a:ext uri="{FF2B5EF4-FFF2-40B4-BE49-F238E27FC236}">
                <a16:creationId xmlns:a16="http://schemas.microsoft.com/office/drawing/2014/main" id="{182DBAEC-42A8-48A1-8662-C9769D7F0F13}"/>
              </a:ext>
            </a:extLst>
          </p:cNvPr>
          <p:cNvSpPr>
            <a:spLocks xmlns:a="http://schemas.openxmlformats.org/drawingml/2006/main" noGrp="1"/>
          </p:cNvSpPr>
          <p:nvPr/>
        </p:nvSpPr>
        <p:spPr>
          <a:xfrm xmlns:a="http://schemas.openxmlformats.org/drawingml/2006/main" flipV="0">
            <a:off x="4546600" y="1206500"/>
            <a:ext cx="0" cy="1473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89" name="sues200_satellite_to_uav_300m/sues200_satellite_to_uav_300m/seed-3/x-axis">
            <a:extLst xmlns:a="http://schemas.openxmlformats.org/drawingml/2006/main">
              <a:ext uri="{FF2B5EF4-FFF2-40B4-BE49-F238E27FC236}">
                <a16:creationId xmlns:a16="http://schemas.microsoft.com/office/drawing/2014/main" id="{60EC0468-50EA-4C42-8BC2-27DD187162FB}"/>
              </a:ext>
            </a:extLst>
          </p:cNvPr>
          <p:cNvSpPr>
            <a:spLocks xmlns:a="http://schemas.openxmlformats.org/drawingml/2006/main" noGrp="1"/>
          </p:cNvSpPr>
          <p:nvPr/>
        </p:nvSpPr>
        <p:spPr>
          <a:xfrm xmlns:a="http://schemas.openxmlformats.org/drawingml/2006/main" flipV="0">
            <a:off x="4546600" y="26797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0" name="sues200_satellite_to_uav_300m/sues200_satellite_to_uav_300m/seed-3/visual/bin-1/point">
            <a:extLst xmlns:a="http://schemas.openxmlformats.org/drawingml/2006/main">
              <a:ext uri="{FF2B5EF4-FFF2-40B4-BE49-F238E27FC236}">
                <a16:creationId xmlns:a16="http://schemas.microsoft.com/office/drawing/2014/main" id="{14AA0809-2269-4F19-B89C-99DF27452837}"/>
              </a:ext>
            </a:extLst>
          </p:cNvPr>
          <p:cNvSpPr>
            <a:spLocks xmlns:a="http://schemas.openxmlformats.org/drawingml/2006/main" noGrp="1"/>
          </p:cNvSpPr>
          <p:nvPr/>
        </p:nvSpPr>
        <p:spPr>
          <a:xfrm xmlns:a="http://schemas.openxmlformats.org/drawingml/2006/main">
            <a:off x="4526530" y="150812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91" name="sues200_satellite_to_uav_300m/sues200_satellite_to_uav_300m/seed-3/visual/ECE">
            <a:extLst xmlns:a="http://schemas.openxmlformats.org/drawingml/2006/main">
              <a:ext uri="{FF2B5EF4-FFF2-40B4-BE49-F238E27FC236}">
                <a16:creationId xmlns:a16="http://schemas.microsoft.com/office/drawing/2014/main" id="{97A3572C-D9EF-4474-B242-83DF301C1DC5}"/>
              </a:ext>
            </a:extLst>
          </p:cNvPr>
          <p:cNvSpPr>
            <a:spLocks xmlns:a="http://schemas.openxmlformats.org/drawingml/2006/main" noGrp="1"/>
          </p:cNvSpPr>
          <p:nvPr/>
        </p:nvSpPr>
        <p:spPr>
          <a:xfrm xmlns:a="http://schemas.openxmlformats.org/drawingml/2006/main">
            <a:off x="4976558" y="3272028"/>
            <a:ext cx="7402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 ECE = 0.7689</a:t>
            </a:r>
          </a:p>
        </p:txBody>
      </p:sp>
      <p:sp>
        <p:nvSpPr>
          <p:cNvPr id="192" name="sues200_satellite_to_uav_300m/sues200_satellite_to_uav_300m/seed-3/full/bin-1/point">
            <a:extLst xmlns:a="http://schemas.openxmlformats.org/drawingml/2006/main">
              <a:ext uri="{FF2B5EF4-FFF2-40B4-BE49-F238E27FC236}">
                <a16:creationId xmlns:a16="http://schemas.microsoft.com/office/drawing/2014/main" id="{E418981A-F718-4E23-8F7B-F9C8A44B8B9C}"/>
              </a:ext>
            </a:extLst>
          </p:cNvPr>
          <p:cNvSpPr>
            <a:spLocks xmlns:a="http://schemas.openxmlformats.org/drawingml/2006/main" noGrp="1"/>
          </p:cNvSpPr>
          <p:nvPr/>
        </p:nvSpPr>
        <p:spPr>
          <a:xfrm xmlns:a="http://schemas.openxmlformats.org/drawingml/2006/main">
            <a:off x="4531014" y="18084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93" name="sues200_satellite_to_uav_300m/sues200_satellite_to_uav_300m/seed-3/full/ECE">
            <a:extLst xmlns:a="http://schemas.openxmlformats.org/drawingml/2006/main">
              <a:ext uri="{FF2B5EF4-FFF2-40B4-BE49-F238E27FC236}">
                <a16:creationId xmlns:a16="http://schemas.microsoft.com/office/drawing/2014/main" id="{DB3A18FD-E45A-4B02-94F6-AA0F0F3C8C34}"/>
              </a:ext>
            </a:extLst>
          </p:cNvPr>
          <p:cNvSpPr>
            <a:spLocks xmlns:a="http://schemas.openxmlformats.org/drawingml/2006/main" noGrp="1"/>
          </p:cNvSpPr>
          <p:nvPr/>
        </p:nvSpPr>
        <p:spPr>
          <a:xfrm xmlns:a="http://schemas.openxmlformats.org/drawingml/2006/main">
            <a:off x="4979416" y="3437128"/>
            <a:ext cx="73456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 ECE = 0.5697</a:t>
            </a:r>
          </a:p>
        </p:txBody>
      </p:sp>
      <p:sp>
        <p:nvSpPr>
          <p:cNvPr id="194" name="sues200_satellite_to_uav_300m/sues200_satellite_to_uav_300m/seed-3/population/N">
            <a:extLst xmlns:a="http://schemas.openxmlformats.org/drawingml/2006/main">
              <a:ext uri="{FF2B5EF4-FFF2-40B4-BE49-F238E27FC236}">
                <a16:creationId xmlns:a16="http://schemas.microsoft.com/office/drawing/2014/main" id="{E29AA60F-CB95-4A60-87A7-89E4A2BDBFCD}"/>
              </a:ext>
            </a:extLst>
          </p:cNvPr>
          <p:cNvSpPr>
            <a:spLocks xmlns:a="http://schemas.openxmlformats.org/drawingml/2006/main" noGrp="1"/>
          </p:cNvSpPr>
          <p:nvPr/>
        </p:nvSpPr>
        <p:spPr>
          <a:xfrm xmlns:a="http://schemas.openxmlformats.org/drawingml/2006/main">
            <a:off x="4782249" y="3716528"/>
            <a:ext cx="11289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N = 80; bin populations</a:t>
            </a:r>
          </a:p>
        </p:txBody>
      </p:sp>
      <p:sp>
        <p:nvSpPr>
          <p:cNvPr id="195" name="sues200_satellite_to_uav_300m/sues200_satellite_to_uav_300m/seed-3/population/header/bin">
            <a:extLst xmlns:a="http://schemas.openxmlformats.org/drawingml/2006/main">
              <a:ext uri="{FF2B5EF4-FFF2-40B4-BE49-F238E27FC236}">
                <a16:creationId xmlns:a16="http://schemas.microsoft.com/office/drawing/2014/main" id="{07205C34-C97D-4B29-9974-4A8226DB86FC}"/>
              </a:ext>
            </a:extLst>
          </p:cNvPr>
          <p:cNvSpPr>
            <a:spLocks xmlns:a="http://schemas.openxmlformats.org/drawingml/2006/main" noGrp="1"/>
          </p:cNvSpPr>
          <p:nvPr/>
        </p:nvSpPr>
        <p:spPr>
          <a:xfrm xmlns:a="http://schemas.openxmlformats.org/drawingml/2006/main">
            <a:off x="4561665" y="39451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Bin</a:t>
            </a:r>
          </a:p>
        </p:txBody>
      </p:sp>
      <p:sp>
        <p:nvSpPr>
          <p:cNvPr id="196" name="sues200_satellite_to_uav_300m/sues200_satellite_to_uav_300m/seed-3/population/header/visual">
            <a:extLst xmlns:a="http://schemas.openxmlformats.org/drawingml/2006/main">
              <a:ext uri="{FF2B5EF4-FFF2-40B4-BE49-F238E27FC236}">
                <a16:creationId xmlns:a16="http://schemas.microsoft.com/office/drawing/2014/main" id="{C9908BCF-BC5D-404A-9644-34BDC5298BB3}"/>
              </a:ext>
            </a:extLst>
          </p:cNvPr>
          <p:cNvSpPr>
            <a:spLocks xmlns:a="http://schemas.openxmlformats.org/drawingml/2006/main" noGrp="1"/>
          </p:cNvSpPr>
          <p:nvPr/>
        </p:nvSpPr>
        <p:spPr>
          <a:xfrm xmlns:a="http://schemas.openxmlformats.org/drawingml/2006/main">
            <a:off x="5092367" y="3945128"/>
            <a:ext cx="38166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0072B2"/>
                </a:solidFill>
                <a:latin typeface="Arial"/>
                <a:ea typeface="Arial"/>
                <a:cs typeface="Arial"/>
              </a:defRPr>
            </a:pPr>
            <a:r>
              <a:rPr sz="800" b="1">
                <a:solidFill>
                  <a:srgbClr val="0072B2"/>
                </a:solidFill>
                <a:latin typeface="Arial"/>
                <a:ea typeface="Arial"/>
                <a:cs typeface="Arial"/>
              </a:rPr>
              <a:t>V count</a:t>
            </a:r>
          </a:p>
        </p:txBody>
      </p:sp>
      <p:sp>
        <p:nvSpPr>
          <p:cNvPr id="197" name="sues200_satellite_to_uav_300m/sues200_satellite_to_uav_300m/seed-3/population/header/full">
            <a:extLst xmlns:a="http://schemas.openxmlformats.org/drawingml/2006/main">
              <a:ext uri="{FF2B5EF4-FFF2-40B4-BE49-F238E27FC236}">
                <a16:creationId xmlns:a16="http://schemas.microsoft.com/office/drawing/2014/main" id="{13EC26F0-17DD-448C-BCAF-6E86FB5409CB}"/>
              </a:ext>
            </a:extLst>
          </p:cNvPr>
          <p:cNvSpPr>
            <a:spLocks xmlns:a="http://schemas.openxmlformats.org/drawingml/2006/main" noGrp="1"/>
          </p:cNvSpPr>
          <p:nvPr/>
        </p:nvSpPr>
        <p:spPr>
          <a:xfrm xmlns:a="http://schemas.openxmlformats.org/drawingml/2006/main">
            <a:off x="5730224" y="3945128"/>
            <a:ext cx="3759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D55E00"/>
                </a:solidFill>
                <a:latin typeface="Arial"/>
                <a:ea typeface="Arial"/>
                <a:cs typeface="Arial"/>
              </a:defRPr>
            </a:pPr>
            <a:r>
              <a:rPr sz="800" b="1">
                <a:solidFill>
                  <a:srgbClr val="D55E00"/>
                </a:solidFill>
                <a:latin typeface="Arial"/>
                <a:ea typeface="Arial"/>
                <a:cs typeface="Arial"/>
              </a:rPr>
              <a:t>F count</a:t>
            </a:r>
          </a:p>
        </p:txBody>
      </p:sp>
      <p:sp>
        <p:nvSpPr>
          <p:cNvPr id="198" name="sues200_satellite_to_uav_300m/sues200_satellite_to_uav_300m/seed-3/population/header/rule">
            <a:extLst xmlns:a="http://schemas.openxmlformats.org/drawingml/2006/main">
              <a:ext uri="{FF2B5EF4-FFF2-40B4-BE49-F238E27FC236}">
                <a16:creationId xmlns:a16="http://schemas.microsoft.com/office/drawing/2014/main" id="{0236A38A-94CD-4B91-8995-FDC32D705CA2}"/>
              </a:ext>
            </a:extLst>
          </p:cNvPr>
          <p:cNvSpPr>
            <a:spLocks xmlns:a="http://schemas.openxmlformats.org/drawingml/2006/main" noGrp="1"/>
          </p:cNvSpPr>
          <p:nvPr/>
        </p:nvSpPr>
        <p:spPr>
          <a:xfrm xmlns:a="http://schemas.openxmlformats.org/drawingml/2006/main" flipV="0">
            <a:off x="4483100" y="4102100"/>
            <a:ext cx="17145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99" name="sues200_satellite_to_uav_300m/sues200_satellite_to_uav_300m/seed-3/population/bin-1/label">
            <a:extLst xmlns:a="http://schemas.openxmlformats.org/drawingml/2006/main">
              <a:ext uri="{FF2B5EF4-FFF2-40B4-BE49-F238E27FC236}">
                <a16:creationId xmlns:a16="http://schemas.microsoft.com/office/drawing/2014/main" id="{D630A261-B693-4284-B402-AB39FB8BC232}"/>
              </a:ext>
            </a:extLst>
          </p:cNvPr>
          <p:cNvSpPr>
            <a:spLocks xmlns:a="http://schemas.openxmlformats.org/drawingml/2006/main" noGrp="1"/>
          </p:cNvSpPr>
          <p:nvPr/>
        </p:nvSpPr>
        <p:spPr>
          <a:xfrm xmlns:a="http://schemas.openxmlformats.org/drawingml/2006/main">
            <a:off x="4615196" y="4135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a:t>
            </a:r>
          </a:p>
        </p:txBody>
      </p:sp>
      <p:sp>
        <p:nvSpPr>
          <p:cNvPr id="200" name="sues200_satellite_to_uav_300m/sues200_satellite_to_uav_300m/seed-3/population/bin-1/visual">
            <a:extLst xmlns:a="http://schemas.openxmlformats.org/drawingml/2006/main">
              <a:ext uri="{FF2B5EF4-FFF2-40B4-BE49-F238E27FC236}">
                <a16:creationId xmlns:a16="http://schemas.microsoft.com/office/drawing/2014/main" id="{4AA74A92-61E4-471F-92F4-F69218E92875}"/>
              </a:ext>
            </a:extLst>
          </p:cNvPr>
          <p:cNvSpPr>
            <a:spLocks xmlns:a="http://schemas.openxmlformats.org/drawingml/2006/main" noGrp="1"/>
          </p:cNvSpPr>
          <p:nvPr/>
        </p:nvSpPr>
        <p:spPr>
          <a:xfrm xmlns:a="http://schemas.openxmlformats.org/drawingml/2006/main">
            <a:off x="5222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80</a:t>
            </a:r>
          </a:p>
        </p:txBody>
      </p:sp>
      <p:sp>
        <p:nvSpPr>
          <p:cNvPr id="201" name="sues200_satellite_to_uav_300m/sues200_satellite_to_uav_300m/seed-3/population/bin-1/full">
            <a:extLst xmlns:a="http://schemas.openxmlformats.org/drawingml/2006/main">
              <a:ext uri="{FF2B5EF4-FFF2-40B4-BE49-F238E27FC236}">
                <a16:creationId xmlns:a16="http://schemas.microsoft.com/office/drawing/2014/main" id="{AC5814F2-EF3E-4490-8A8A-60A288C2CEF2}"/>
              </a:ext>
            </a:extLst>
          </p:cNvPr>
          <p:cNvSpPr>
            <a:spLocks xmlns:a="http://schemas.openxmlformats.org/drawingml/2006/main" noGrp="1"/>
          </p:cNvSpPr>
          <p:nvPr/>
        </p:nvSpPr>
        <p:spPr>
          <a:xfrm xmlns:a="http://schemas.openxmlformats.org/drawingml/2006/main">
            <a:off x="5857002" y="41356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80</a:t>
            </a:r>
          </a:p>
        </p:txBody>
      </p:sp>
      <p:sp>
        <p:nvSpPr>
          <p:cNvPr id="202" name="sues200_satellite_to_uav_300m/sues200_satellite_to_uav_300m/seed-3/population/bin-2/label">
            <a:extLst xmlns:a="http://schemas.openxmlformats.org/drawingml/2006/main">
              <a:ext uri="{FF2B5EF4-FFF2-40B4-BE49-F238E27FC236}">
                <a16:creationId xmlns:a16="http://schemas.microsoft.com/office/drawing/2014/main" id="{EFAF1C25-7707-4DBC-B9D2-1F7216188D1E}"/>
              </a:ext>
            </a:extLst>
          </p:cNvPr>
          <p:cNvSpPr>
            <a:spLocks xmlns:a="http://schemas.openxmlformats.org/drawingml/2006/main" noGrp="1"/>
          </p:cNvSpPr>
          <p:nvPr/>
        </p:nvSpPr>
        <p:spPr>
          <a:xfrm xmlns:a="http://schemas.openxmlformats.org/drawingml/2006/main">
            <a:off x="461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a:t>
            </a:r>
          </a:p>
        </p:txBody>
      </p:sp>
      <p:sp>
        <p:nvSpPr>
          <p:cNvPr id="203" name="sues200_satellite_to_uav_300m/sues200_satellite_to_uav_300m/seed-3/population/bin-2/visual">
            <a:extLst xmlns:a="http://schemas.openxmlformats.org/drawingml/2006/main">
              <a:ext uri="{FF2B5EF4-FFF2-40B4-BE49-F238E27FC236}">
                <a16:creationId xmlns:a16="http://schemas.microsoft.com/office/drawing/2014/main" id="{DA90A9B0-CB6F-4642-AB7D-BA2407BA48B3}"/>
              </a:ext>
            </a:extLst>
          </p:cNvPr>
          <p:cNvSpPr>
            <a:spLocks xmlns:a="http://schemas.openxmlformats.org/drawingml/2006/main" noGrp="1"/>
          </p:cNvSpPr>
          <p:nvPr/>
        </p:nvSpPr>
        <p:spPr>
          <a:xfrm xmlns:a="http://schemas.openxmlformats.org/drawingml/2006/main">
            <a:off x="5250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4" name="sues200_satellite_to_uav_300m/sues200_satellite_to_uav_300m/seed-3/population/bin-2/full">
            <a:extLst xmlns:a="http://schemas.openxmlformats.org/drawingml/2006/main">
              <a:ext uri="{FF2B5EF4-FFF2-40B4-BE49-F238E27FC236}">
                <a16:creationId xmlns:a16="http://schemas.microsoft.com/office/drawing/2014/main" id="{A545AF82-0616-4FA5-AF44-0B45DD046976}"/>
              </a:ext>
            </a:extLst>
          </p:cNvPr>
          <p:cNvSpPr>
            <a:spLocks xmlns:a="http://schemas.openxmlformats.org/drawingml/2006/main" noGrp="1"/>
          </p:cNvSpPr>
          <p:nvPr/>
        </p:nvSpPr>
        <p:spPr>
          <a:xfrm xmlns:a="http://schemas.openxmlformats.org/drawingml/2006/main">
            <a:off x="5885196" y="4275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5" name="sues200_satellite_to_uav_300m/sues200_satellite_to_uav_300m/seed-3/population/bin-3/label">
            <a:extLst xmlns:a="http://schemas.openxmlformats.org/drawingml/2006/main">
              <a:ext uri="{FF2B5EF4-FFF2-40B4-BE49-F238E27FC236}">
                <a16:creationId xmlns:a16="http://schemas.microsoft.com/office/drawing/2014/main" id="{EAC7577C-4C9B-4B92-8F5B-0987ECB63194}"/>
              </a:ext>
            </a:extLst>
          </p:cNvPr>
          <p:cNvSpPr>
            <a:spLocks xmlns:a="http://schemas.openxmlformats.org/drawingml/2006/main" noGrp="1"/>
          </p:cNvSpPr>
          <p:nvPr/>
        </p:nvSpPr>
        <p:spPr>
          <a:xfrm xmlns:a="http://schemas.openxmlformats.org/drawingml/2006/main">
            <a:off x="461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a:t>
            </a:r>
          </a:p>
        </p:txBody>
      </p:sp>
      <p:sp>
        <p:nvSpPr>
          <p:cNvPr id="206" name="sues200_satellite_to_uav_300m/sues200_satellite_to_uav_300m/seed-3/population/bin-3/visual">
            <a:extLst xmlns:a="http://schemas.openxmlformats.org/drawingml/2006/main">
              <a:ext uri="{FF2B5EF4-FFF2-40B4-BE49-F238E27FC236}">
                <a16:creationId xmlns:a16="http://schemas.microsoft.com/office/drawing/2014/main" id="{E6B0F985-F493-4590-B24A-95C5E47DEB57}"/>
              </a:ext>
            </a:extLst>
          </p:cNvPr>
          <p:cNvSpPr>
            <a:spLocks xmlns:a="http://schemas.openxmlformats.org/drawingml/2006/main" noGrp="1"/>
          </p:cNvSpPr>
          <p:nvPr/>
        </p:nvSpPr>
        <p:spPr>
          <a:xfrm xmlns:a="http://schemas.openxmlformats.org/drawingml/2006/main">
            <a:off x="5250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7" name="sues200_satellite_to_uav_300m/sues200_satellite_to_uav_300m/seed-3/population/bin-3/full">
            <a:extLst xmlns:a="http://schemas.openxmlformats.org/drawingml/2006/main">
              <a:ext uri="{FF2B5EF4-FFF2-40B4-BE49-F238E27FC236}">
                <a16:creationId xmlns:a16="http://schemas.microsoft.com/office/drawing/2014/main" id="{13E4141B-8525-41AC-890B-3E3DD58A1C6D}"/>
              </a:ext>
            </a:extLst>
          </p:cNvPr>
          <p:cNvSpPr>
            <a:spLocks xmlns:a="http://schemas.openxmlformats.org/drawingml/2006/main" noGrp="1"/>
          </p:cNvSpPr>
          <p:nvPr/>
        </p:nvSpPr>
        <p:spPr>
          <a:xfrm xmlns:a="http://schemas.openxmlformats.org/drawingml/2006/main">
            <a:off x="5885196" y="4415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08" name="sues200_satellite_to_uav_300m/sues200_satellite_to_uav_300m/seed-3/population/bin-4/label">
            <a:extLst xmlns:a="http://schemas.openxmlformats.org/drawingml/2006/main">
              <a:ext uri="{FF2B5EF4-FFF2-40B4-BE49-F238E27FC236}">
                <a16:creationId xmlns:a16="http://schemas.microsoft.com/office/drawing/2014/main" id="{05F78F75-2BC3-4C7A-A685-EFBB9FF26242}"/>
              </a:ext>
            </a:extLst>
          </p:cNvPr>
          <p:cNvSpPr>
            <a:spLocks xmlns:a="http://schemas.openxmlformats.org/drawingml/2006/main" noGrp="1"/>
          </p:cNvSpPr>
          <p:nvPr/>
        </p:nvSpPr>
        <p:spPr>
          <a:xfrm xmlns:a="http://schemas.openxmlformats.org/drawingml/2006/main">
            <a:off x="461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a:t>
            </a:r>
          </a:p>
        </p:txBody>
      </p:sp>
      <p:sp>
        <p:nvSpPr>
          <p:cNvPr id="209" name="sues200_satellite_to_uav_300m/sues200_satellite_to_uav_300m/seed-3/population/bin-4/visual">
            <a:extLst xmlns:a="http://schemas.openxmlformats.org/drawingml/2006/main">
              <a:ext uri="{FF2B5EF4-FFF2-40B4-BE49-F238E27FC236}">
                <a16:creationId xmlns:a16="http://schemas.microsoft.com/office/drawing/2014/main" id="{4BEC90A7-7C1B-4588-B84F-263008714926}"/>
              </a:ext>
            </a:extLst>
          </p:cNvPr>
          <p:cNvSpPr>
            <a:spLocks xmlns:a="http://schemas.openxmlformats.org/drawingml/2006/main" noGrp="1"/>
          </p:cNvSpPr>
          <p:nvPr/>
        </p:nvSpPr>
        <p:spPr>
          <a:xfrm xmlns:a="http://schemas.openxmlformats.org/drawingml/2006/main">
            <a:off x="5250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0" name="sues200_satellite_to_uav_300m/sues200_satellite_to_uav_300m/seed-3/population/bin-4/full">
            <a:extLst xmlns:a="http://schemas.openxmlformats.org/drawingml/2006/main">
              <a:ext uri="{FF2B5EF4-FFF2-40B4-BE49-F238E27FC236}">
                <a16:creationId xmlns:a16="http://schemas.microsoft.com/office/drawing/2014/main" id="{FFAC131C-80B1-4C02-BAA1-DC72A622EB41}"/>
              </a:ext>
            </a:extLst>
          </p:cNvPr>
          <p:cNvSpPr>
            <a:spLocks xmlns:a="http://schemas.openxmlformats.org/drawingml/2006/main" noGrp="1"/>
          </p:cNvSpPr>
          <p:nvPr/>
        </p:nvSpPr>
        <p:spPr>
          <a:xfrm xmlns:a="http://schemas.openxmlformats.org/drawingml/2006/main">
            <a:off x="5885196" y="4554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1" name="sues200_satellite_to_uav_300m/sues200_satellite_to_uav_300m/seed-3/population/bin-5/label">
            <a:extLst xmlns:a="http://schemas.openxmlformats.org/drawingml/2006/main">
              <a:ext uri="{FF2B5EF4-FFF2-40B4-BE49-F238E27FC236}">
                <a16:creationId xmlns:a16="http://schemas.microsoft.com/office/drawing/2014/main" id="{FE396E68-ED5A-45F0-AFE9-D4A82EF0C3B7}"/>
              </a:ext>
            </a:extLst>
          </p:cNvPr>
          <p:cNvSpPr>
            <a:spLocks xmlns:a="http://schemas.openxmlformats.org/drawingml/2006/main" noGrp="1"/>
          </p:cNvSpPr>
          <p:nvPr/>
        </p:nvSpPr>
        <p:spPr>
          <a:xfrm xmlns:a="http://schemas.openxmlformats.org/drawingml/2006/main">
            <a:off x="461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a:t>
            </a:r>
          </a:p>
        </p:txBody>
      </p:sp>
      <p:sp>
        <p:nvSpPr>
          <p:cNvPr id="212" name="sues200_satellite_to_uav_300m/sues200_satellite_to_uav_300m/seed-3/population/bin-5/visual">
            <a:extLst xmlns:a="http://schemas.openxmlformats.org/drawingml/2006/main">
              <a:ext uri="{FF2B5EF4-FFF2-40B4-BE49-F238E27FC236}">
                <a16:creationId xmlns:a16="http://schemas.microsoft.com/office/drawing/2014/main" id="{5763FC6E-BD1B-4A2B-9CA6-E1B86E2EF229}"/>
              </a:ext>
            </a:extLst>
          </p:cNvPr>
          <p:cNvSpPr>
            <a:spLocks xmlns:a="http://schemas.openxmlformats.org/drawingml/2006/main" noGrp="1"/>
          </p:cNvSpPr>
          <p:nvPr/>
        </p:nvSpPr>
        <p:spPr>
          <a:xfrm xmlns:a="http://schemas.openxmlformats.org/drawingml/2006/main">
            <a:off x="5250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3" name="sues200_satellite_to_uav_300m/sues200_satellite_to_uav_300m/seed-3/population/bin-5/full">
            <a:extLst xmlns:a="http://schemas.openxmlformats.org/drawingml/2006/main">
              <a:ext uri="{FF2B5EF4-FFF2-40B4-BE49-F238E27FC236}">
                <a16:creationId xmlns:a16="http://schemas.microsoft.com/office/drawing/2014/main" id="{1C03C651-C649-44EA-9BB7-A4389F7A96ED}"/>
              </a:ext>
            </a:extLst>
          </p:cNvPr>
          <p:cNvSpPr>
            <a:spLocks xmlns:a="http://schemas.openxmlformats.org/drawingml/2006/main" noGrp="1"/>
          </p:cNvSpPr>
          <p:nvPr/>
        </p:nvSpPr>
        <p:spPr>
          <a:xfrm xmlns:a="http://schemas.openxmlformats.org/drawingml/2006/main">
            <a:off x="5885196" y="4694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4" name="sues200_satellite_to_uav_300m/sues200_satellite_to_uav_300m/seed-3/population/bin-6/label">
            <a:extLst xmlns:a="http://schemas.openxmlformats.org/drawingml/2006/main">
              <a:ext uri="{FF2B5EF4-FFF2-40B4-BE49-F238E27FC236}">
                <a16:creationId xmlns:a16="http://schemas.microsoft.com/office/drawing/2014/main" id="{C8DC1938-BAE3-4B68-8894-9C94B6D5959A}"/>
              </a:ext>
            </a:extLst>
          </p:cNvPr>
          <p:cNvSpPr>
            <a:spLocks xmlns:a="http://schemas.openxmlformats.org/drawingml/2006/main" noGrp="1"/>
          </p:cNvSpPr>
          <p:nvPr/>
        </p:nvSpPr>
        <p:spPr>
          <a:xfrm xmlns:a="http://schemas.openxmlformats.org/drawingml/2006/main">
            <a:off x="461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a:t>
            </a:r>
          </a:p>
        </p:txBody>
      </p:sp>
      <p:sp>
        <p:nvSpPr>
          <p:cNvPr id="215" name="sues200_satellite_to_uav_300m/sues200_satellite_to_uav_300m/seed-3/population/bin-6/visual">
            <a:extLst xmlns:a="http://schemas.openxmlformats.org/drawingml/2006/main">
              <a:ext uri="{FF2B5EF4-FFF2-40B4-BE49-F238E27FC236}">
                <a16:creationId xmlns:a16="http://schemas.microsoft.com/office/drawing/2014/main" id="{C65B4699-06BD-4297-B163-AE2B252BBAFC}"/>
              </a:ext>
            </a:extLst>
          </p:cNvPr>
          <p:cNvSpPr>
            <a:spLocks xmlns:a="http://schemas.openxmlformats.org/drawingml/2006/main" noGrp="1"/>
          </p:cNvSpPr>
          <p:nvPr/>
        </p:nvSpPr>
        <p:spPr>
          <a:xfrm xmlns:a="http://schemas.openxmlformats.org/drawingml/2006/main">
            <a:off x="5250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6" name="sues200_satellite_to_uav_300m/sues200_satellite_to_uav_300m/seed-3/population/bin-6/full">
            <a:extLst xmlns:a="http://schemas.openxmlformats.org/drawingml/2006/main">
              <a:ext uri="{FF2B5EF4-FFF2-40B4-BE49-F238E27FC236}">
                <a16:creationId xmlns:a16="http://schemas.microsoft.com/office/drawing/2014/main" id="{B5E5C4C4-6E86-4FAD-94B5-FA60547CB37C}"/>
              </a:ext>
            </a:extLst>
          </p:cNvPr>
          <p:cNvSpPr>
            <a:spLocks xmlns:a="http://schemas.openxmlformats.org/drawingml/2006/main" noGrp="1"/>
          </p:cNvSpPr>
          <p:nvPr/>
        </p:nvSpPr>
        <p:spPr>
          <a:xfrm xmlns:a="http://schemas.openxmlformats.org/drawingml/2006/main">
            <a:off x="5885196" y="48341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7" name="sues200_satellite_to_uav_300m/sues200_satellite_to_uav_300m/seed-3/population/bin-7/label">
            <a:extLst xmlns:a="http://schemas.openxmlformats.org/drawingml/2006/main">
              <a:ext uri="{FF2B5EF4-FFF2-40B4-BE49-F238E27FC236}">
                <a16:creationId xmlns:a16="http://schemas.microsoft.com/office/drawing/2014/main" id="{01CF025D-6CE6-493A-8A6D-F11771F1D13F}"/>
              </a:ext>
            </a:extLst>
          </p:cNvPr>
          <p:cNvSpPr>
            <a:spLocks xmlns:a="http://schemas.openxmlformats.org/drawingml/2006/main" noGrp="1"/>
          </p:cNvSpPr>
          <p:nvPr/>
        </p:nvSpPr>
        <p:spPr>
          <a:xfrm xmlns:a="http://schemas.openxmlformats.org/drawingml/2006/main">
            <a:off x="461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a:t>
            </a:r>
          </a:p>
        </p:txBody>
      </p:sp>
      <p:sp>
        <p:nvSpPr>
          <p:cNvPr id="218" name="sues200_satellite_to_uav_300m/sues200_satellite_to_uav_300m/seed-3/population/bin-7/visual">
            <a:extLst xmlns:a="http://schemas.openxmlformats.org/drawingml/2006/main">
              <a:ext uri="{FF2B5EF4-FFF2-40B4-BE49-F238E27FC236}">
                <a16:creationId xmlns:a16="http://schemas.microsoft.com/office/drawing/2014/main" id="{3F317059-E490-4D23-A597-F821EBEBBEB4}"/>
              </a:ext>
            </a:extLst>
          </p:cNvPr>
          <p:cNvSpPr>
            <a:spLocks xmlns:a="http://schemas.openxmlformats.org/drawingml/2006/main" noGrp="1"/>
          </p:cNvSpPr>
          <p:nvPr/>
        </p:nvSpPr>
        <p:spPr>
          <a:xfrm xmlns:a="http://schemas.openxmlformats.org/drawingml/2006/main">
            <a:off x="5250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19" name="sues200_satellite_to_uav_300m/sues200_satellite_to_uav_300m/seed-3/population/bin-7/full">
            <a:extLst xmlns:a="http://schemas.openxmlformats.org/drawingml/2006/main">
              <a:ext uri="{FF2B5EF4-FFF2-40B4-BE49-F238E27FC236}">
                <a16:creationId xmlns:a16="http://schemas.microsoft.com/office/drawing/2014/main" id="{21D8C993-AEEF-4258-9332-775E46AB75B0}"/>
              </a:ext>
            </a:extLst>
          </p:cNvPr>
          <p:cNvSpPr>
            <a:spLocks xmlns:a="http://schemas.openxmlformats.org/drawingml/2006/main" noGrp="1"/>
          </p:cNvSpPr>
          <p:nvPr/>
        </p:nvSpPr>
        <p:spPr>
          <a:xfrm xmlns:a="http://schemas.openxmlformats.org/drawingml/2006/main">
            <a:off x="5885196" y="4973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0" name="sues200_satellite_to_uav_300m/sues200_satellite_to_uav_300m/seed-3/population/bin-8/label">
            <a:extLst xmlns:a="http://schemas.openxmlformats.org/drawingml/2006/main">
              <a:ext uri="{FF2B5EF4-FFF2-40B4-BE49-F238E27FC236}">
                <a16:creationId xmlns:a16="http://schemas.microsoft.com/office/drawing/2014/main" id="{9D7556AC-5D49-4948-8878-C4F925BA8405}"/>
              </a:ext>
            </a:extLst>
          </p:cNvPr>
          <p:cNvSpPr>
            <a:spLocks xmlns:a="http://schemas.openxmlformats.org/drawingml/2006/main" noGrp="1"/>
          </p:cNvSpPr>
          <p:nvPr/>
        </p:nvSpPr>
        <p:spPr>
          <a:xfrm xmlns:a="http://schemas.openxmlformats.org/drawingml/2006/main">
            <a:off x="461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a:t>
            </a:r>
          </a:p>
        </p:txBody>
      </p:sp>
      <p:sp>
        <p:nvSpPr>
          <p:cNvPr id="221" name="sues200_satellite_to_uav_300m/sues200_satellite_to_uav_300m/seed-3/population/bin-8/visual">
            <a:extLst xmlns:a="http://schemas.openxmlformats.org/drawingml/2006/main">
              <a:ext uri="{FF2B5EF4-FFF2-40B4-BE49-F238E27FC236}">
                <a16:creationId xmlns:a16="http://schemas.microsoft.com/office/drawing/2014/main" id="{8E7DCE4C-83F9-4CDA-9DC4-AA6E73B379BF}"/>
              </a:ext>
            </a:extLst>
          </p:cNvPr>
          <p:cNvSpPr>
            <a:spLocks xmlns:a="http://schemas.openxmlformats.org/drawingml/2006/main" noGrp="1"/>
          </p:cNvSpPr>
          <p:nvPr/>
        </p:nvSpPr>
        <p:spPr>
          <a:xfrm xmlns:a="http://schemas.openxmlformats.org/drawingml/2006/main">
            <a:off x="5250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2" name="sues200_satellite_to_uav_300m/sues200_satellite_to_uav_300m/seed-3/population/bin-8/full">
            <a:extLst xmlns:a="http://schemas.openxmlformats.org/drawingml/2006/main">
              <a:ext uri="{FF2B5EF4-FFF2-40B4-BE49-F238E27FC236}">
                <a16:creationId xmlns:a16="http://schemas.microsoft.com/office/drawing/2014/main" id="{F3274939-E844-46D8-A7C4-91FCFD3B856D}"/>
              </a:ext>
            </a:extLst>
          </p:cNvPr>
          <p:cNvSpPr>
            <a:spLocks xmlns:a="http://schemas.openxmlformats.org/drawingml/2006/main" noGrp="1"/>
          </p:cNvSpPr>
          <p:nvPr/>
        </p:nvSpPr>
        <p:spPr>
          <a:xfrm xmlns:a="http://schemas.openxmlformats.org/drawingml/2006/main">
            <a:off x="5885196" y="51135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3" name="sues200_satellite_to_uav_300m/sues200_satellite_to_uav_300m/seed-3/population/bin-9/label">
            <a:extLst xmlns:a="http://schemas.openxmlformats.org/drawingml/2006/main">
              <a:ext uri="{FF2B5EF4-FFF2-40B4-BE49-F238E27FC236}">
                <a16:creationId xmlns:a16="http://schemas.microsoft.com/office/drawing/2014/main" id="{62E119B7-421D-4263-998E-9D41D9613A42}"/>
              </a:ext>
            </a:extLst>
          </p:cNvPr>
          <p:cNvSpPr>
            <a:spLocks xmlns:a="http://schemas.openxmlformats.org/drawingml/2006/main" noGrp="1"/>
          </p:cNvSpPr>
          <p:nvPr/>
        </p:nvSpPr>
        <p:spPr>
          <a:xfrm xmlns:a="http://schemas.openxmlformats.org/drawingml/2006/main">
            <a:off x="461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a:t>
            </a:r>
          </a:p>
        </p:txBody>
      </p:sp>
      <p:sp>
        <p:nvSpPr>
          <p:cNvPr id="224" name="sues200_satellite_to_uav_300m/sues200_satellite_to_uav_300m/seed-3/population/bin-9/visual">
            <a:extLst xmlns:a="http://schemas.openxmlformats.org/drawingml/2006/main">
              <a:ext uri="{FF2B5EF4-FFF2-40B4-BE49-F238E27FC236}">
                <a16:creationId xmlns:a16="http://schemas.microsoft.com/office/drawing/2014/main" id="{8466989F-2159-43F2-9AD0-249D1146EE52}"/>
              </a:ext>
            </a:extLst>
          </p:cNvPr>
          <p:cNvSpPr>
            <a:spLocks xmlns:a="http://schemas.openxmlformats.org/drawingml/2006/main" noGrp="1"/>
          </p:cNvSpPr>
          <p:nvPr/>
        </p:nvSpPr>
        <p:spPr>
          <a:xfrm xmlns:a="http://schemas.openxmlformats.org/drawingml/2006/main">
            <a:off x="5250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5" name="sues200_satellite_to_uav_300m/sues200_satellite_to_uav_300m/seed-3/population/bin-9/full">
            <a:extLst xmlns:a="http://schemas.openxmlformats.org/drawingml/2006/main">
              <a:ext uri="{FF2B5EF4-FFF2-40B4-BE49-F238E27FC236}">
                <a16:creationId xmlns:a16="http://schemas.microsoft.com/office/drawing/2014/main" id="{2C176095-F547-4D42-8D62-2E042B7F1538}"/>
              </a:ext>
            </a:extLst>
          </p:cNvPr>
          <p:cNvSpPr>
            <a:spLocks xmlns:a="http://schemas.openxmlformats.org/drawingml/2006/main" noGrp="1"/>
          </p:cNvSpPr>
          <p:nvPr/>
        </p:nvSpPr>
        <p:spPr>
          <a:xfrm xmlns:a="http://schemas.openxmlformats.org/drawingml/2006/main">
            <a:off x="5885196" y="5253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6" name="sues200_satellite_to_uav_300m/sues200_satellite_to_uav_300m/seed-3/population/bin-10/label">
            <a:extLst xmlns:a="http://schemas.openxmlformats.org/drawingml/2006/main">
              <a:ext uri="{FF2B5EF4-FFF2-40B4-BE49-F238E27FC236}">
                <a16:creationId xmlns:a16="http://schemas.microsoft.com/office/drawing/2014/main" id="{E702FAF5-CDCA-4ED8-95DF-69C3A9172DAB}"/>
              </a:ext>
            </a:extLst>
          </p:cNvPr>
          <p:cNvSpPr>
            <a:spLocks xmlns:a="http://schemas.openxmlformats.org/drawingml/2006/main" noGrp="1"/>
          </p:cNvSpPr>
          <p:nvPr/>
        </p:nvSpPr>
        <p:spPr>
          <a:xfrm xmlns:a="http://schemas.openxmlformats.org/drawingml/2006/main">
            <a:off x="4587002" y="53929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27" name="sues200_satellite_to_uav_300m/sues200_satellite_to_uav_300m/seed-3/population/bin-10/visual">
            <a:extLst xmlns:a="http://schemas.openxmlformats.org/drawingml/2006/main">
              <a:ext uri="{FF2B5EF4-FFF2-40B4-BE49-F238E27FC236}">
                <a16:creationId xmlns:a16="http://schemas.microsoft.com/office/drawing/2014/main" id="{391B8B69-2822-4BC9-8362-6268713F2C98}"/>
              </a:ext>
            </a:extLst>
          </p:cNvPr>
          <p:cNvSpPr>
            <a:spLocks xmlns:a="http://schemas.openxmlformats.org/drawingml/2006/main" noGrp="1"/>
          </p:cNvSpPr>
          <p:nvPr/>
        </p:nvSpPr>
        <p:spPr>
          <a:xfrm xmlns:a="http://schemas.openxmlformats.org/drawingml/2006/main">
            <a:off x="5250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8" name="sues200_satellite_to_uav_300m/sues200_satellite_to_uav_300m/seed-3/population/bin-10/full">
            <a:extLst xmlns:a="http://schemas.openxmlformats.org/drawingml/2006/main">
              <a:ext uri="{FF2B5EF4-FFF2-40B4-BE49-F238E27FC236}">
                <a16:creationId xmlns:a16="http://schemas.microsoft.com/office/drawing/2014/main" id="{D37F96F8-1E1E-4F18-A4E7-3EC604F2B558}"/>
              </a:ext>
            </a:extLst>
          </p:cNvPr>
          <p:cNvSpPr>
            <a:spLocks xmlns:a="http://schemas.openxmlformats.org/drawingml/2006/main" noGrp="1"/>
          </p:cNvSpPr>
          <p:nvPr/>
        </p:nvSpPr>
        <p:spPr>
          <a:xfrm xmlns:a="http://schemas.openxmlformats.org/drawingml/2006/main">
            <a:off x="5885196" y="53929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29" name="sues200_satellite_to_uav_300m/sues200_satellite_to_uav_300m/seed-3/population/bin-11/label">
            <a:extLst xmlns:a="http://schemas.openxmlformats.org/drawingml/2006/main">
              <a:ext uri="{FF2B5EF4-FFF2-40B4-BE49-F238E27FC236}">
                <a16:creationId xmlns:a16="http://schemas.microsoft.com/office/drawing/2014/main" id="{05235686-CEBD-4F6A-BBC5-0CE95AD7FED0}"/>
              </a:ext>
            </a:extLst>
          </p:cNvPr>
          <p:cNvSpPr>
            <a:spLocks xmlns:a="http://schemas.openxmlformats.org/drawingml/2006/main" noGrp="1"/>
          </p:cNvSpPr>
          <p:nvPr/>
        </p:nvSpPr>
        <p:spPr>
          <a:xfrm xmlns:a="http://schemas.openxmlformats.org/drawingml/2006/main">
            <a:off x="4590764" y="5532628"/>
            <a:ext cx="1148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a:t>
            </a:r>
          </a:p>
        </p:txBody>
      </p:sp>
      <p:sp>
        <p:nvSpPr>
          <p:cNvPr id="230" name="sues200_satellite_to_uav_300m/sues200_satellite_to_uav_300m/seed-3/population/bin-11/visual">
            <a:extLst xmlns:a="http://schemas.openxmlformats.org/drawingml/2006/main">
              <a:ext uri="{FF2B5EF4-FFF2-40B4-BE49-F238E27FC236}">
                <a16:creationId xmlns:a16="http://schemas.microsoft.com/office/drawing/2014/main" id="{ADD2494D-7BA0-4381-A56B-1C827EFDE5D0}"/>
              </a:ext>
            </a:extLst>
          </p:cNvPr>
          <p:cNvSpPr>
            <a:spLocks xmlns:a="http://schemas.openxmlformats.org/drawingml/2006/main" noGrp="1"/>
          </p:cNvSpPr>
          <p:nvPr/>
        </p:nvSpPr>
        <p:spPr>
          <a:xfrm xmlns:a="http://schemas.openxmlformats.org/drawingml/2006/main">
            <a:off x="5250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1" name="sues200_satellite_to_uav_300m/sues200_satellite_to_uav_300m/seed-3/population/bin-11/full">
            <a:extLst xmlns:a="http://schemas.openxmlformats.org/drawingml/2006/main">
              <a:ext uri="{FF2B5EF4-FFF2-40B4-BE49-F238E27FC236}">
                <a16:creationId xmlns:a16="http://schemas.microsoft.com/office/drawing/2014/main" id="{5C8A8EAA-9F35-4D8F-AB1F-25C50E7FFB29}"/>
              </a:ext>
            </a:extLst>
          </p:cNvPr>
          <p:cNvSpPr>
            <a:spLocks xmlns:a="http://schemas.openxmlformats.org/drawingml/2006/main" noGrp="1"/>
          </p:cNvSpPr>
          <p:nvPr/>
        </p:nvSpPr>
        <p:spPr>
          <a:xfrm xmlns:a="http://schemas.openxmlformats.org/drawingml/2006/main">
            <a:off x="5885196" y="55326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2" name="sues200_satellite_to_uav_300m/sues200_satellite_to_uav_300m/seed-3/population/bin-12/label">
            <a:extLst xmlns:a="http://schemas.openxmlformats.org/drawingml/2006/main">
              <a:ext uri="{FF2B5EF4-FFF2-40B4-BE49-F238E27FC236}">
                <a16:creationId xmlns:a16="http://schemas.microsoft.com/office/drawing/2014/main" id="{F09F229A-23A7-4D24-89A0-2647249DED7B}"/>
              </a:ext>
            </a:extLst>
          </p:cNvPr>
          <p:cNvSpPr>
            <a:spLocks xmlns:a="http://schemas.openxmlformats.org/drawingml/2006/main" noGrp="1"/>
          </p:cNvSpPr>
          <p:nvPr/>
        </p:nvSpPr>
        <p:spPr>
          <a:xfrm xmlns:a="http://schemas.openxmlformats.org/drawingml/2006/main">
            <a:off x="4587002" y="5672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a:t>
            </a:r>
          </a:p>
        </p:txBody>
      </p:sp>
      <p:sp>
        <p:nvSpPr>
          <p:cNvPr id="233" name="sues200_satellite_to_uav_300m/sues200_satellite_to_uav_300m/seed-3/population/bin-12/visual">
            <a:extLst xmlns:a="http://schemas.openxmlformats.org/drawingml/2006/main">
              <a:ext uri="{FF2B5EF4-FFF2-40B4-BE49-F238E27FC236}">
                <a16:creationId xmlns:a16="http://schemas.microsoft.com/office/drawing/2014/main" id="{E079BDB1-32F6-4A9C-A367-38BB918D22D2}"/>
              </a:ext>
            </a:extLst>
          </p:cNvPr>
          <p:cNvSpPr>
            <a:spLocks xmlns:a="http://schemas.openxmlformats.org/drawingml/2006/main" noGrp="1"/>
          </p:cNvSpPr>
          <p:nvPr/>
        </p:nvSpPr>
        <p:spPr>
          <a:xfrm xmlns:a="http://schemas.openxmlformats.org/drawingml/2006/main">
            <a:off x="5250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4" name="sues200_satellite_to_uav_300m/sues200_satellite_to_uav_300m/seed-3/population/bin-12/full">
            <a:extLst xmlns:a="http://schemas.openxmlformats.org/drawingml/2006/main">
              <a:ext uri="{FF2B5EF4-FFF2-40B4-BE49-F238E27FC236}">
                <a16:creationId xmlns:a16="http://schemas.microsoft.com/office/drawing/2014/main" id="{76D71216-FAB6-47D6-8108-28DD1CBDBDE8}"/>
              </a:ext>
            </a:extLst>
          </p:cNvPr>
          <p:cNvSpPr>
            <a:spLocks xmlns:a="http://schemas.openxmlformats.org/drawingml/2006/main" noGrp="1"/>
          </p:cNvSpPr>
          <p:nvPr/>
        </p:nvSpPr>
        <p:spPr>
          <a:xfrm xmlns:a="http://schemas.openxmlformats.org/drawingml/2006/main">
            <a:off x="5885196" y="56723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5" name="sues200_satellite_to_uav_300m/sues200_satellite_to_uav_300m/seed-3/population/bin-13/label">
            <a:extLst xmlns:a="http://schemas.openxmlformats.org/drawingml/2006/main">
              <a:ext uri="{FF2B5EF4-FFF2-40B4-BE49-F238E27FC236}">
                <a16:creationId xmlns:a16="http://schemas.microsoft.com/office/drawing/2014/main" id="{8E8904DE-DBD0-4C30-8424-FB53149D6DD2}"/>
              </a:ext>
            </a:extLst>
          </p:cNvPr>
          <p:cNvSpPr>
            <a:spLocks xmlns:a="http://schemas.openxmlformats.org/drawingml/2006/main" noGrp="1"/>
          </p:cNvSpPr>
          <p:nvPr/>
        </p:nvSpPr>
        <p:spPr>
          <a:xfrm xmlns:a="http://schemas.openxmlformats.org/drawingml/2006/main">
            <a:off x="4587002" y="5812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13</a:t>
            </a:r>
          </a:p>
        </p:txBody>
      </p:sp>
      <p:sp>
        <p:nvSpPr>
          <p:cNvPr id="236" name="sues200_satellite_to_uav_300m/sues200_satellite_to_uav_300m/seed-3/population/bin-13/visual">
            <a:extLst xmlns:a="http://schemas.openxmlformats.org/drawingml/2006/main">
              <a:ext uri="{FF2B5EF4-FFF2-40B4-BE49-F238E27FC236}">
                <a16:creationId xmlns:a16="http://schemas.microsoft.com/office/drawing/2014/main" id="{99188CA4-C30A-4D8B-9EBD-CF3FE89C216B}"/>
              </a:ext>
            </a:extLst>
          </p:cNvPr>
          <p:cNvSpPr>
            <a:spLocks xmlns:a="http://schemas.openxmlformats.org/drawingml/2006/main" noGrp="1"/>
          </p:cNvSpPr>
          <p:nvPr/>
        </p:nvSpPr>
        <p:spPr>
          <a:xfrm xmlns:a="http://schemas.openxmlformats.org/drawingml/2006/main">
            <a:off x="5250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7" name="sues200_satellite_to_uav_300m/sues200_satellite_to_uav_300m/seed-3/population/bin-13/full">
            <a:extLst xmlns:a="http://schemas.openxmlformats.org/drawingml/2006/main">
              <a:ext uri="{FF2B5EF4-FFF2-40B4-BE49-F238E27FC236}">
                <a16:creationId xmlns:a16="http://schemas.microsoft.com/office/drawing/2014/main" id="{5358AD5F-990B-4B19-8886-28D45B700EDC}"/>
              </a:ext>
            </a:extLst>
          </p:cNvPr>
          <p:cNvSpPr>
            <a:spLocks xmlns:a="http://schemas.openxmlformats.org/drawingml/2006/main" noGrp="1"/>
          </p:cNvSpPr>
          <p:nvPr/>
        </p:nvSpPr>
        <p:spPr>
          <a:xfrm xmlns:a="http://schemas.openxmlformats.org/drawingml/2006/main">
            <a:off x="5885196" y="58120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38" name="sues200_satellite_to_uav_300m/sues200_satellite_to_uav_300m/seed-3/population/bin-14/label">
            <a:extLst xmlns:a="http://schemas.openxmlformats.org/drawingml/2006/main">
              <a:ext uri="{FF2B5EF4-FFF2-40B4-BE49-F238E27FC236}">
                <a16:creationId xmlns:a16="http://schemas.microsoft.com/office/drawing/2014/main" id="{64801C99-6CC6-46CE-A944-783A68C11AC0}"/>
              </a:ext>
            </a:extLst>
          </p:cNvPr>
          <p:cNvSpPr>
            <a:spLocks xmlns:a="http://schemas.openxmlformats.org/drawingml/2006/main" noGrp="1"/>
          </p:cNvSpPr>
          <p:nvPr/>
        </p:nvSpPr>
        <p:spPr>
          <a:xfrm xmlns:a="http://schemas.openxmlformats.org/drawingml/2006/main">
            <a:off x="4587002" y="5951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a:t>
            </a:r>
          </a:p>
        </p:txBody>
      </p:sp>
      <p:sp>
        <p:nvSpPr>
          <p:cNvPr id="239" name="sues200_satellite_to_uav_300m/sues200_satellite_to_uav_300m/seed-3/population/bin-14/visual">
            <a:extLst xmlns:a="http://schemas.openxmlformats.org/drawingml/2006/main">
              <a:ext uri="{FF2B5EF4-FFF2-40B4-BE49-F238E27FC236}">
                <a16:creationId xmlns:a16="http://schemas.microsoft.com/office/drawing/2014/main" id="{51838292-ACCD-4CA0-85F8-F563611224BA}"/>
              </a:ext>
            </a:extLst>
          </p:cNvPr>
          <p:cNvSpPr>
            <a:spLocks xmlns:a="http://schemas.openxmlformats.org/drawingml/2006/main" noGrp="1"/>
          </p:cNvSpPr>
          <p:nvPr/>
        </p:nvSpPr>
        <p:spPr>
          <a:xfrm xmlns:a="http://schemas.openxmlformats.org/drawingml/2006/main">
            <a:off x="5250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0" name="sues200_satellite_to_uav_300m/sues200_satellite_to_uav_300m/seed-3/population/bin-14/full">
            <a:extLst xmlns:a="http://schemas.openxmlformats.org/drawingml/2006/main">
              <a:ext uri="{FF2B5EF4-FFF2-40B4-BE49-F238E27FC236}">
                <a16:creationId xmlns:a16="http://schemas.microsoft.com/office/drawing/2014/main" id="{54835954-1C05-4F76-929C-2782604578DB}"/>
              </a:ext>
            </a:extLst>
          </p:cNvPr>
          <p:cNvSpPr>
            <a:spLocks xmlns:a="http://schemas.openxmlformats.org/drawingml/2006/main" noGrp="1"/>
          </p:cNvSpPr>
          <p:nvPr/>
        </p:nvSpPr>
        <p:spPr>
          <a:xfrm xmlns:a="http://schemas.openxmlformats.org/drawingml/2006/main">
            <a:off x="5885196" y="59517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1" name="sues200_satellite_to_uav_300m/sues200_satellite_to_uav_300m/seed-3/population/bin-15/label">
            <a:extLst xmlns:a="http://schemas.openxmlformats.org/drawingml/2006/main">
              <a:ext uri="{FF2B5EF4-FFF2-40B4-BE49-F238E27FC236}">
                <a16:creationId xmlns:a16="http://schemas.microsoft.com/office/drawing/2014/main" id="{5F0A1EAD-1BEE-47CA-B54A-F0607EFD758E}"/>
              </a:ext>
            </a:extLst>
          </p:cNvPr>
          <p:cNvSpPr>
            <a:spLocks xmlns:a="http://schemas.openxmlformats.org/drawingml/2006/main" noGrp="1"/>
          </p:cNvSpPr>
          <p:nvPr/>
        </p:nvSpPr>
        <p:spPr>
          <a:xfrm xmlns:a="http://schemas.openxmlformats.org/drawingml/2006/main">
            <a:off x="4587002" y="60914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15</a:t>
            </a:r>
          </a:p>
        </p:txBody>
      </p:sp>
      <p:sp>
        <p:nvSpPr>
          <p:cNvPr id="242" name="sues200_satellite_to_uav_300m/sues200_satellite_to_uav_300m/seed-3/population/bin-15/visual">
            <a:extLst xmlns:a="http://schemas.openxmlformats.org/drawingml/2006/main">
              <a:ext uri="{FF2B5EF4-FFF2-40B4-BE49-F238E27FC236}">
                <a16:creationId xmlns:a16="http://schemas.microsoft.com/office/drawing/2014/main" id="{2636A2B3-01DE-43CE-B7A8-2A9D5A7456E1}"/>
              </a:ext>
            </a:extLst>
          </p:cNvPr>
          <p:cNvSpPr>
            <a:spLocks xmlns:a="http://schemas.openxmlformats.org/drawingml/2006/main" noGrp="1"/>
          </p:cNvSpPr>
          <p:nvPr/>
        </p:nvSpPr>
        <p:spPr>
          <a:xfrm xmlns:a="http://schemas.openxmlformats.org/drawingml/2006/main">
            <a:off x="5250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3" name="sues200_satellite_to_uav_300m/sues200_satellite_to_uav_300m/seed-3/population/bin-15/full">
            <a:extLst xmlns:a="http://schemas.openxmlformats.org/drawingml/2006/main">
              <a:ext uri="{FF2B5EF4-FFF2-40B4-BE49-F238E27FC236}">
                <a16:creationId xmlns:a16="http://schemas.microsoft.com/office/drawing/2014/main" id="{624DA17B-A146-492B-8EB2-CCF87A35E56E}"/>
              </a:ext>
            </a:extLst>
          </p:cNvPr>
          <p:cNvSpPr>
            <a:spLocks xmlns:a="http://schemas.openxmlformats.org/drawingml/2006/main" noGrp="1"/>
          </p:cNvSpPr>
          <p:nvPr/>
        </p:nvSpPr>
        <p:spPr>
          <a:xfrm xmlns:a="http://schemas.openxmlformats.org/drawingml/2006/main">
            <a:off x="5885196" y="60914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737B83"/>
                </a:solidFill>
                <a:latin typeface="Arial"/>
                <a:ea typeface="Arial"/>
                <a:cs typeface="Arial"/>
              </a:defRPr>
            </a:pPr>
            <a:r>
              <a:rPr sz="800" b="0">
                <a:solidFill>
                  <a:srgbClr val="737B83"/>
                </a:solidFill>
                <a:latin typeface="Arial"/>
                <a:ea typeface="Arial"/>
                <a:cs typeface="Arial"/>
              </a:rPr>
              <a:t>0</a:t>
            </a:r>
          </a:p>
        </p:txBody>
      </p:sp>
      <p:sp>
        <p:nvSpPr>
          <p:cNvPr id="244" name="sues200_satellite_to_uav_300m/x-axis-label">
            <a:extLst xmlns:a="http://schemas.openxmlformats.org/drawingml/2006/main">
              <a:ext uri="{FF2B5EF4-FFF2-40B4-BE49-F238E27FC236}">
                <a16:creationId xmlns:a16="http://schemas.microsoft.com/office/drawing/2014/main" id="{7937FE7E-CC0E-4112-BDA3-D34997EAF57A}"/>
              </a:ext>
            </a:extLst>
          </p:cNvPr>
          <p:cNvSpPr>
            <a:spLocks xmlns:a="http://schemas.openxmlformats.org/drawingml/2006/main" noGrp="1"/>
          </p:cNvSpPr>
          <p:nvPr/>
        </p:nvSpPr>
        <p:spPr>
          <a:xfrm xmlns:a="http://schemas.openxmlformats.org/drawingml/2006/main">
            <a:off x="2499437" y="2992628"/>
            <a:ext cx="154952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Mean fixed margin score (fraction)</a:t>
            </a:r>
          </a:p>
        </p:txBody>
      </p:sp>
      <p:sp>
        <p:nvSpPr>
          <p:cNvPr id="245" name="sues200_satellite_to_uav_300m/footnote-1">
            <a:extLst xmlns:a="http://schemas.openxmlformats.org/drawingml/2006/main">
              <a:ext uri="{FF2B5EF4-FFF2-40B4-BE49-F238E27FC236}">
                <a16:creationId xmlns:a16="http://schemas.microsoft.com/office/drawing/2014/main" id="{FC2AC10F-8030-40B6-8E85-EF7FDB9C57DC}"/>
              </a:ext>
            </a:extLst>
          </p:cNvPr>
          <p:cNvSpPr>
            <a:spLocks xmlns:a="http://schemas.openxmlformats.org/drawingml/2006/main" noGrp="1"/>
          </p:cNvSpPr>
          <p:nvPr/>
        </p:nvSpPr>
        <p:spPr>
          <a:xfrm xmlns:a="http://schemas.openxmlformats.org/drawingml/2006/main">
            <a:off x="190500" y="6472428"/>
            <a:ext cx="33230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Score = clip((cosine Top-1 − Top-2 margin) / 2, 0, 1); fixed, not a posterior.</a:t>
            </a:r>
          </a:p>
        </p:txBody>
      </p:sp>
      <p:sp>
        <p:nvSpPr>
          <p:cNvPr id="246" name="sues200_satellite_to_uav_300m/footnote-2">
            <a:extLst xmlns:a="http://schemas.openxmlformats.org/drawingml/2006/main">
              <a:ext uri="{FF2B5EF4-FFF2-40B4-BE49-F238E27FC236}">
                <a16:creationId xmlns:a16="http://schemas.microsoft.com/office/drawing/2014/main" id="{36C6C76B-7DE4-4EC0-983B-7853C44F113A}"/>
              </a:ext>
            </a:extLst>
          </p:cNvPr>
          <p:cNvSpPr>
            <a:spLocks xmlns:a="http://schemas.openxmlformats.org/drawingml/2006/main" noGrp="1"/>
          </p:cNvSpPr>
          <p:nvPr/>
        </p:nvSpPr>
        <p:spPr>
          <a:xfrm xmlns:a="http://schemas.openxmlformats.org/drawingml/2006/main">
            <a:off x="190500" y="6637528"/>
            <a:ext cx="361283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variant assigns queries to its own 15 equal-width bins; members can differ.</a:t>
            </a:r>
          </a:p>
        </p:txBody>
      </p:sp>
      <p:sp>
        <p:nvSpPr>
          <p:cNvPr id="247" name="sues200_satellite_to_uav_300m/footnote-3">
            <a:extLst xmlns:a="http://schemas.openxmlformats.org/drawingml/2006/main">
              <a:ext uri="{FF2B5EF4-FFF2-40B4-BE49-F238E27FC236}">
                <a16:creationId xmlns:a16="http://schemas.microsoft.com/office/drawing/2014/main" id="{C015293A-204C-4F33-AB82-87146D20A30A}"/>
              </a:ext>
            </a:extLst>
          </p:cNvPr>
          <p:cNvSpPr>
            <a:spLocks xmlns:a="http://schemas.openxmlformats.org/drawingml/2006/main" noGrp="1"/>
          </p:cNvSpPr>
          <p:nvPr/>
        </p:nvSpPr>
        <p:spPr>
          <a:xfrm xmlns:a="http://schemas.openxmlformats.org/drawingml/2006/main">
            <a:off x="190500" y="6802628"/>
            <a:ext cx="34912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Only occupied bins have markers. N = 0 retains null mean/accuracy, not zero.</a:t>
            </a:r>
          </a:p>
        </p:txBody>
      </p:sp>
      <p:sp>
        <p:nvSpPr>
          <p:cNvPr id="248" name="sues200_satellite_to_uav_300m/footnote-4">
            <a:extLst xmlns:a="http://schemas.openxmlformats.org/drawingml/2006/main">
              <a:ext uri="{FF2B5EF4-FFF2-40B4-BE49-F238E27FC236}">
                <a16:creationId xmlns:a16="http://schemas.microsoft.com/office/drawing/2014/main" id="{58746C75-6FF1-4209-B856-FB540423AEE5}"/>
              </a:ext>
            </a:extLst>
          </p:cNvPr>
          <p:cNvSpPr>
            <a:spLocks xmlns:a="http://schemas.openxmlformats.org/drawingml/2006/main" noGrp="1"/>
          </p:cNvSpPr>
          <p:nvPr/>
        </p:nvSpPr>
        <p:spPr>
          <a:xfrm xmlns:a="http://schemas.openxmlformats.org/drawingml/2006/main">
            <a:off x="190500" y="6967728"/>
            <a:ext cx="371132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Gray y = x shows numerical equality only. No fitted calibration or connecting curve.</a:t>
            </a:r>
          </a:p>
        </p:txBody>
      </p:sp>
      <p:sp>
        <p:nvSpPr>
          <p:cNvPr id="249" name="sues200_satellite_to_uav_300m/footnote-5">
            <a:extLst xmlns:a="http://schemas.openxmlformats.org/drawingml/2006/main">
              <a:ext uri="{FF2B5EF4-FFF2-40B4-BE49-F238E27FC236}">
                <a16:creationId xmlns:a16="http://schemas.microsoft.com/office/drawing/2014/main" id="{1A991116-1887-4B0C-B251-BCA3D4542DDB}"/>
              </a:ext>
            </a:extLst>
          </p:cNvPr>
          <p:cNvSpPr>
            <a:spLocks xmlns:a="http://schemas.openxmlformats.org/drawingml/2006/main" noGrp="1"/>
          </p:cNvSpPr>
          <p:nvPr/>
        </p:nvSpPr>
        <p:spPr>
          <a:xfrm xmlns:a="http://schemas.openxmlformats.org/drawingml/2006/main">
            <a:off x="190500" y="7132828"/>
            <a:ext cx="40207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Stored ECE fractions rounded to four decimals. No seed/task pooling, SD, CI or p-values.</a:t>
            </a:r>
          </a:p>
        </p:txBody>
      </p:sp>
      <p:sp>
        <p:nvSpPr>
          <p:cNvPr id="250" name="sues200_satellite_to_uav_300m/footnote-6">
            <a:extLst xmlns:a="http://schemas.openxmlformats.org/drawingml/2006/main">
              <a:ext uri="{FF2B5EF4-FFF2-40B4-BE49-F238E27FC236}">
                <a16:creationId xmlns:a16="http://schemas.microsoft.com/office/drawing/2014/main" id="{8BD40E5C-CAD3-43AA-9B4E-D691A5AF3BA5}"/>
              </a:ext>
            </a:extLst>
          </p:cNvPr>
          <p:cNvSpPr>
            <a:spLocks xmlns:a="http://schemas.openxmlformats.org/drawingml/2006/main" noGrp="1"/>
          </p:cNvSpPr>
          <p:nvPr/>
        </p:nvSpPr>
        <p:spPr>
          <a:xfrm xmlns:a="http://schemas.openxmlformats.org/drawingml/2006/main">
            <a:off x="190500" y="7297928"/>
            <a:ext cx="37893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Lower fixed-score ECE does not imply higher retrieval accuracy or better calibration.</a:t>
            </a:r>
          </a:p>
        </p:txBody>
      </p:sp>
    </p:spTree>
    <p:extLst>
      <p:ext uri="{BB962C8B-B14F-4D97-AF65-F5344CB8AC3E}">
        <p14:creationId xmlns:p14="http://schemas.microsoft.com/office/powerpoint/2010/main" val="1557669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2026-09-29T20:01:23.4890000Z</dcterms:created>
  <dcterms:modified xsi:type="dcterms:W3CDTF">2026-09-29T20:01:23.4890000Z</dcterms:modified>
</coreProperties>
</file>